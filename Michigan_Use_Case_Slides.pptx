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22"/>
  </p:notesMasterIdLst>
  <p:sldIdLst>
    <p:sldId id="285" r:id="rId3"/>
    <p:sldId id="279" r:id="rId4"/>
    <p:sldId id="281" r:id="rId5"/>
    <p:sldId id="282" r:id="rId6"/>
    <p:sldId id="283" r:id="rId7"/>
    <p:sldId id="284" r:id="rId8"/>
    <p:sldId id="291" r:id="rId9"/>
    <p:sldId id="287" r:id="rId10"/>
    <p:sldId id="261" r:id="rId11"/>
    <p:sldId id="275" r:id="rId12"/>
    <p:sldId id="288" r:id="rId13"/>
    <p:sldId id="290" r:id="rId14"/>
    <p:sldId id="264" r:id="rId15"/>
    <p:sldId id="289" r:id="rId16"/>
    <p:sldId id="276" r:id="rId17"/>
    <p:sldId id="277" r:id="rId18"/>
    <p:sldId id="274" r:id="rId19"/>
    <p:sldId id="267" r:id="rId20"/>
    <p:sldId id="273" r:id="rId21"/>
    <p:sldId id="292" r:id="rId32"/>
    <p:sldId id="293" r:id="rId33"/>
    <p:sldId id="294" r:id="rId3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Guidelines" id="{DDD48C01-B026-4B6D-A914-D20A32117825}">
          <p14:sldIdLst>
            <p14:sldId id="285"/>
            <p14:sldId id="279"/>
            <p14:sldId id="281"/>
            <p14:sldId id="282"/>
            <p14:sldId id="283"/>
            <p14:sldId id="284"/>
            <p14:sldId id="291"/>
            <p14:sldId id="287"/>
          </p14:sldIdLst>
        </p14:section>
        <p14:section name="Presentation" id="{D096BDF2-302C-458D-8E99-977910712164}">
          <p14:sldIdLst>
            <p14:sldId id="261"/>
            <p14:sldId id="275"/>
            <p14:sldId id="288"/>
            <p14:sldId id="290"/>
            <p14:sldId id="264"/>
            <p14:sldId id="289"/>
            <p14:sldId id="276"/>
            <p14:sldId id="277"/>
            <p14:sldId id="274"/>
            <p14:sldId id="267"/>
            <p14:sldId id="273"/>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35DAA2F0-B172-9297-46A0-769BFF532222}" name="Popp, Marcia J" initials="MP" userId="S::marcia.popp@aptim.com::f0295421-d505-4fae-8fd4-148b70ef5eca"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645" autoAdjust="0"/>
    <p:restoredTop sz="96056" autoAdjust="0"/>
  </p:normalViewPr>
  <p:slideViewPr>
    <p:cSldViewPr snapToGrid="0">
      <p:cViewPr varScale="1">
        <p:scale>
          <a:sx n="99" d="100"/>
          <a:sy n="99" d="100"/>
        </p:scale>
        <p:origin x="906" y="9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microsoft.com/office/2018/10/relationships/authors" Target="authors.xml"/><Relationship Id="rId28" Type="http://schemas.openxmlformats.org/officeDocument/2006/relationships/customXml" Target="../customXml/item1.xml"/><Relationship Id="rId29" Type="http://schemas.openxmlformats.org/officeDocument/2006/relationships/customXml" Target="../customXml/item2.xml"/><Relationship Id="rId30" Type="http://schemas.openxmlformats.org/officeDocument/2006/relationships/customXml" Target="../customXml/item3.xml"/><Relationship Id="rId31" Type="http://schemas.openxmlformats.org/officeDocument/2006/relationships/customXml" Target="../customXml/item4.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89A0B1A-1E6B-4DB9-B0F6-A958F4359379}" type="datetimeFigureOut">
              <a:rPr lang="en-US" smtClean="0"/>
              <a:t>4/29/2026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D149A2A-2FC7-440C-9AA6-4256354C6A8E}" type="slidenum">
              <a:rPr lang="en-US" smtClean="0"/>
              <a:t>‹#›</a:t>
            </a:fld>
            <a:endParaRPr lang="en-US"/>
          </a:p>
        </p:txBody>
      </p:sp>
    </p:spTree>
    <p:extLst>
      <p:ext uri="{BB962C8B-B14F-4D97-AF65-F5344CB8AC3E}">
        <p14:creationId xmlns:p14="http://schemas.microsoft.com/office/powerpoint/2010/main" val="42811654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about:</a:t>
            </a:r>
          </a:p>
          <a:p>
            <a:r>
              <a:t>- PA 235</a:t>
            </a:r>
          </a:p>
          <a:p>
            <a:r>
              <a:t>- DTE's storage requirements</a:t>
            </a:r>
          </a:p>
          <a:p>
            <a:r>
              <a:t>- Why Detroit was not selected</a:t>
            </a:r>
          </a:p>
          <a:p>
            <a:r>
              <a:t>- Why Ann Arbor provides higher probability of success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a:t>
            </a:r>
          </a:p>
          <a:p>
            <a:r>
              <a:t>- Why 15 kWh</a:t>
            </a:r>
          </a:p>
          <a:p>
            <a:r>
              <a:t>- Why 6 kW</a:t>
            </a:r>
          </a:p>
          <a:p>
            <a:r>
              <a:t>- Why 500 homes</a:t>
            </a:r>
          </a:p>
          <a:p>
            <a:r>
              <a:t>- Why existing APTIM inspectors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1_Title Slide">
    <p:bg>
      <p:bgPr>
        <a:blipFill dpi="0" rotWithShape="1">
          <a:blip r:embed="rId2">
            <a:alphaModFix amt="77000"/>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p:nvPr>
        </p:nvSpPr>
        <p:spPr>
          <a:xfrm>
            <a:off x="1524000" y="1122363"/>
            <a:ext cx="9144000" cy="2387600"/>
          </a:xfrm>
        </p:spPr>
        <p:txBody>
          <a:bodyPr anchor="b"/>
          <a:lstStyle>
            <a:lvl1pPr algn="ctr">
              <a:defRPr sz="3200"/>
            </a:lvl1pPr>
          </a:lstStyle>
          <a:p>
            <a:r>
              <a:rPr lang="en-US" dirty="0"/>
              <a:t>Click to edit Master title style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p:nvPr>
        </p:nvSpPr>
        <p:spPr>
          <a:xfrm>
            <a:off x="1524000" y="3602038"/>
            <a:ext cx="9144000" cy="1655762"/>
          </a:xfrm>
        </p:spPr>
        <p:txBody>
          <a:bodyPr/>
          <a:lstStyle>
            <a:lvl1pPr marL="0" indent="0" algn="ctr">
              <a:buNone/>
              <a:defRPr sz="2400">
                <a:solidFill>
                  <a:schemeClr val="accent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p:txBody>
          <a:bodyPr/>
          <a:lstStyle/>
          <a:p>
            <a:fld id="{DC67AFDC-715F-40FC-9DA6-4D8705C5DA61}" type="datetime1">
              <a:rPr lang="en-US" smtClean="0"/>
              <a:t>4/29/2026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24110765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08FB35-9044-26FD-96FD-EF9B7CE00FC7}"/>
              </a:ext>
            </a:extLst>
          </p:cNvPr>
          <p:cNvSpPr>
            <a:spLocks noGrp="1"/>
          </p:cNvSpPr>
          <p:nvPr>
            <p:ph type="title"/>
          </p:nvPr>
        </p:nvSpPr>
        <p:spPr/>
        <p:txBody>
          <a:bodyPr/>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04EE2181-5A43-42AB-BDE3-B8808AF84290}"/>
              </a:ext>
            </a:extLst>
          </p:cNvPr>
          <p:cNvSpPr>
            <a:spLocks noGrp="1"/>
          </p:cNvSpPr>
          <p:nvPr>
            <p:ph idx="1"/>
          </p:nvPr>
        </p:nvSpPr>
        <p:spPr>
          <a:xfrm>
            <a:off x="609600" y="1600200"/>
            <a:ext cx="10972800" cy="4686299"/>
          </a:xfrm>
        </p:spPr>
        <p:txBody>
          <a:bodyPr/>
          <a:lstStyle>
            <a:lvl1pPr>
              <a:defRPr/>
            </a:lvl1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B9411269-9398-A1FD-959A-EA4507898D56}"/>
              </a:ext>
            </a:extLst>
          </p:cNvPr>
          <p:cNvSpPr>
            <a:spLocks noGrp="1"/>
          </p:cNvSpPr>
          <p:nvPr>
            <p:ph type="dt" sz="half" idx="10"/>
          </p:nvPr>
        </p:nvSpPr>
        <p:spPr/>
        <p:txBody>
          <a:bodyPr/>
          <a:lstStyle/>
          <a:p>
            <a:fld id="{DB3DA5AF-7E39-4F37-9E86-A65FA3BDE287}" type="datetime1">
              <a:rPr lang="en-US" smtClean="0"/>
              <a:t>4/29/2026</a:t>
            </a:fld>
            <a:endParaRPr lang="en-US"/>
          </a:p>
        </p:txBody>
      </p:sp>
      <p:sp>
        <p:nvSpPr>
          <p:cNvPr id="5" name="Footer Placeholder 4">
            <a:extLst>
              <a:ext uri="{FF2B5EF4-FFF2-40B4-BE49-F238E27FC236}">
                <a16:creationId xmlns:a16="http://schemas.microsoft.com/office/drawing/2014/main" id="{0CF4604C-B895-44BE-ABB1-734EACFD470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503FD7D9-E99B-440B-99E0-D9714C52B6EC}"/>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30284911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Title &amp; Sub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08FB35-9044-26FD-96FD-EF9B7CE00FC7}"/>
              </a:ext>
            </a:extLst>
          </p:cNvPr>
          <p:cNvSpPr>
            <a:spLocks noGrp="1"/>
          </p:cNvSpPr>
          <p:nvPr>
            <p:ph type="title"/>
          </p:nvPr>
        </p:nvSpPr>
        <p:spPr/>
        <p:txBody>
          <a:bodyPr/>
          <a:lstStyle>
            <a:lvl1pPr>
              <a:defRPr sz="3000"/>
            </a:lvl1pPr>
          </a:lstStyle>
          <a:p>
            <a:r>
              <a:rPr lang="en-US" dirty="0"/>
              <a:t>Click to edit Master title style</a:t>
            </a:r>
          </a:p>
        </p:txBody>
      </p:sp>
      <p:sp>
        <p:nvSpPr>
          <p:cNvPr id="3" name="Content Placeholder 2">
            <a:extLst>
              <a:ext uri="{FF2B5EF4-FFF2-40B4-BE49-F238E27FC236}">
                <a16:creationId xmlns:a16="http://schemas.microsoft.com/office/drawing/2014/main" id="{04EE2181-5A43-42AB-BDE3-B8808AF84290}"/>
              </a:ext>
            </a:extLst>
          </p:cNvPr>
          <p:cNvSpPr>
            <a:spLocks noGrp="1"/>
          </p:cNvSpPr>
          <p:nvPr>
            <p:ph idx="1"/>
          </p:nvPr>
        </p:nvSpPr>
        <p:spPr>
          <a:xfrm>
            <a:off x="609600" y="1600200"/>
            <a:ext cx="10972800" cy="4686299"/>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B9411269-9398-A1FD-959A-EA4507898D56}"/>
              </a:ext>
            </a:extLst>
          </p:cNvPr>
          <p:cNvSpPr>
            <a:spLocks noGrp="1"/>
          </p:cNvSpPr>
          <p:nvPr>
            <p:ph type="dt" sz="half" idx="10"/>
          </p:nvPr>
        </p:nvSpPr>
        <p:spPr/>
        <p:txBody>
          <a:bodyPr/>
          <a:lstStyle/>
          <a:p>
            <a:fld id="{80ABE404-C58B-49EE-A54D-39345E663D95}" type="datetime1">
              <a:rPr lang="en-US" smtClean="0"/>
              <a:t>4/29/2026</a:t>
            </a:fld>
            <a:endParaRPr lang="en-US"/>
          </a:p>
        </p:txBody>
      </p:sp>
      <p:sp>
        <p:nvSpPr>
          <p:cNvPr id="5" name="Footer Placeholder 4">
            <a:extLst>
              <a:ext uri="{FF2B5EF4-FFF2-40B4-BE49-F238E27FC236}">
                <a16:creationId xmlns:a16="http://schemas.microsoft.com/office/drawing/2014/main" id="{0CF4604C-B895-44BE-ABB1-734EACFD470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503FD7D9-E99B-440B-99E0-D9714C52B6EC}"/>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8" name="Text Placeholder 7">
            <a:extLst>
              <a:ext uri="{FF2B5EF4-FFF2-40B4-BE49-F238E27FC236}">
                <a16:creationId xmlns:a16="http://schemas.microsoft.com/office/drawing/2014/main" id="{A472E239-0BF0-8FA8-8E5E-9471C18B0CDA}"/>
              </a:ext>
            </a:extLst>
          </p:cNvPr>
          <p:cNvSpPr>
            <a:spLocks noGrp="1"/>
          </p:cNvSpPr>
          <p:nvPr>
            <p:ph type="body" sz="quarter" idx="13" hasCustomPrompt="1"/>
          </p:nvPr>
        </p:nvSpPr>
        <p:spPr>
          <a:xfrm>
            <a:off x="609600" y="1236094"/>
            <a:ext cx="10972798" cy="304800"/>
          </a:xfrm>
        </p:spPr>
        <p:txBody>
          <a:bodyPr anchor="t" anchorCtr="0"/>
          <a:lstStyle>
            <a:lvl1pPr marL="0" indent="0">
              <a:spcBef>
                <a:spcPts val="0"/>
              </a:spcBef>
              <a:buFontTx/>
              <a:buNone/>
              <a:defRPr sz="2000">
                <a:solidFill>
                  <a:schemeClr val="accent3"/>
                </a:solidFill>
              </a:defRPr>
            </a:lvl1pPr>
          </a:lstStyle>
          <a:p>
            <a:pPr lvl="0"/>
            <a:r>
              <a:rPr lang="en-US" dirty="0" err="1"/>
              <a:t>SubTitle</a:t>
            </a:r>
            <a:endParaRPr lang="en-US" dirty="0"/>
          </a:p>
        </p:txBody>
      </p:sp>
    </p:spTree>
    <p:extLst>
      <p:ext uri="{BB962C8B-B14F-4D97-AF65-F5344CB8AC3E}">
        <p14:creationId xmlns:p14="http://schemas.microsoft.com/office/powerpoint/2010/main" val="28341108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1_Two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D5C22D-294D-FDD8-79AE-511BBE44025C}"/>
              </a:ext>
            </a:extLst>
          </p:cNvPr>
          <p:cNvSpPr>
            <a:spLocks noGrp="1"/>
          </p:cNvSpPr>
          <p:nvPr>
            <p:ph type="title"/>
          </p:nvPr>
        </p:nvSpPr>
        <p:spPr/>
        <p:txBody>
          <a:bodyPr/>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F85B712C-AEEE-5979-B760-1556A5F1345B}"/>
              </a:ext>
            </a:extLst>
          </p:cNvPr>
          <p:cNvSpPr>
            <a:spLocks noGrp="1"/>
          </p:cNvSpPr>
          <p:nvPr>
            <p:ph sz="half" idx="1"/>
          </p:nvPr>
        </p:nvSpPr>
        <p:spPr>
          <a:xfrm>
            <a:off x="612648" y="1600200"/>
            <a:ext cx="5181600" cy="455771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C1A63EC8-8F46-B05C-7079-A03FECF0E629}"/>
              </a:ext>
            </a:extLst>
          </p:cNvPr>
          <p:cNvSpPr>
            <a:spLocks noGrp="1"/>
          </p:cNvSpPr>
          <p:nvPr>
            <p:ph sz="half" idx="2"/>
          </p:nvPr>
        </p:nvSpPr>
        <p:spPr>
          <a:xfrm>
            <a:off x="6378702" y="1600200"/>
            <a:ext cx="5181600" cy="455771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371A90EC-0829-F925-C5FF-A16A8424E207}"/>
              </a:ext>
            </a:extLst>
          </p:cNvPr>
          <p:cNvSpPr>
            <a:spLocks noGrp="1"/>
          </p:cNvSpPr>
          <p:nvPr>
            <p:ph type="dt" sz="half" idx="10"/>
          </p:nvPr>
        </p:nvSpPr>
        <p:spPr/>
        <p:txBody>
          <a:bodyPr/>
          <a:lstStyle/>
          <a:p>
            <a:fld id="{890C5BEA-0B90-4EEE-B476-69CB901EF9E9}" type="datetime1">
              <a:rPr lang="en-US" smtClean="0"/>
              <a:t>4/29/2026</a:t>
            </a:fld>
            <a:endParaRPr lang="en-US"/>
          </a:p>
        </p:txBody>
      </p:sp>
      <p:sp>
        <p:nvSpPr>
          <p:cNvPr id="6" name="Footer Placeholder 5">
            <a:extLst>
              <a:ext uri="{FF2B5EF4-FFF2-40B4-BE49-F238E27FC236}">
                <a16:creationId xmlns:a16="http://schemas.microsoft.com/office/drawing/2014/main" id="{DABF1429-8B9C-0BF2-068D-E661EF1985C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7" name="Slide Number Placeholder 6">
            <a:extLst>
              <a:ext uri="{FF2B5EF4-FFF2-40B4-BE49-F238E27FC236}">
                <a16:creationId xmlns:a16="http://schemas.microsoft.com/office/drawing/2014/main" id="{27C569F4-4EF4-5FA8-31E4-3225D16D679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5382458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1_Two Column Subtitl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C2BC11-8CD8-9576-F379-BA1A691A2531}"/>
              </a:ext>
            </a:extLst>
          </p:cNvPr>
          <p:cNvSpPr>
            <a:spLocks noGrp="1"/>
          </p:cNvSpPr>
          <p:nvPr>
            <p:ph type="title"/>
          </p:nvPr>
        </p:nvSpPr>
        <p:spPr>
          <a:xfrm>
            <a:off x="612646" y="365125"/>
            <a:ext cx="10972800" cy="804672"/>
          </a:xfrm>
        </p:spPr>
        <p:txBody>
          <a:bodyPr/>
          <a:lstStyle>
            <a:lvl1pPr>
              <a:defRPr/>
            </a:lvl1pPr>
          </a:lstStyle>
          <a:p>
            <a:r>
              <a:rPr lang="en-US" dirty="0"/>
              <a:t>Click to edit Master title style</a:t>
            </a:r>
          </a:p>
        </p:txBody>
      </p:sp>
      <p:sp>
        <p:nvSpPr>
          <p:cNvPr id="3" name="Text Placeholder 2">
            <a:extLst>
              <a:ext uri="{FF2B5EF4-FFF2-40B4-BE49-F238E27FC236}">
                <a16:creationId xmlns:a16="http://schemas.microsoft.com/office/drawing/2014/main" id="{5F600C97-BEFB-50BD-D774-6749678A04A1}"/>
              </a:ext>
            </a:extLst>
          </p:cNvPr>
          <p:cNvSpPr>
            <a:spLocks noGrp="1"/>
          </p:cNvSpPr>
          <p:nvPr>
            <p:ph type="body" idx="1"/>
          </p:nvPr>
        </p:nvSpPr>
        <p:spPr>
          <a:xfrm>
            <a:off x="612648" y="1234440"/>
            <a:ext cx="5157787" cy="301752"/>
          </a:xfrm>
        </p:spPr>
        <p:txBody>
          <a:bodyPr anchor="t" anchorCtr="0"/>
          <a:lstStyle>
            <a:lvl1pPr marL="0" indent="0">
              <a:lnSpc>
                <a:spcPct val="100000"/>
              </a:lnSpc>
              <a:spcBef>
                <a:spcPts val="0"/>
              </a:spcBef>
              <a:buNone/>
              <a:defRPr sz="2000" b="0">
                <a:solidFill>
                  <a:schemeClr val="accent3"/>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1D4E0ECA-057C-97F7-80E7-303D8784082D}"/>
              </a:ext>
            </a:extLst>
          </p:cNvPr>
          <p:cNvSpPr>
            <a:spLocks noGrp="1"/>
          </p:cNvSpPr>
          <p:nvPr>
            <p:ph sz="half" idx="2"/>
          </p:nvPr>
        </p:nvSpPr>
        <p:spPr>
          <a:xfrm>
            <a:off x="612648" y="1600200"/>
            <a:ext cx="5157787" cy="4581525"/>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A10696D3-CBEF-85C5-D38E-1921A1230492}"/>
              </a:ext>
            </a:extLst>
          </p:cNvPr>
          <p:cNvSpPr>
            <a:spLocks noGrp="1"/>
          </p:cNvSpPr>
          <p:nvPr>
            <p:ph type="body" sz="quarter" idx="3"/>
          </p:nvPr>
        </p:nvSpPr>
        <p:spPr>
          <a:xfrm>
            <a:off x="6388099" y="1234440"/>
            <a:ext cx="5183188" cy="301752"/>
          </a:xfrm>
        </p:spPr>
        <p:txBody>
          <a:bodyPr anchor="t" anchorCtr="0"/>
          <a:lstStyle>
            <a:lvl1pPr marL="0" indent="0">
              <a:lnSpc>
                <a:spcPct val="100000"/>
              </a:lnSpc>
              <a:spcBef>
                <a:spcPts val="0"/>
              </a:spcBef>
              <a:buNone/>
              <a:defRPr sz="2000" b="0">
                <a:solidFill>
                  <a:schemeClr val="accent3"/>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2B47EB91-DA48-69F1-45CF-8B9ADA3681C9}"/>
              </a:ext>
            </a:extLst>
          </p:cNvPr>
          <p:cNvSpPr>
            <a:spLocks noGrp="1"/>
          </p:cNvSpPr>
          <p:nvPr>
            <p:ph sz="quarter" idx="4"/>
          </p:nvPr>
        </p:nvSpPr>
        <p:spPr>
          <a:xfrm>
            <a:off x="6388099" y="1600200"/>
            <a:ext cx="5183188" cy="4581525"/>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a:extLst>
              <a:ext uri="{FF2B5EF4-FFF2-40B4-BE49-F238E27FC236}">
                <a16:creationId xmlns:a16="http://schemas.microsoft.com/office/drawing/2014/main" id="{2DEACB01-FF49-7C4A-268A-654CFE910C72}"/>
              </a:ext>
            </a:extLst>
          </p:cNvPr>
          <p:cNvSpPr>
            <a:spLocks noGrp="1"/>
          </p:cNvSpPr>
          <p:nvPr>
            <p:ph type="dt" sz="half" idx="10"/>
          </p:nvPr>
        </p:nvSpPr>
        <p:spPr/>
        <p:txBody>
          <a:bodyPr/>
          <a:lstStyle/>
          <a:p>
            <a:fld id="{60CA7ACF-9F2E-454D-8D0D-4992D282D4B2}" type="datetime1">
              <a:rPr lang="en-US" smtClean="0"/>
              <a:t>4/29/2026</a:t>
            </a:fld>
            <a:endParaRPr lang="en-US"/>
          </a:p>
        </p:txBody>
      </p:sp>
      <p:sp>
        <p:nvSpPr>
          <p:cNvPr id="8" name="Footer Placeholder 7">
            <a:extLst>
              <a:ext uri="{FF2B5EF4-FFF2-40B4-BE49-F238E27FC236}">
                <a16:creationId xmlns:a16="http://schemas.microsoft.com/office/drawing/2014/main" id="{F1699973-F537-595F-70C4-2756C23EF05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9" name="Slide Number Placeholder 8">
            <a:extLst>
              <a:ext uri="{FF2B5EF4-FFF2-40B4-BE49-F238E27FC236}">
                <a16:creationId xmlns:a16="http://schemas.microsoft.com/office/drawing/2014/main" id="{AEE419C4-35F0-ABF9-A323-901FCAC73EED}"/>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7850182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Photo_R">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37C53F29-FC40-D147-DAC2-9F6F5F5C3A32}"/>
              </a:ext>
            </a:extLst>
          </p:cNvPr>
          <p:cNvSpPr>
            <a:spLocks noGrp="1"/>
          </p:cNvSpPr>
          <p:nvPr>
            <p:ph type="pic" sz="quarter" idx="13"/>
          </p:nvPr>
        </p:nvSpPr>
        <p:spPr>
          <a:xfrm>
            <a:off x="6410325" y="0"/>
            <a:ext cx="5781675" cy="6858000"/>
          </a:xfrm>
          <a:solidFill>
            <a:schemeClr val="accent3">
              <a:lumMod val="20000"/>
              <a:lumOff val="80000"/>
            </a:schemeClr>
          </a:solidFill>
        </p:spPr>
        <p:txBody>
          <a:bodyPr/>
          <a:lstStyle/>
          <a:p>
            <a:endParaRPr lang="en-US" dirty="0"/>
          </a:p>
        </p:txBody>
      </p:sp>
      <p:sp>
        <p:nvSpPr>
          <p:cNvPr id="2" name="Title 1">
            <a:extLst>
              <a:ext uri="{FF2B5EF4-FFF2-40B4-BE49-F238E27FC236}">
                <a16:creationId xmlns:a16="http://schemas.microsoft.com/office/drawing/2014/main" id="{23D5C22D-294D-FDD8-79AE-511BBE44025C}"/>
              </a:ext>
            </a:extLst>
          </p:cNvPr>
          <p:cNvSpPr>
            <a:spLocks noGrp="1"/>
          </p:cNvSpPr>
          <p:nvPr>
            <p:ph type="title"/>
          </p:nvPr>
        </p:nvSpPr>
        <p:spPr>
          <a:xfrm>
            <a:off x="609599" y="365126"/>
            <a:ext cx="5486401" cy="804735"/>
          </a:xfrm>
        </p:spPr>
        <p:txBody>
          <a:bodyPr/>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F85B712C-AEEE-5979-B760-1556A5F1345B}"/>
              </a:ext>
            </a:extLst>
          </p:cNvPr>
          <p:cNvSpPr>
            <a:spLocks noGrp="1"/>
          </p:cNvSpPr>
          <p:nvPr>
            <p:ph sz="half" idx="1"/>
          </p:nvPr>
        </p:nvSpPr>
        <p:spPr>
          <a:xfrm>
            <a:off x="612648" y="1600200"/>
            <a:ext cx="5483352" cy="4557713"/>
          </a:xfrm>
        </p:spPr>
        <p:txBody>
          <a:bodyPr/>
          <a:lstStyle>
            <a:lvl1pPr>
              <a:defRPr/>
            </a:lvl1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371A90EC-0829-F925-C5FF-A16A8424E207}"/>
              </a:ext>
            </a:extLst>
          </p:cNvPr>
          <p:cNvSpPr>
            <a:spLocks noGrp="1"/>
          </p:cNvSpPr>
          <p:nvPr>
            <p:ph type="dt" sz="half" idx="10"/>
          </p:nvPr>
        </p:nvSpPr>
        <p:spPr/>
        <p:txBody>
          <a:bodyPr/>
          <a:lstStyle/>
          <a:p>
            <a:fld id="{0B8D161A-7328-42A7-97FE-E09E21FD84FD}" type="datetime1">
              <a:rPr lang="en-US" smtClean="0"/>
              <a:t>4/29/2026</a:t>
            </a:fld>
            <a:endParaRPr lang="en-US"/>
          </a:p>
        </p:txBody>
      </p:sp>
      <p:sp>
        <p:nvSpPr>
          <p:cNvPr id="6" name="Footer Placeholder 5">
            <a:extLst>
              <a:ext uri="{FF2B5EF4-FFF2-40B4-BE49-F238E27FC236}">
                <a16:creationId xmlns:a16="http://schemas.microsoft.com/office/drawing/2014/main" id="{DABF1429-8B9C-0BF2-068D-E661EF1985CD}"/>
              </a:ext>
            </a:extLst>
          </p:cNvPr>
          <p:cNvSpPr>
            <a:spLocks noGrp="1"/>
          </p:cNvSpPr>
          <p:nvPr>
            <p:ph type="ftr" sz="quarter" idx="11"/>
          </p:nvPr>
        </p:nvSpPr>
        <p:spPr>
          <a:xfrm>
            <a:off x="2444318" y="6469630"/>
            <a:ext cx="3651682" cy="251845"/>
          </a:xfrm>
        </p:spPr>
        <p:txBody>
          <a:bodyPr/>
          <a:lstStyle/>
          <a:p>
            <a:r>
              <a:rPr lang="en-US" dirty="0"/>
              <a:t>Confidential. Not to be copied, distributed, or reproduced without prior approval. </a:t>
            </a:r>
            <a:br>
              <a:rPr lang="en-US" dirty="0"/>
            </a:br>
            <a:r>
              <a:rPr lang="en-US" dirty="0"/>
              <a:t>© 2026 APTIM - All rights reserved.</a:t>
            </a:r>
          </a:p>
        </p:txBody>
      </p:sp>
      <p:sp>
        <p:nvSpPr>
          <p:cNvPr id="7" name="Slide Number Placeholder 6">
            <a:extLst>
              <a:ext uri="{FF2B5EF4-FFF2-40B4-BE49-F238E27FC236}">
                <a16:creationId xmlns:a16="http://schemas.microsoft.com/office/drawing/2014/main" id="{27C569F4-4EF4-5FA8-31E4-3225D16D679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6872923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Photo_L">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37C53F29-FC40-D147-DAC2-9F6F5F5C3A32}"/>
              </a:ext>
            </a:extLst>
          </p:cNvPr>
          <p:cNvSpPr>
            <a:spLocks noGrp="1"/>
          </p:cNvSpPr>
          <p:nvPr>
            <p:ph type="pic" sz="quarter" idx="13"/>
          </p:nvPr>
        </p:nvSpPr>
        <p:spPr>
          <a:xfrm>
            <a:off x="0" y="0"/>
            <a:ext cx="5778499" cy="6858000"/>
          </a:xfrm>
          <a:solidFill>
            <a:schemeClr val="accent3">
              <a:lumMod val="20000"/>
              <a:lumOff val="80000"/>
            </a:schemeClr>
          </a:solidFill>
        </p:spPr>
        <p:txBody>
          <a:bodyPr/>
          <a:lstStyle/>
          <a:p>
            <a:endParaRPr lang="en-US"/>
          </a:p>
        </p:txBody>
      </p:sp>
      <p:sp>
        <p:nvSpPr>
          <p:cNvPr id="2" name="Title 1">
            <a:extLst>
              <a:ext uri="{FF2B5EF4-FFF2-40B4-BE49-F238E27FC236}">
                <a16:creationId xmlns:a16="http://schemas.microsoft.com/office/drawing/2014/main" id="{23D5C22D-294D-FDD8-79AE-511BBE44025C}"/>
              </a:ext>
            </a:extLst>
          </p:cNvPr>
          <p:cNvSpPr>
            <a:spLocks noGrp="1"/>
          </p:cNvSpPr>
          <p:nvPr>
            <p:ph type="title"/>
          </p:nvPr>
        </p:nvSpPr>
        <p:spPr>
          <a:xfrm>
            <a:off x="6096000" y="365126"/>
            <a:ext cx="5486398" cy="804735"/>
          </a:xfrm>
        </p:spPr>
        <p:txBody>
          <a:bodyPr/>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F85B712C-AEEE-5979-B760-1556A5F1345B}"/>
              </a:ext>
            </a:extLst>
          </p:cNvPr>
          <p:cNvSpPr>
            <a:spLocks noGrp="1"/>
          </p:cNvSpPr>
          <p:nvPr>
            <p:ph sz="half" idx="1"/>
          </p:nvPr>
        </p:nvSpPr>
        <p:spPr>
          <a:xfrm>
            <a:off x="6096000" y="1600200"/>
            <a:ext cx="5476441" cy="455771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371A90EC-0829-F925-C5FF-A16A8424E207}"/>
              </a:ext>
            </a:extLst>
          </p:cNvPr>
          <p:cNvSpPr>
            <a:spLocks noGrp="1"/>
          </p:cNvSpPr>
          <p:nvPr>
            <p:ph type="dt" sz="half" idx="10"/>
          </p:nvPr>
        </p:nvSpPr>
        <p:spPr/>
        <p:txBody>
          <a:bodyPr/>
          <a:lstStyle/>
          <a:p>
            <a:fld id="{5A1B371B-4C8F-427D-8472-67D17CCB5F5E}" type="datetime1">
              <a:rPr lang="en-US" smtClean="0"/>
              <a:t>4/29/2026</a:t>
            </a:fld>
            <a:endParaRPr lang="en-US"/>
          </a:p>
        </p:txBody>
      </p:sp>
      <p:sp>
        <p:nvSpPr>
          <p:cNvPr id="6" name="Footer Placeholder 5">
            <a:extLst>
              <a:ext uri="{FF2B5EF4-FFF2-40B4-BE49-F238E27FC236}">
                <a16:creationId xmlns:a16="http://schemas.microsoft.com/office/drawing/2014/main" id="{DABF1429-8B9C-0BF2-068D-E661EF1985CD}"/>
              </a:ext>
            </a:extLst>
          </p:cNvPr>
          <p:cNvSpPr>
            <a:spLocks noGrp="1"/>
          </p:cNvSpPr>
          <p:nvPr>
            <p:ph type="ftr" sz="quarter" idx="11"/>
          </p:nvPr>
        </p:nvSpPr>
        <p:spPr>
          <a:xfrm>
            <a:off x="6096000" y="6469630"/>
            <a:ext cx="3657600" cy="251845"/>
          </a:xfrm>
        </p:spPr>
        <p:txBody>
          <a:bodyPr/>
          <a:lstStyle/>
          <a:p>
            <a:r>
              <a:rPr lang="en-US" dirty="0"/>
              <a:t>Confidential. Not to be copied, distributed, or reproduced without prior approval. </a:t>
            </a:r>
            <a:br>
              <a:rPr lang="en-US" dirty="0"/>
            </a:br>
            <a:r>
              <a:rPr lang="en-US" dirty="0"/>
              <a:t>© 2026 APTIM - All rights reserved.</a:t>
            </a:r>
          </a:p>
        </p:txBody>
      </p:sp>
      <p:sp>
        <p:nvSpPr>
          <p:cNvPr id="7" name="Slide Number Placeholder 6">
            <a:extLst>
              <a:ext uri="{FF2B5EF4-FFF2-40B4-BE49-F238E27FC236}">
                <a16:creationId xmlns:a16="http://schemas.microsoft.com/office/drawing/2014/main" id="{27C569F4-4EF4-5FA8-31E4-3225D16D679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8985711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6E9438-41CA-6403-82D1-1491E5F84043}"/>
              </a:ext>
            </a:extLst>
          </p:cNvPr>
          <p:cNvSpPr>
            <a:spLocks noGrp="1"/>
          </p:cNvSpPr>
          <p:nvPr>
            <p:ph type="title"/>
          </p:nvPr>
        </p:nvSpPr>
        <p:spPr/>
        <p:txBody>
          <a:bodyPr/>
          <a:lstStyle>
            <a:lvl1pPr>
              <a:defRPr/>
            </a:lvl1pPr>
          </a:lstStyle>
          <a:p>
            <a:r>
              <a:rPr lang="en-US" dirty="0"/>
              <a:t>Click to edit Master title style</a:t>
            </a:r>
          </a:p>
        </p:txBody>
      </p:sp>
      <p:sp>
        <p:nvSpPr>
          <p:cNvPr id="3" name="Date Placeholder 2">
            <a:extLst>
              <a:ext uri="{FF2B5EF4-FFF2-40B4-BE49-F238E27FC236}">
                <a16:creationId xmlns:a16="http://schemas.microsoft.com/office/drawing/2014/main" id="{175A0CD4-D1FB-574D-50CC-5286DC313358}"/>
              </a:ext>
            </a:extLst>
          </p:cNvPr>
          <p:cNvSpPr>
            <a:spLocks noGrp="1"/>
          </p:cNvSpPr>
          <p:nvPr>
            <p:ph type="dt" sz="half" idx="10"/>
          </p:nvPr>
        </p:nvSpPr>
        <p:spPr/>
        <p:txBody>
          <a:bodyPr/>
          <a:lstStyle/>
          <a:p>
            <a:fld id="{378DC9B1-4CB5-41C5-A686-D276F50CDC18}" type="datetime1">
              <a:rPr lang="en-US" smtClean="0"/>
              <a:t>4/29/2026</a:t>
            </a:fld>
            <a:endParaRPr lang="en-US"/>
          </a:p>
        </p:txBody>
      </p:sp>
      <p:sp>
        <p:nvSpPr>
          <p:cNvPr id="4" name="Footer Placeholder 3">
            <a:extLst>
              <a:ext uri="{FF2B5EF4-FFF2-40B4-BE49-F238E27FC236}">
                <a16:creationId xmlns:a16="http://schemas.microsoft.com/office/drawing/2014/main" id="{417B03AE-E331-6F6E-E95F-EC40F015331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BFA8369F-A487-09AB-5DCF-E9B51B788DE4}"/>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7336707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1_No Titl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4/29/2026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679056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5 Photo Gri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4/29/2026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5" name="Picture Placeholder 11">
            <a:extLst>
              <a:ext uri="{FF2B5EF4-FFF2-40B4-BE49-F238E27FC236}">
                <a16:creationId xmlns:a16="http://schemas.microsoft.com/office/drawing/2014/main" id="{298808EF-F468-45F6-C708-77F14C6F1550}"/>
              </a:ext>
            </a:extLst>
          </p:cNvPr>
          <p:cNvSpPr>
            <a:spLocks noGrp="1"/>
          </p:cNvSpPr>
          <p:nvPr>
            <p:ph type="pic" sz="quarter" idx="13" hasCustomPrompt="1"/>
          </p:nvPr>
        </p:nvSpPr>
        <p:spPr>
          <a:xfrm>
            <a:off x="609601" y="684716"/>
            <a:ext cx="3557016" cy="2194560"/>
          </a:xfrm>
          <a:solidFill>
            <a:schemeClr val="accent3">
              <a:lumMod val="20000"/>
              <a:lumOff val="80000"/>
            </a:schemeClr>
          </a:solidFill>
        </p:spPr>
        <p:txBody>
          <a:bodyPr/>
          <a:lstStyle>
            <a:lvl1pPr>
              <a:defRPr/>
            </a:lvl1pPr>
          </a:lstStyle>
          <a:p>
            <a:r>
              <a:rPr lang="en-US" dirty="0"/>
              <a:t>Click icon to add picture </a:t>
            </a:r>
          </a:p>
        </p:txBody>
      </p:sp>
      <p:sp>
        <p:nvSpPr>
          <p:cNvPr id="6" name="Picture Placeholder 11">
            <a:extLst>
              <a:ext uri="{FF2B5EF4-FFF2-40B4-BE49-F238E27FC236}">
                <a16:creationId xmlns:a16="http://schemas.microsoft.com/office/drawing/2014/main" id="{EC0BDF0C-FD48-AC33-E3CA-AE7B15BA0126}"/>
              </a:ext>
            </a:extLst>
          </p:cNvPr>
          <p:cNvSpPr>
            <a:spLocks noGrp="1"/>
          </p:cNvSpPr>
          <p:nvPr>
            <p:ph type="pic" sz="quarter" idx="14"/>
          </p:nvPr>
        </p:nvSpPr>
        <p:spPr>
          <a:xfrm>
            <a:off x="609601" y="3974212"/>
            <a:ext cx="3557016" cy="2194560"/>
          </a:xfrm>
          <a:solidFill>
            <a:schemeClr val="accent3">
              <a:lumMod val="20000"/>
              <a:lumOff val="80000"/>
            </a:schemeClr>
          </a:solidFill>
        </p:spPr>
        <p:txBody>
          <a:bodyPr/>
          <a:lstStyle/>
          <a:p>
            <a:r>
              <a:rPr lang="en-US"/>
              <a:t>Click icon to add picture</a:t>
            </a:r>
            <a:endParaRPr lang="en-US" dirty="0"/>
          </a:p>
        </p:txBody>
      </p:sp>
      <p:sp>
        <p:nvSpPr>
          <p:cNvPr id="7" name="Text Placeholder 14">
            <a:extLst>
              <a:ext uri="{FF2B5EF4-FFF2-40B4-BE49-F238E27FC236}">
                <a16:creationId xmlns:a16="http://schemas.microsoft.com/office/drawing/2014/main" id="{06B519A9-6A91-278D-09AE-F7901EEDA888}"/>
              </a:ext>
            </a:extLst>
          </p:cNvPr>
          <p:cNvSpPr>
            <a:spLocks noGrp="1"/>
          </p:cNvSpPr>
          <p:nvPr>
            <p:ph type="body" sz="quarter" idx="15" hasCustomPrompt="1"/>
          </p:nvPr>
        </p:nvSpPr>
        <p:spPr>
          <a:xfrm>
            <a:off x="609601" y="3028980"/>
            <a:ext cx="3557016" cy="795528"/>
          </a:xfrm>
          <a:solidFill>
            <a:schemeClr val="accent1"/>
          </a:solidFill>
        </p:spPr>
        <p:txBody>
          <a:bodyPr lIns="91440" tIns="91440" rIns="91440" bIns="91440" anchor="ctr" anchorCtr="0"/>
          <a:lstStyle>
            <a:lvl1pPr marL="0" indent="0">
              <a:spcBef>
                <a:spcPts val="0"/>
              </a:spcBef>
              <a:spcAft>
                <a:spcPts val="600"/>
              </a:spcAft>
              <a:buNone/>
              <a:defRPr sz="1000">
                <a:solidFill>
                  <a:schemeClr val="bg1"/>
                </a:solidFill>
              </a:defRPr>
            </a:lvl1pPr>
          </a:lstStyle>
          <a:p>
            <a:pPr lvl="0"/>
            <a:r>
              <a:rPr lang="en-US" dirty="0"/>
              <a:t>Click to add descriptions</a:t>
            </a:r>
          </a:p>
        </p:txBody>
      </p:sp>
      <p:sp>
        <p:nvSpPr>
          <p:cNvPr id="11" name="Text Placeholder 14">
            <a:extLst>
              <a:ext uri="{FF2B5EF4-FFF2-40B4-BE49-F238E27FC236}">
                <a16:creationId xmlns:a16="http://schemas.microsoft.com/office/drawing/2014/main" id="{912B3DDE-BCB1-D413-CBBB-C27FEF231F6D}"/>
              </a:ext>
            </a:extLst>
          </p:cNvPr>
          <p:cNvSpPr>
            <a:spLocks noGrp="1"/>
          </p:cNvSpPr>
          <p:nvPr>
            <p:ph type="body" sz="quarter" idx="16" hasCustomPrompt="1"/>
          </p:nvPr>
        </p:nvSpPr>
        <p:spPr>
          <a:xfrm>
            <a:off x="4317492" y="684717"/>
            <a:ext cx="3557016" cy="795528"/>
          </a:xfrm>
          <a:solidFill>
            <a:schemeClr val="accent1"/>
          </a:solidFill>
          <a:ln w="12700">
            <a:noFill/>
          </a:ln>
        </p:spPr>
        <p:txBody>
          <a:bodyPr lIns="91440" tIns="91440" rIns="91440" bIns="91440" anchor="ctr" anchorCtr="0"/>
          <a:lstStyle>
            <a:lvl1pPr marL="0" indent="0">
              <a:buNone/>
              <a:defRPr sz="1000">
                <a:solidFill>
                  <a:schemeClr val="bg1"/>
                </a:solidFill>
              </a:defRPr>
            </a:lvl1pPr>
          </a:lstStyle>
          <a:p>
            <a:pPr lvl="0"/>
            <a:r>
              <a:rPr lang="en-US" dirty="0"/>
              <a:t>Click to add descriptions</a:t>
            </a:r>
          </a:p>
        </p:txBody>
      </p:sp>
      <p:sp>
        <p:nvSpPr>
          <p:cNvPr id="12" name="Picture Placeholder 11">
            <a:extLst>
              <a:ext uri="{FF2B5EF4-FFF2-40B4-BE49-F238E27FC236}">
                <a16:creationId xmlns:a16="http://schemas.microsoft.com/office/drawing/2014/main" id="{F60E9786-0594-4D8C-077D-C926CAB21384}"/>
              </a:ext>
            </a:extLst>
          </p:cNvPr>
          <p:cNvSpPr>
            <a:spLocks noGrp="1"/>
          </p:cNvSpPr>
          <p:nvPr>
            <p:ph type="pic" sz="quarter" idx="17"/>
          </p:nvPr>
        </p:nvSpPr>
        <p:spPr>
          <a:xfrm>
            <a:off x="4317492" y="1636776"/>
            <a:ext cx="3557016" cy="4531996"/>
          </a:xfrm>
          <a:solidFill>
            <a:schemeClr val="accent3">
              <a:lumMod val="20000"/>
              <a:lumOff val="80000"/>
            </a:schemeClr>
          </a:solidFill>
        </p:spPr>
        <p:txBody>
          <a:bodyPr/>
          <a:lstStyle/>
          <a:p>
            <a:r>
              <a:rPr lang="en-US" dirty="0"/>
              <a:t>Click icon to add picture</a:t>
            </a:r>
          </a:p>
        </p:txBody>
      </p:sp>
      <p:sp>
        <p:nvSpPr>
          <p:cNvPr id="13" name="Picture Placeholder 11">
            <a:extLst>
              <a:ext uri="{FF2B5EF4-FFF2-40B4-BE49-F238E27FC236}">
                <a16:creationId xmlns:a16="http://schemas.microsoft.com/office/drawing/2014/main" id="{8BDF79DC-9765-4677-47C1-3C328100D0F0}"/>
              </a:ext>
            </a:extLst>
          </p:cNvPr>
          <p:cNvSpPr>
            <a:spLocks noGrp="1"/>
          </p:cNvSpPr>
          <p:nvPr>
            <p:ph type="pic" sz="quarter" idx="18" hasCustomPrompt="1"/>
          </p:nvPr>
        </p:nvSpPr>
        <p:spPr>
          <a:xfrm>
            <a:off x="8025383" y="684716"/>
            <a:ext cx="3557016" cy="2194560"/>
          </a:xfrm>
          <a:solidFill>
            <a:schemeClr val="accent3">
              <a:lumMod val="20000"/>
              <a:lumOff val="80000"/>
            </a:schemeClr>
          </a:solidFill>
        </p:spPr>
        <p:txBody>
          <a:bodyPr/>
          <a:lstStyle>
            <a:lvl1pPr>
              <a:defRPr/>
            </a:lvl1pPr>
          </a:lstStyle>
          <a:p>
            <a:r>
              <a:rPr lang="en-US" dirty="0"/>
              <a:t>Click icon to add picture </a:t>
            </a:r>
          </a:p>
        </p:txBody>
      </p:sp>
      <p:sp>
        <p:nvSpPr>
          <p:cNvPr id="14" name="Picture Placeholder 11">
            <a:extLst>
              <a:ext uri="{FF2B5EF4-FFF2-40B4-BE49-F238E27FC236}">
                <a16:creationId xmlns:a16="http://schemas.microsoft.com/office/drawing/2014/main" id="{0FC878BB-1A7D-7FEF-3D60-21C822BCD3A8}"/>
              </a:ext>
            </a:extLst>
          </p:cNvPr>
          <p:cNvSpPr>
            <a:spLocks noGrp="1"/>
          </p:cNvSpPr>
          <p:nvPr>
            <p:ph type="pic" sz="quarter" idx="19"/>
          </p:nvPr>
        </p:nvSpPr>
        <p:spPr>
          <a:xfrm>
            <a:off x="8025383" y="3974212"/>
            <a:ext cx="3557016" cy="2194560"/>
          </a:xfrm>
          <a:solidFill>
            <a:schemeClr val="accent3">
              <a:lumMod val="20000"/>
              <a:lumOff val="80000"/>
            </a:schemeClr>
          </a:solidFill>
        </p:spPr>
        <p:txBody>
          <a:bodyPr/>
          <a:lstStyle/>
          <a:p>
            <a:r>
              <a:rPr lang="en-US"/>
              <a:t>Click icon to add picture</a:t>
            </a:r>
            <a:endParaRPr lang="en-US" dirty="0"/>
          </a:p>
        </p:txBody>
      </p:sp>
      <p:sp>
        <p:nvSpPr>
          <p:cNvPr id="15" name="Text Placeholder 14">
            <a:extLst>
              <a:ext uri="{FF2B5EF4-FFF2-40B4-BE49-F238E27FC236}">
                <a16:creationId xmlns:a16="http://schemas.microsoft.com/office/drawing/2014/main" id="{D35B3773-1F6A-1001-254C-A43693500F56}"/>
              </a:ext>
            </a:extLst>
          </p:cNvPr>
          <p:cNvSpPr>
            <a:spLocks noGrp="1"/>
          </p:cNvSpPr>
          <p:nvPr>
            <p:ph type="body" sz="quarter" idx="20" hasCustomPrompt="1"/>
          </p:nvPr>
        </p:nvSpPr>
        <p:spPr>
          <a:xfrm>
            <a:off x="8025383" y="3028980"/>
            <a:ext cx="3557016" cy="795528"/>
          </a:xfrm>
          <a:solidFill>
            <a:schemeClr val="accent1"/>
          </a:solidFill>
        </p:spPr>
        <p:txBody>
          <a:bodyPr lIns="91440" tIns="91440" rIns="91440" bIns="91440" anchor="ctr" anchorCtr="0"/>
          <a:lstStyle>
            <a:lvl1pPr marL="0" indent="0">
              <a:buNone/>
              <a:defRPr sz="1000">
                <a:solidFill>
                  <a:schemeClr val="bg1"/>
                </a:solidFill>
              </a:defRPr>
            </a:lvl1pPr>
          </a:lstStyle>
          <a:p>
            <a:pPr lvl="0"/>
            <a:r>
              <a:rPr lang="en-US" dirty="0"/>
              <a:t>Click to add descriptions</a:t>
            </a:r>
          </a:p>
        </p:txBody>
      </p:sp>
    </p:spTree>
    <p:extLst>
      <p:ext uri="{BB962C8B-B14F-4D97-AF65-F5344CB8AC3E}">
        <p14:creationId xmlns:p14="http://schemas.microsoft.com/office/powerpoint/2010/main" val="40668118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5 Photo Grid Alt">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4/29/2026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5" name="Picture Placeholder 11">
            <a:extLst>
              <a:ext uri="{FF2B5EF4-FFF2-40B4-BE49-F238E27FC236}">
                <a16:creationId xmlns:a16="http://schemas.microsoft.com/office/drawing/2014/main" id="{298808EF-F468-45F6-C708-77F14C6F1550}"/>
              </a:ext>
            </a:extLst>
          </p:cNvPr>
          <p:cNvSpPr>
            <a:spLocks noGrp="1"/>
          </p:cNvSpPr>
          <p:nvPr>
            <p:ph type="pic" sz="quarter" idx="13" hasCustomPrompt="1"/>
          </p:nvPr>
        </p:nvSpPr>
        <p:spPr>
          <a:xfrm>
            <a:off x="4317492" y="684716"/>
            <a:ext cx="3557016" cy="2194560"/>
          </a:xfrm>
          <a:solidFill>
            <a:schemeClr val="accent3">
              <a:lumMod val="20000"/>
              <a:lumOff val="80000"/>
            </a:schemeClr>
          </a:solidFill>
        </p:spPr>
        <p:txBody>
          <a:bodyPr/>
          <a:lstStyle>
            <a:lvl1pPr>
              <a:defRPr/>
            </a:lvl1pPr>
          </a:lstStyle>
          <a:p>
            <a:r>
              <a:rPr lang="en-US" dirty="0"/>
              <a:t>Click icon to add picture </a:t>
            </a:r>
          </a:p>
        </p:txBody>
      </p:sp>
      <p:sp>
        <p:nvSpPr>
          <p:cNvPr id="6" name="Picture Placeholder 11">
            <a:extLst>
              <a:ext uri="{FF2B5EF4-FFF2-40B4-BE49-F238E27FC236}">
                <a16:creationId xmlns:a16="http://schemas.microsoft.com/office/drawing/2014/main" id="{EC0BDF0C-FD48-AC33-E3CA-AE7B15BA0126}"/>
              </a:ext>
            </a:extLst>
          </p:cNvPr>
          <p:cNvSpPr>
            <a:spLocks noGrp="1"/>
          </p:cNvSpPr>
          <p:nvPr>
            <p:ph type="pic" sz="quarter" idx="14"/>
          </p:nvPr>
        </p:nvSpPr>
        <p:spPr>
          <a:xfrm>
            <a:off x="4317492" y="3974212"/>
            <a:ext cx="3557016" cy="2194560"/>
          </a:xfrm>
          <a:solidFill>
            <a:schemeClr val="accent3">
              <a:lumMod val="20000"/>
              <a:lumOff val="80000"/>
            </a:schemeClr>
          </a:solidFill>
        </p:spPr>
        <p:txBody>
          <a:bodyPr/>
          <a:lstStyle/>
          <a:p>
            <a:r>
              <a:rPr lang="en-US"/>
              <a:t>Click icon to add picture</a:t>
            </a:r>
            <a:endParaRPr lang="en-US" dirty="0"/>
          </a:p>
        </p:txBody>
      </p:sp>
      <p:sp>
        <p:nvSpPr>
          <p:cNvPr id="7" name="Text Placeholder 14">
            <a:extLst>
              <a:ext uri="{FF2B5EF4-FFF2-40B4-BE49-F238E27FC236}">
                <a16:creationId xmlns:a16="http://schemas.microsoft.com/office/drawing/2014/main" id="{06B519A9-6A91-278D-09AE-F7901EEDA888}"/>
              </a:ext>
            </a:extLst>
          </p:cNvPr>
          <p:cNvSpPr>
            <a:spLocks noGrp="1"/>
          </p:cNvSpPr>
          <p:nvPr>
            <p:ph type="body" sz="quarter" idx="15" hasCustomPrompt="1"/>
          </p:nvPr>
        </p:nvSpPr>
        <p:spPr>
          <a:xfrm>
            <a:off x="4317492" y="3028980"/>
            <a:ext cx="3557016" cy="795528"/>
          </a:xfrm>
          <a:solidFill>
            <a:schemeClr val="accent1"/>
          </a:solidFill>
        </p:spPr>
        <p:txBody>
          <a:bodyPr lIns="91440" tIns="91440" rIns="91440" bIns="91440" anchor="ctr" anchorCtr="0"/>
          <a:lstStyle>
            <a:lvl1pPr marL="0" indent="0">
              <a:spcBef>
                <a:spcPts val="0"/>
              </a:spcBef>
              <a:spcAft>
                <a:spcPts val="600"/>
              </a:spcAft>
              <a:buNone/>
              <a:defRPr sz="1000">
                <a:solidFill>
                  <a:schemeClr val="bg1"/>
                </a:solidFill>
              </a:defRPr>
            </a:lvl1pPr>
          </a:lstStyle>
          <a:p>
            <a:pPr lvl="0"/>
            <a:r>
              <a:rPr lang="en-US" dirty="0"/>
              <a:t>Click to add descriptions</a:t>
            </a:r>
          </a:p>
        </p:txBody>
      </p:sp>
      <p:sp>
        <p:nvSpPr>
          <p:cNvPr id="11" name="Text Placeholder 14">
            <a:extLst>
              <a:ext uri="{FF2B5EF4-FFF2-40B4-BE49-F238E27FC236}">
                <a16:creationId xmlns:a16="http://schemas.microsoft.com/office/drawing/2014/main" id="{912B3DDE-BCB1-D413-CBBB-C27FEF231F6D}"/>
              </a:ext>
            </a:extLst>
          </p:cNvPr>
          <p:cNvSpPr>
            <a:spLocks noGrp="1"/>
          </p:cNvSpPr>
          <p:nvPr>
            <p:ph type="body" sz="quarter" idx="16" hasCustomPrompt="1"/>
          </p:nvPr>
        </p:nvSpPr>
        <p:spPr>
          <a:xfrm>
            <a:off x="612648" y="684717"/>
            <a:ext cx="3557016" cy="795528"/>
          </a:xfrm>
          <a:solidFill>
            <a:schemeClr val="accent1"/>
          </a:solidFill>
          <a:ln w="12700">
            <a:noFill/>
          </a:ln>
        </p:spPr>
        <p:txBody>
          <a:bodyPr lIns="91440" tIns="91440" rIns="91440" bIns="91440" anchor="ctr" anchorCtr="0"/>
          <a:lstStyle>
            <a:lvl1pPr marL="0" indent="0">
              <a:buNone/>
              <a:defRPr sz="1000">
                <a:solidFill>
                  <a:schemeClr val="bg1"/>
                </a:solidFill>
              </a:defRPr>
            </a:lvl1pPr>
          </a:lstStyle>
          <a:p>
            <a:pPr lvl="0"/>
            <a:r>
              <a:rPr lang="en-US" dirty="0"/>
              <a:t>Click to add descriptions</a:t>
            </a:r>
          </a:p>
        </p:txBody>
      </p:sp>
      <p:sp>
        <p:nvSpPr>
          <p:cNvPr id="12" name="Picture Placeholder 11">
            <a:extLst>
              <a:ext uri="{FF2B5EF4-FFF2-40B4-BE49-F238E27FC236}">
                <a16:creationId xmlns:a16="http://schemas.microsoft.com/office/drawing/2014/main" id="{F60E9786-0594-4D8C-077D-C926CAB21384}"/>
              </a:ext>
            </a:extLst>
          </p:cNvPr>
          <p:cNvSpPr>
            <a:spLocks noGrp="1"/>
          </p:cNvSpPr>
          <p:nvPr>
            <p:ph type="pic" sz="quarter" idx="17"/>
          </p:nvPr>
        </p:nvSpPr>
        <p:spPr>
          <a:xfrm>
            <a:off x="612648" y="1636776"/>
            <a:ext cx="3557016" cy="4531996"/>
          </a:xfrm>
          <a:solidFill>
            <a:schemeClr val="accent3">
              <a:lumMod val="20000"/>
              <a:lumOff val="80000"/>
            </a:schemeClr>
          </a:solidFill>
        </p:spPr>
        <p:txBody>
          <a:bodyPr/>
          <a:lstStyle/>
          <a:p>
            <a:r>
              <a:rPr lang="en-US" dirty="0"/>
              <a:t>Click icon to add picture</a:t>
            </a:r>
          </a:p>
        </p:txBody>
      </p:sp>
      <p:sp>
        <p:nvSpPr>
          <p:cNvPr id="13" name="Picture Placeholder 11">
            <a:extLst>
              <a:ext uri="{FF2B5EF4-FFF2-40B4-BE49-F238E27FC236}">
                <a16:creationId xmlns:a16="http://schemas.microsoft.com/office/drawing/2014/main" id="{8BDF79DC-9765-4677-47C1-3C328100D0F0}"/>
              </a:ext>
            </a:extLst>
          </p:cNvPr>
          <p:cNvSpPr>
            <a:spLocks noGrp="1"/>
          </p:cNvSpPr>
          <p:nvPr>
            <p:ph type="pic" sz="quarter" idx="18" hasCustomPrompt="1"/>
          </p:nvPr>
        </p:nvSpPr>
        <p:spPr>
          <a:xfrm>
            <a:off x="8025383" y="684716"/>
            <a:ext cx="3557016" cy="2194560"/>
          </a:xfrm>
          <a:solidFill>
            <a:schemeClr val="accent3">
              <a:lumMod val="20000"/>
              <a:lumOff val="80000"/>
            </a:schemeClr>
          </a:solidFill>
        </p:spPr>
        <p:txBody>
          <a:bodyPr/>
          <a:lstStyle>
            <a:lvl1pPr>
              <a:defRPr/>
            </a:lvl1pPr>
          </a:lstStyle>
          <a:p>
            <a:r>
              <a:rPr lang="en-US" dirty="0"/>
              <a:t>Click icon to add picture </a:t>
            </a:r>
          </a:p>
        </p:txBody>
      </p:sp>
      <p:sp>
        <p:nvSpPr>
          <p:cNvPr id="14" name="Picture Placeholder 11">
            <a:extLst>
              <a:ext uri="{FF2B5EF4-FFF2-40B4-BE49-F238E27FC236}">
                <a16:creationId xmlns:a16="http://schemas.microsoft.com/office/drawing/2014/main" id="{0FC878BB-1A7D-7FEF-3D60-21C822BCD3A8}"/>
              </a:ext>
            </a:extLst>
          </p:cNvPr>
          <p:cNvSpPr>
            <a:spLocks noGrp="1"/>
          </p:cNvSpPr>
          <p:nvPr>
            <p:ph type="pic" sz="quarter" idx="19"/>
          </p:nvPr>
        </p:nvSpPr>
        <p:spPr>
          <a:xfrm>
            <a:off x="8025383" y="3974212"/>
            <a:ext cx="3557016" cy="2194560"/>
          </a:xfrm>
          <a:solidFill>
            <a:schemeClr val="accent3">
              <a:lumMod val="20000"/>
              <a:lumOff val="80000"/>
            </a:schemeClr>
          </a:solidFill>
        </p:spPr>
        <p:txBody>
          <a:bodyPr/>
          <a:lstStyle/>
          <a:p>
            <a:r>
              <a:rPr lang="en-US"/>
              <a:t>Click icon to add picture</a:t>
            </a:r>
            <a:endParaRPr lang="en-US" dirty="0"/>
          </a:p>
        </p:txBody>
      </p:sp>
      <p:sp>
        <p:nvSpPr>
          <p:cNvPr id="15" name="Text Placeholder 14">
            <a:extLst>
              <a:ext uri="{FF2B5EF4-FFF2-40B4-BE49-F238E27FC236}">
                <a16:creationId xmlns:a16="http://schemas.microsoft.com/office/drawing/2014/main" id="{D35B3773-1F6A-1001-254C-A43693500F56}"/>
              </a:ext>
            </a:extLst>
          </p:cNvPr>
          <p:cNvSpPr>
            <a:spLocks noGrp="1"/>
          </p:cNvSpPr>
          <p:nvPr>
            <p:ph type="body" sz="quarter" idx="20" hasCustomPrompt="1"/>
          </p:nvPr>
        </p:nvSpPr>
        <p:spPr>
          <a:xfrm>
            <a:off x="8025383" y="3028980"/>
            <a:ext cx="3557016" cy="795528"/>
          </a:xfrm>
          <a:solidFill>
            <a:schemeClr val="accent1"/>
          </a:solidFill>
        </p:spPr>
        <p:txBody>
          <a:bodyPr lIns="91440" tIns="91440" rIns="91440" bIns="91440" anchor="ctr" anchorCtr="0"/>
          <a:lstStyle>
            <a:lvl1pPr marL="0" indent="0">
              <a:buNone/>
              <a:defRPr sz="1000">
                <a:solidFill>
                  <a:schemeClr val="bg1"/>
                </a:solidFill>
              </a:defRPr>
            </a:lvl1pPr>
          </a:lstStyle>
          <a:p>
            <a:pPr lvl="0"/>
            <a:r>
              <a:rPr lang="en-US" dirty="0"/>
              <a:t>Click to add descriptions</a:t>
            </a:r>
          </a:p>
        </p:txBody>
      </p:sp>
    </p:spTree>
    <p:extLst>
      <p:ext uri="{BB962C8B-B14F-4D97-AF65-F5344CB8AC3E}">
        <p14:creationId xmlns:p14="http://schemas.microsoft.com/office/powerpoint/2010/main" val="110134261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3 Photo Gri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4/29/2026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5" name="Picture Placeholder 11">
            <a:extLst>
              <a:ext uri="{FF2B5EF4-FFF2-40B4-BE49-F238E27FC236}">
                <a16:creationId xmlns:a16="http://schemas.microsoft.com/office/drawing/2014/main" id="{298808EF-F468-45F6-C708-77F14C6F1550}"/>
              </a:ext>
            </a:extLst>
          </p:cNvPr>
          <p:cNvSpPr>
            <a:spLocks noGrp="1"/>
          </p:cNvSpPr>
          <p:nvPr>
            <p:ph type="pic" sz="quarter" idx="13" hasCustomPrompt="1"/>
          </p:nvPr>
        </p:nvSpPr>
        <p:spPr>
          <a:xfrm>
            <a:off x="609599" y="684716"/>
            <a:ext cx="7269480" cy="4882896"/>
          </a:xfrm>
          <a:solidFill>
            <a:schemeClr val="accent3">
              <a:lumMod val="20000"/>
              <a:lumOff val="80000"/>
            </a:schemeClr>
          </a:solidFill>
        </p:spPr>
        <p:txBody>
          <a:bodyPr/>
          <a:lstStyle>
            <a:lvl1pPr>
              <a:defRPr/>
            </a:lvl1pPr>
          </a:lstStyle>
          <a:p>
            <a:r>
              <a:rPr lang="en-US" dirty="0"/>
              <a:t>Click icon to add picture </a:t>
            </a:r>
          </a:p>
        </p:txBody>
      </p:sp>
      <p:sp>
        <p:nvSpPr>
          <p:cNvPr id="7" name="Text Placeholder 14">
            <a:extLst>
              <a:ext uri="{FF2B5EF4-FFF2-40B4-BE49-F238E27FC236}">
                <a16:creationId xmlns:a16="http://schemas.microsoft.com/office/drawing/2014/main" id="{06B519A9-6A91-278D-09AE-F7901EEDA888}"/>
              </a:ext>
            </a:extLst>
          </p:cNvPr>
          <p:cNvSpPr>
            <a:spLocks noGrp="1"/>
          </p:cNvSpPr>
          <p:nvPr>
            <p:ph type="body" sz="quarter" idx="15" hasCustomPrompt="1"/>
          </p:nvPr>
        </p:nvSpPr>
        <p:spPr>
          <a:xfrm>
            <a:off x="609599" y="5711572"/>
            <a:ext cx="7269480" cy="457200"/>
          </a:xfrm>
          <a:solidFill>
            <a:schemeClr val="accent1"/>
          </a:solidFill>
        </p:spPr>
        <p:txBody>
          <a:bodyPr lIns="91440" tIns="91440" rIns="91440" bIns="91440" anchor="ctr" anchorCtr="0"/>
          <a:lstStyle>
            <a:lvl1pPr marL="0" indent="0">
              <a:spcBef>
                <a:spcPts val="0"/>
              </a:spcBef>
              <a:spcAft>
                <a:spcPts val="600"/>
              </a:spcAft>
              <a:buNone/>
              <a:defRPr sz="1000">
                <a:solidFill>
                  <a:schemeClr val="bg1"/>
                </a:solidFill>
              </a:defRPr>
            </a:lvl1pPr>
          </a:lstStyle>
          <a:p>
            <a:pPr lvl="0"/>
            <a:r>
              <a:rPr lang="en-US" dirty="0"/>
              <a:t>Click to add descriptions</a:t>
            </a:r>
          </a:p>
        </p:txBody>
      </p:sp>
      <p:sp>
        <p:nvSpPr>
          <p:cNvPr id="13" name="Picture Placeholder 11">
            <a:extLst>
              <a:ext uri="{FF2B5EF4-FFF2-40B4-BE49-F238E27FC236}">
                <a16:creationId xmlns:a16="http://schemas.microsoft.com/office/drawing/2014/main" id="{8BDF79DC-9765-4677-47C1-3C328100D0F0}"/>
              </a:ext>
            </a:extLst>
          </p:cNvPr>
          <p:cNvSpPr>
            <a:spLocks noGrp="1"/>
          </p:cNvSpPr>
          <p:nvPr>
            <p:ph type="pic" sz="quarter" idx="18"/>
          </p:nvPr>
        </p:nvSpPr>
        <p:spPr>
          <a:xfrm>
            <a:off x="8025383" y="684716"/>
            <a:ext cx="3557016" cy="2194560"/>
          </a:xfrm>
          <a:solidFill>
            <a:schemeClr val="accent3">
              <a:lumMod val="20000"/>
              <a:lumOff val="80000"/>
            </a:schemeClr>
          </a:solidFill>
        </p:spPr>
        <p:txBody>
          <a:bodyPr/>
          <a:lstStyle>
            <a:lvl1pPr marL="0" indent="0">
              <a:buNone/>
              <a:defRPr/>
            </a:lvl1pPr>
          </a:lstStyle>
          <a:p>
            <a:r>
              <a:rPr lang="en-US" dirty="0"/>
              <a:t>Click icon to add picture</a:t>
            </a:r>
          </a:p>
        </p:txBody>
      </p:sp>
      <p:sp>
        <p:nvSpPr>
          <p:cNvPr id="14" name="Picture Placeholder 11">
            <a:extLst>
              <a:ext uri="{FF2B5EF4-FFF2-40B4-BE49-F238E27FC236}">
                <a16:creationId xmlns:a16="http://schemas.microsoft.com/office/drawing/2014/main" id="{0FC878BB-1A7D-7FEF-3D60-21C822BCD3A8}"/>
              </a:ext>
            </a:extLst>
          </p:cNvPr>
          <p:cNvSpPr>
            <a:spLocks noGrp="1"/>
          </p:cNvSpPr>
          <p:nvPr>
            <p:ph type="pic" sz="quarter" idx="19"/>
          </p:nvPr>
        </p:nvSpPr>
        <p:spPr>
          <a:xfrm>
            <a:off x="8025383" y="3974212"/>
            <a:ext cx="3557016" cy="2194560"/>
          </a:xfrm>
          <a:solidFill>
            <a:schemeClr val="accent3">
              <a:lumMod val="20000"/>
              <a:lumOff val="80000"/>
            </a:schemeClr>
          </a:solidFill>
        </p:spPr>
        <p:txBody>
          <a:bodyPr/>
          <a:lstStyle/>
          <a:p>
            <a:r>
              <a:rPr lang="en-US"/>
              <a:t>Click icon to add picture</a:t>
            </a:r>
            <a:endParaRPr lang="en-US" dirty="0"/>
          </a:p>
        </p:txBody>
      </p:sp>
      <p:sp>
        <p:nvSpPr>
          <p:cNvPr id="15" name="Text Placeholder 14">
            <a:extLst>
              <a:ext uri="{FF2B5EF4-FFF2-40B4-BE49-F238E27FC236}">
                <a16:creationId xmlns:a16="http://schemas.microsoft.com/office/drawing/2014/main" id="{D35B3773-1F6A-1001-254C-A43693500F56}"/>
              </a:ext>
            </a:extLst>
          </p:cNvPr>
          <p:cNvSpPr>
            <a:spLocks noGrp="1"/>
          </p:cNvSpPr>
          <p:nvPr>
            <p:ph type="body" sz="quarter" idx="20" hasCustomPrompt="1"/>
          </p:nvPr>
        </p:nvSpPr>
        <p:spPr>
          <a:xfrm>
            <a:off x="8025383" y="3028980"/>
            <a:ext cx="3557016" cy="795528"/>
          </a:xfrm>
          <a:solidFill>
            <a:schemeClr val="accent1"/>
          </a:solidFill>
        </p:spPr>
        <p:txBody>
          <a:bodyPr lIns="91440" tIns="91440" rIns="91440" bIns="91440" anchor="ctr" anchorCtr="0"/>
          <a:lstStyle>
            <a:lvl1pPr marL="0" indent="0">
              <a:buNone/>
              <a:defRPr sz="1000">
                <a:solidFill>
                  <a:schemeClr val="bg1"/>
                </a:solidFill>
              </a:defRPr>
            </a:lvl1pPr>
          </a:lstStyle>
          <a:p>
            <a:pPr lvl="0"/>
            <a:r>
              <a:rPr lang="en-US" dirty="0"/>
              <a:t>Click to add descriptions</a:t>
            </a:r>
          </a:p>
        </p:txBody>
      </p:sp>
    </p:spTree>
    <p:extLst>
      <p:ext uri="{BB962C8B-B14F-4D97-AF65-F5344CB8AC3E}">
        <p14:creationId xmlns:p14="http://schemas.microsoft.com/office/powerpoint/2010/main" val="19227364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Column_Call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79927C-F1F5-7ABC-F6F5-5070F3210486}"/>
              </a:ext>
            </a:extLst>
          </p:cNvPr>
          <p:cNvSpPr>
            <a:spLocks noGrp="1"/>
          </p:cNvSpPr>
          <p:nvPr>
            <p:ph type="title"/>
          </p:nvPr>
        </p:nvSpPr>
        <p:spPr>
          <a:xfrm>
            <a:off x="612647" y="365760"/>
            <a:ext cx="10972800" cy="804672"/>
          </a:xfrm>
        </p:spPr>
        <p:txBody>
          <a:bodyPr anchor="ctr" anchorCtr="0"/>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832EF38-B78D-EF0B-BAB1-A522624540B4}"/>
              </a:ext>
            </a:extLst>
          </p:cNvPr>
          <p:cNvSpPr>
            <a:spLocks noGrp="1"/>
          </p:cNvSpPr>
          <p:nvPr>
            <p:ph idx="1"/>
          </p:nvPr>
        </p:nvSpPr>
        <p:spPr>
          <a:xfrm>
            <a:off x="5183188" y="1600199"/>
            <a:ext cx="6396164" cy="4581525"/>
          </a:xfrm>
        </p:spPr>
        <p:txBody>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a:extLst>
              <a:ext uri="{FF2B5EF4-FFF2-40B4-BE49-F238E27FC236}">
                <a16:creationId xmlns:a16="http://schemas.microsoft.com/office/drawing/2014/main" id="{F6BA7B6C-A8C6-6B61-6186-FE835A3BD140}"/>
              </a:ext>
            </a:extLst>
          </p:cNvPr>
          <p:cNvSpPr>
            <a:spLocks noGrp="1"/>
          </p:cNvSpPr>
          <p:nvPr>
            <p:ph type="body" sz="half" idx="2"/>
          </p:nvPr>
        </p:nvSpPr>
        <p:spPr>
          <a:xfrm>
            <a:off x="612648" y="1600200"/>
            <a:ext cx="3932237" cy="458152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AD360848-5EFC-5E33-E34E-D76B5AD82005}"/>
              </a:ext>
            </a:extLst>
          </p:cNvPr>
          <p:cNvSpPr>
            <a:spLocks noGrp="1"/>
          </p:cNvSpPr>
          <p:nvPr>
            <p:ph type="dt" sz="half" idx="10"/>
          </p:nvPr>
        </p:nvSpPr>
        <p:spPr/>
        <p:txBody>
          <a:bodyPr/>
          <a:lstStyle/>
          <a:p>
            <a:fld id="{DF4DDD80-E100-4250-B254-F604B2CEB146}" type="datetime1">
              <a:rPr lang="en-US" smtClean="0"/>
              <a:t>4/29/2026</a:t>
            </a:fld>
            <a:endParaRPr lang="en-US"/>
          </a:p>
        </p:txBody>
      </p:sp>
      <p:sp>
        <p:nvSpPr>
          <p:cNvPr id="6" name="Footer Placeholder 5">
            <a:extLst>
              <a:ext uri="{FF2B5EF4-FFF2-40B4-BE49-F238E27FC236}">
                <a16:creationId xmlns:a16="http://schemas.microsoft.com/office/drawing/2014/main" id="{A28654C0-1751-9657-08BC-9B9F17639466}"/>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7" name="Slide Number Placeholder 6">
            <a:extLst>
              <a:ext uri="{FF2B5EF4-FFF2-40B4-BE49-F238E27FC236}">
                <a16:creationId xmlns:a16="http://schemas.microsoft.com/office/drawing/2014/main" id="{762FACB1-383F-C084-FE92-6891E03C07F7}"/>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9" name="Text Placeholder 8">
            <a:extLst>
              <a:ext uri="{FF2B5EF4-FFF2-40B4-BE49-F238E27FC236}">
                <a16:creationId xmlns:a16="http://schemas.microsoft.com/office/drawing/2014/main" id="{C27C40EB-EAD3-897A-F9ED-4B916829B69E}"/>
              </a:ext>
            </a:extLst>
          </p:cNvPr>
          <p:cNvSpPr>
            <a:spLocks noGrp="1"/>
          </p:cNvSpPr>
          <p:nvPr>
            <p:ph type="body" sz="quarter" idx="13" hasCustomPrompt="1"/>
          </p:nvPr>
        </p:nvSpPr>
        <p:spPr>
          <a:xfrm>
            <a:off x="612648" y="1234440"/>
            <a:ext cx="3932237" cy="301752"/>
          </a:xfrm>
        </p:spPr>
        <p:txBody>
          <a:bodyPr/>
          <a:lstStyle>
            <a:lvl1pPr marL="0" indent="0">
              <a:buNone/>
              <a:defRPr sz="2000">
                <a:solidFill>
                  <a:schemeClr val="accent3"/>
                </a:solidFill>
              </a:defRPr>
            </a:lvl1pPr>
          </a:lstStyle>
          <a:p>
            <a:pPr lvl="0"/>
            <a:r>
              <a:rPr lang="en-US" dirty="0" err="1"/>
              <a:t>SubTitle</a:t>
            </a:r>
            <a:endParaRPr lang="en-US" dirty="0"/>
          </a:p>
        </p:txBody>
      </p:sp>
    </p:spTree>
    <p:extLst>
      <p:ext uri="{BB962C8B-B14F-4D97-AF65-F5344CB8AC3E}">
        <p14:creationId xmlns:p14="http://schemas.microsoft.com/office/powerpoint/2010/main" val="16020531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1 Column/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88AF39-4147-F506-9D05-7F5788B14D20}"/>
              </a:ext>
            </a:extLst>
          </p:cNvPr>
          <p:cNvSpPr>
            <a:spLocks noGrp="1"/>
          </p:cNvSpPr>
          <p:nvPr>
            <p:ph type="title"/>
          </p:nvPr>
        </p:nvSpPr>
        <p:spPr>
          <a:xfrm>
            <a:off x="609600" y="457200"/>
            <a:ext cx="3932237" cy="860323"/>
          </a:xfrm>
        </p:spPr>
        <p:txBody>
          <a:bodyPr anchor="ctr" anchorCtr="0"/>
          <a:lstStyle>
            <a:lvl1pPr>
              <a:defRPr sz="3200"/>
            </a:lvl1pPr>
          </a:lstStyle>
          <a:p>
            <a:r>
              <a:rPr lang="en-US" dirty="0"/>
              <a:t>Click to edit Master title style</a:t>
            </a:r>
          </a:p>
        </p:txBody>
      </p:sp>
      <p:sp>
        <p:nvSpPr>
          <p:cNvPr id="3" name="Picture Placeholder 2">
            <a:extLst>
              <a:ext uri="{FF2B5EF4-FFF2-40B4-BE49-F238E27FC236}">
                <a16:creationId xmlns:a16="http://schemas.microsoft.com/office/drawing/2014/main" id="{CE06B7BB-CEFE-9049-F1F2-DE882FC24EAD}"/>
              </a:ext>
            </a:extLst>
          </p:cNvPr>
          <p:cNvSpPr>
            <a:spLocks noGrp="1"/>
          </p:cNvSpPr>
          <p:nvPr>
            <p:ph type="pic" idx="1"/>
          </p:nvPr>
        </p:nvSpPr>
        <p:spPr>
          <a:xfrm>
            <a:off x="5024284" y="457200"/>
            <a:ext cx="6556528" cy="5717457"/>
          </a:xfrm>
          <a:solidFill>
            <a:schemeClr val="accent3">
              <a:lumMod val="20000"/>
              <a:lumOff val="80000"/>
            </a:schemeClr>
          </a:solid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a:extLst>
              <a:ext uri="{FF2B5EF4-FFF2-40B4-BE49-F238E27FC236}">
                <a16:creationId xmlns:a16="http://schemas.microsoft.com/office/drawing/2014/main" id="{09D0B73B-F72E-3091-2968-17B476AC619D}"/>
              </a:ext>
            </a:extLst>
          </p:cNvPr>
          <p:cNvSpPr>
            <a:spLocks noGrp="1"/>
          </p:cNvSpPr>
          <p:nvPr>
            <p:ph type="body" sz="half" idx="2"/>
          </p:nvPr>
        </p:nvSpPr>
        <p:spPr>
          <a:xfrm>
            <a:off x="609600" y="2057399"/>
            <a:ext cx="3932237" cy="4117257"/>
          </a:xfrm>
        </p:spPr>
        <p:txBody>
          <a:bodyPr/>
          <a:lstStyle>
            <a:lvl1pPr marL="285750" indent="-285750">
              <a:buClr>
                <a:schemeClr val="tx2"/>
              </a:buClr>
              <a:buFont typeface="Arial" panose="020B0604020202020204" pitchFamily="34" charset="0"/>
              <a:buChar char="–"/>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4B8197F5-1C1C-3FA2-EFA1-793B6934A481}"/>
              </a:ext>
            </a:extLst>
          </p:cNvPr>
          <p:cNvSpPr>
            <a:spLocks noGrp="1"/>
          </p:cNvSpPr>
          <p:nvPr>
            <p:ph type="dt" sz="half" idx="10"/>
          </p:nvPr>
        </p:nvSpPr>
        <p:spPr/>
        <p:txBody>
          <a:bodyPr/>
          <a:lstStyle/>
          <a:p>
            <a:fld id="{DFA529EB-661E-4B4E-BD9B-001E9D5DCD5D}" type="datetime1">
              <a:rPr lang="en-US" smtClean="0"/>
              <a:t>4/29/2026</a:t>
            </a:fld>
            <a:endParaRPr lang="en-US"/>
          </a:p>
        </p:txBody>
      </p:sp>
      <p:sp>
        <p:nvSpPr>
          <p:cNvPr id="6" name="Footer Placeholder 5">
            <a:extLst>
              <a:ext uri="{FF2B5EF4-FFF2-40B4-BE49-F238E27FC236}">
                <a16:creationId xmlns:a16="http://schemas.microsoft.com/office/drawing/2014/main" id="{C7FB2BA9-66B6-CB52-4E90-6C35F9D8747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7" name="Slide Number Placeholder 6">
            <a:extLst>
              <a:ext uri="{FF2B5EF4-FFF2-40B4-BE49-F238E27FC236}">
                <a16:creationId xmlns:a16="http://schemas.microsoft.com/office/drawing/2014/main" id="{6C2EBFB1-5DA3-3291-A328-6F43C4FAD287}"/>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8" name="Text Placeholder 8">
            <a:extLst>
              <a:ext uri="{FF2B5EF4-FFF2-40B4-BE49-F238E27FC236}">
                <a16:creationId xmlns:a16="http://schemas.microsoft.com/office/drawing/2014/main" id="{40B17CFA-C3B5-27F8-FB71-E891F95312CD}"/>
              </a:ext>
            </a:extLst>
          </p:cNvPr>
          <p:cNvSpPr>
            <a:spLocks noGrp="1"/>
          </p:cNvSpPr>
          <p:nvPr>
            <p:ph type="body" sz="quarter" idx="13" hasCustomPrompt="1"/>
          </p:nvPr>
        </p:nvSpPr>
        <p:spPr>
          <a:xfrm>
            <a:off x="612648" y="1536585"/>
            <a:ext cx="3932237" cy="301752"/>
          </a:xfrm>
        </p:spPr>
        <p:txBody>
          <a:bodyPr/>
          <a:lstStyle>
            <a:lvl1pPr marL="0" indent="0">
              <a:buNone/>
              <a:defRPr sz="2000">
                <a:solidFill>
                  <a:schemeClr val="accent3"/>
                </a:solidFill>
              </a:defRPr>
            </a:lvl1pPr>
          </a:lstStyle>
          <a:p>
            <a:pPr lvl="0"/>
            <a:r>
              <a:rPr lang="en-US" dirty="0" err="1"/>
              <a:t>SubTitle</a:t>
            </a:r>
            <a:endParaRPr lang="en-US" dirty="0"/>
          </a:p>
        </p:txBody>
      </p:sp>
    </p:spTree>
    <p:extLst>
      <p:ext uri="{BB962C8B-B14F-4D97-AF65-F5344CB8AC3E}">
        <p14:creationId xmlns:p14="http://schemas.microsoft.com/office/powerpoint/2010/main" val="172546846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 preserve="1">
  <p:cSld name="1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p:nvPr>
        </p:nvSpPr>
        <p:spPr>
          <a:xfrm>
            <a:off x="609600" y="1933574"/>
            <a:ext cx="10972800" cy="1838325"/>
          </a:xfrm>
        </p:spPr>
        <p:txBody>
          <a:bodyPr lIns="0" tIns="0" rIns="0" bIns="0" anchor="ctr" anchorCtr="0">
            <a:noAutofit/>
          </a:bodyPr>
          <a:lstStyle>
            <a:lvl1pPr algn="ctr">
              <a:defRPr sz="4000">
                <a:solidFill>
                  <a:schemeClr val="bg1"/>
                </a:solidFill>
              </a:defRPr>
            </a:lvl1pPr>
          </a:lstStyle>
          <a:p>
            <a:r>
              <a:rPr lang="en-US" dirty="0"/>
              <a:t>Click to edit Master title style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p:nvPr>
        </p:nvSpPr>
        <p:spPr>
          <a:xfrm>
            <a:off x="609600" y="3914774"/>
            <a:ext cx="10972800" cy="1343025"/>
          </a:xfrm>
        </p:spPr>
        <p:txBody>
          <a:bodyPr lIns="0" tIns="0" rIns="0" bIns="0" anchor="t" anchorCtr="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p:txBody>
          <a:bodyPr/>
          <a:lstStyle>
            <a:lvl1pPr>
              <a:defRPr>
                <a:solidFill>
                  <a:schemeClr val="bg1"/>
                </a:solidFill>
              </a:defRPr>
            </a:lvl1pPr>
          </a:lstStyle>
          <a:p>
            <a:fld id="{1196A179-E1F3-41DF-A32E-5D20EBA957C1}" type="datetime1">
              <a:rPr lang="en-US" smtClean="0"/>
              <a:t>4/29/2026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p:txBody>
          <a:bodyPr/>
          <a:lstStyle>
            <a:lvl1pPr>
              <a:defRPr>
                <a:solidFill>
                  <a:schemeClr val="bg1"/>
                </a:solidFill>
              </a:defRPr>
            </a:lvl1pPr>
          </a:lstStyle>
          <a:p>
            <a:fld id="{F8F6B9CD-BE6B-498B-93B3-0FAD7ADE75E3}" type="slidenum">
              <a:rPr lang="en-US" smtClean="0"/>
              <a:pPr/>
              <a:t>‹#›</a:t>
            </a:fld>
            <a:endParaRPr lang="en-US"/>
          </a:p>
        </p:txBody>
      </p:sp>
      <p:pic>
        <p:nvPicPr>
          <p:cNvPr id="8" name="Picture 7" descr="A black and white logo&#10;&#10;AI-generated content may be incorrect.">
            <a:extLst>
              <a:ext uri="{FF2B5EF4-FFF2-40B4-BE49-F238E27FC236}">
                <a16:creationId xmlns:a16="http://schemas.microsoft.com/office/drawing/2014/main" id="{CCFF5D25-23DB-D676-8EDB-7BE6225A8154}"/>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09600" y="569210"/>
            <a:ext cx="2200279" cy="792101"/>
          </a:xfrm>
          <a:prstGeom prst="rect">
            <a:avLst/>
          </a:prstGeom>
        </p:spPr>
      </p:pic>
    </p:spTree>
    <p:extLst>
      <p:ext uri="{BB962C8B-B14F-4D97-AF65-F5344CB8AC3E}">
        <p14:creationId xmlns:p14="http://schemas.microsoft.com/office/powerpoint/2010/main" val="286571789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name="1_Section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hasCustomPrompt="1"/>
          </p:nvPr>
        </p:nvSpPr>
        <p:spPr>
          <a:xfrm>
            <a:off x="612647" y="1933574"/>
            <a:ext cx="10974471" cy="1838325"/>
          </a:xfrm>
        </p:spPr>
        <p:txBody>
          <a:bodyPr lIns="0" tIns="0" rIns="0" bIns="0" anchor="ctr" anchorCtr="0">
            <a:noAutofit/>
          </a:bodyPr>
          <a:lstStyle>
            <a:lvl1pPr algn="ctr">
              <a:defRPr sz="3200">
                <a:solidFill>
                  <a:schemeClr val="bg1"/>
                </a:solidFill>
              </a:defRPr>
            </a:lvl1pPr>
          </a:lstStyle>
          <a:p>
            <a:r>
              <a:rPr lang="en-US" dirty="0"/>
              <a:t>Click to edit Section title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hasCustomPrompt="1"/>
          </p:nvPr>
        </p:nvSpPr>
        <p:spPr>
          <a:xfrm>
            <a:off x="612647" y="3914774"/>
            <a:ext cx="10974471" cy="1343025"/>
          </a:xfrm>
        </p:spPr>
        <p:txBody>
          <a:bodyPr lIns="0" tIns="0" rIns="0" bIns="0" anchor="t" anchorCtr="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Section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a:xfrm>
            <a:off x="1069848" y="6469630"/>
            <a:ext cx="914400" cy="251845"/>
          </a:xfrm>
        </p:spPr>
        <p:txBody>
          <a:bodyPr/>
          <a:lstStyle>
            <a:lvl1pPr>
              <a:defRPr>
                <a:solidFill>
                  <a:schemeClr val="bg1"/>
                </a:solidFill>
              </a:defRPr>
            </a:lvl1pPr>
          </a:lstStyle>
          <a:p>
            <a:fld id="{E38D72AB-68EE-4555-9EDB-3844E58A10EA}" type="datetime1">
              <a:rPr lang="en-US" smtClean="0"/>
              <a:t>4/29/2026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a:xfrm>
            <a:off x="11301984" y="6469630"/>
            <a:ext cx="285135" cy="251845"/>
          </a:xfrm>
        </p:spPr>
        <p:txBody>
          <a:bodyPr/>
          <a:lstStyle>
            <a:lvl1pPr>
              <a:defRPr>
                <a:solidFill>
                  <a:schemeClr val="bg1"/>
                </a:solidFill>
              </a:defRPr>
            </a:lvl1pPr>
          </a:lstStyle>
          <a:p>
            <a:fld id="{F8F6B9CD-BE6B-498B-93B3-0FAD7ADE75E3}" type="slidenum">
              <a:rPr lang="en-US" smtClean="0"/>
              <a:pPr/>
              <a:t>‹#›</a:t>
            </a:fld>
            <a:endParaRPr lang="en-US"/>
          </a:p>
        </p:txBody>
      </p:sp>
      <p:pic>
        <p:nvPicPr>
          <p:cNvPr id="7" name="Picture 6">
            <a:extLst>
              <a:ext uri="{FF2B5EF4-FFF2-40B4-BE49-F238E27FC236}">
                <a16:creationId xmlns:a16="http://schemas.microsoft.com/office/drawing/2014/main" id="{E309D806-2D72-58D7-14B9-4B0B382BA54D}"/>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612649" y="6473825"/>
            <a:ext cx="285748" cy="247649"/>
          </a:xfrm>
          <a:prstGeom prst="rect">
            <a:avLst/>
          </a:prstGeom>
        </p:spPr>
      </p:pic>
    </p:spTree>
    <p:extLst>
      <p:ext uri="{BB962C8B-B14F-4D97-AF65-F5344CB8AC3E}">
        <p14:creationId xmlns:p14="http://schemas.microsoft.com/office/powerpoint/2010/main" val="329884867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reserve="1">
  <p:cSld name="3_Section Slide _ No Waterm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hasCustomPrompt="1"/>
          </p:nvPr>
        </p:nvSpPr>
        <p:spPr>
          <a:xfrm>
            <a:off x="612647" y="1933574"/>
            <a:ext cx="10974471" cy="1838325"/>
          </a:xfrm>
        </p:spPr>
        <p:txBody>
          <a:bodyPr lIns="0" tIns="0" rIns="0" bIns="0" anchor="ctr" anchorCtr="0">
            <a:noAutofit/>
          </a:bodyPr>
          <a:lstStyle>
            <a:lvl1pPr algn="ctr">
              <a:defRPr sz="3200">
                <a:solidFill>
                  <a:schemeClr val="bg1"/>
                </a:solidFill>
              </a:defRPr>
            </a:lvl1pPr>
          </a:lstStyle>
          <a:p>
            <a:r>
              <a:rPr lang="en-US" dirty="0"/>
              <a:t>Click to edit Section title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hasCustomPrompt="1"/>
          </p:nvPr>
        </p:nvSpPr>
        <p:spPr>
          <a:xfrm>
            <a:off x="612647" y="3914774"/>
            <a:ext cx="10974471" cy="1343025"/>
          </a:xfrm>
        </p:spPr>
        <p:txBody>
          <a:bodyPr lIns="0" tIns="0" rIns="0" bIns="0" anchor="t" anchorCtr="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Section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a:xfrm>
            <a:off x="1069848" y="6469630"/>
            <a:ext cx="914400" cy="251845"/>
          </a:xfrm>
        </p:spPr>
        <p:txBody>
          <a:bodyPr/>
          <a:lstStyle>
            <a:lvl1pPr>
              <a:defRPr>
                <a:solidFill>
                  <a:schemeClr val="bg1"/>
                </a:solidFill>
              </a:defRPr>
            </a:lvl1pPr>
          </a:lstStyle>
          <a:p>
            <a:fld id="{E38D72AB-68EE-4555-9EDB-3844E58A10EA}" type="datetime1">
              <a:rPr lang="en-US" smtClean="0"/>
              <a:t>4/29/2026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a:xfrm>
            <a:off x="11301984" y="6469630"/>
            <a:ext cx="285135" cy="251845"/>
          </a:xfrm>
        </p:spPr>
        <p:txBody>
          <a:bodyPr/>
          <a:lstStyle>
            <a:lvl1pPr>
              <a:defRPr>
                <a:solidFill>
                  <a:schemeClr val="bg1"/>
                </a:solidFill>
              </a:defRPr>
            </a:lvl1pPr>
          </a:lstStyle>
          <a:p>
            <a:fld id="{F8F6B9CD-BE6B-498B-93B3-0FAD7ADE75E3}" type="slidenum">
              <a:rPr lang="en-US" smtClean="0"/>
              <a:pPr/>
              <a:t>‹#›</a:t>
            </a:fld>
            <a:endParaRPr lang="en-US"/>
          </a:p>
        </p:txBody>
      </p:sp>
      <p:pic>
        <p:nvPicPr>
          <p:cNvPr id="7" name="Picture 6">
            <a:extLst>
              <a:ext uri="{FF2B5EF4-FFF2-40B4-BE49-F238E27FC236}">
                <a16:creationId xmlns:a16="http://schemas.microsoft.com/office/drawing/2014/main" id="{E309D806-2D72-58D7-14B9-4B0B382BA54D}"/>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612649" y="6473825"/>
            <a:ext cx="285748" cy="247649"/>
          </a:xfrm>
          <a:prstGeom prst="rect">
            <a:avLst/>
          </a:prstGeom>
        </p:spPr>
      </p:pic>
    </p:spTree>
    <p:extLst>
      <p:ext uri="{BB962C8B-B14F-4D97-AF65-F5344CB8AC3E}">
        <p14:creationId xmlns:p14="http://schemas.microsoft.com/office/powerpoint/2010/main" val="19504621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4_Blue Background ">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DD12D8-747A-7760-86BD-9635F1E8F87E}"/>
              </a:ext>
            </a:extLst>
          </p:cNvPr>
          <p:cNvSpPr>
            <a:spLocks noGrp="1"/>
          </p:cNvSpPr>
          <p:nvPr>
            <p:ph type="title"/>
          </p:nvPr>
        </p:nvSpPr>
        <p:spPr/>
        <p:txBody>
          <a:bodyPr/>
          <a:lstStyle>
            <a:lvl1pPr>
              <a:defRPr>
                <a:solidFill>
                  <a:schemeClr val="bg1"/>
                </a:solidFill>
              </a:defRPr>
            </a:lvl1pPr>
          </a:lstStyle>
          <a:p>
            <a:r>
              <a:rPr lang="en-US" dirty="0"/>
              <a:t>Click to edit Master title style</a:t>
            </a:r>
          </a:p>
        </p:txBody>
      </p:sp>
      <p:sp>
        <p:nvSpPr>
          <p:cNvPr id="3" name="Date Placeholder 2">
            <a:extLst>
              <a:ext uri="{FF2B5EF4-FFF2-40B4-BE49-F238E27FC236}">
                <a16:creationId xmlns:a16="http://schemas.microsoft.com/office/drawing/2014/main" id="{4747F2BB-C62B-86F8-F167-8B8900B3C2C2}"/>
              </a:ext>
            </a:extLst>
          </p:cNvPr>
          <p:cNvSpPr>
            <a:spLocks noGrp="1"/>
          </p:cNvSpPr>
          <p:nvPr>
            <p:ph type="dt" sz="half" idx="10"/>
          </p:nvPr>
        </p:nvSpPr>
        <p:spPr>
          <a:xfrm>
            <a:off x="1078992" y="6469630"/>
            <a:ext cx="914400" cy="251845"/>
          </a:xfrm>
        </p:spPr>
        <p:txBody>
          <a:bodyPr/>
          <a:lstStyle>
            <a:lvl1pPr>
              <a:defRPr>
                <a:solidFill>
                  <a:schemeClr val="bg1"/>
                </a:solidFill>
              </a:defRPr>
            </a:lvl1pPr>
          </a:lstStyle>
          <a:p>
            <a:fld id="{53267548-35E6-4544-9584-3D38A8B3D92B}" type="datetime1">
              <a:rPr lang="en-US" smtClean="0"/>
              <a:pPr/>
              <a:t>4/29/2026</a:t>
            </a:fld>
            <a:endParaRPr lang="en-US" dirty="0"/>
          </a:p>
        </p:txBody>
      </p:sp>
      <p:sp>
        <p:nvSpPr>
          <p:cNvPr id="4" name="Footer Placeholder 3">
            <a:extLst>
              <a:ext uri="{FF2B5EF4-FFF2-40B4-BE49-F238E27FC236}">
                <a16:creationId xmlns:a16="http://schemas.microsoft.com/office/drawing/2014/main" id="{F20A38ED-770F-E051-07E4-BF1F07D3176F}"/>
              </a:ext>
            </a:extLst>
          </p:cNvPr>
          <p:cNvSpPr>
            <a:spLocks noGrp="1"/>
          </p:cNvSpPr>
          <p:nvPr>
            <p:ph type="ftr" sz="quarter" idx="11"/>
          </p:nvPr>
        </p:nvSpPr>
        <p:spPr/>
        <p:txBody>
          <a:bodyPr/>
          <a:lstStyle>
            <a:lvl1pPr>
              <a:defRPr>
                <a:solidFill>
                  <a:schemeClr val="bg1"/>
                </a:solidFill>
              </a:defRPr>
            </a:lvl1pPr>
          </a:lstStyle>
          <a:p>
            <a:r>
              <a:rPr lang="en-US" dirty="0"/>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4EAAFC56-4E45-C368-A250-76860BBB4815}"/>
              </a:ext>
            </a:extLst>
          </p:cNvPr>
          <p:cNvSpPr>
            <a:spLocks noGrp="1"/>
          </p:cNvSpPr>
          <p:nvPr>
            <p:ph type="sldNum" sz="quarter" idx="12"/>
          </p:nvPr>
        </p:nvSpPr>
        <p:spPr/>
        <p:txBody>
          <a:bodyPr/>
          <a:lstStyle>
            <a:lvl1pPr>
              <a:defRPr>
                <a:solidFill>
                  <a:schemeClr val="bg1"/>
                </a:solidFill>
              </a:defRPr>
            </a:lvl1pPr>
          </a:lstStyle>
          <a:p>
            <a:fld id="{F8F6B9CD-BE6B-498B-93B3-0FAD7ADE75E3}" type="slidenum">
              <a:rPr lang="en-US" smtClean="0"/>
              <a:pPr/>
              <a:t>‹#›</a:t>
            </a:fld>
            <a:endParaRPr lang="en-US" dirty="0"/>
          </a:p>
        </p:txBody>
      </p:sp>
      <p:pic>
        <p:nvPicPr>
          <p:cNvPr id="6" name="Picture 5">
            <a:extLst>
              <a:ext uri="{FF2B5EF4-FFF2-40B4-BE49-F238E27FC236}">
                <a16:creationId xmlns:a16="http://schemas.microsoft.com/office/drawing/2014/main" id="{2DB46275-C489-74DF-CCD0-856EE8A881F3}"/>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612649" y="6473825"/>
            <a:ext cx="285748" cy="247649"/>
          </a:xfrm>
          <a:prstGeom prst="rect">
            <a:avLst/>
          </a:prstGeom>
        </p:spPr>
      </p:pic>
    </p:spTree>
    <p:extLst>
      <p:ext uri="{BB962C8B-B14F-4D97-AF65-F5344CB8AC3E}">
        <p14:creationId xmlns:p14="http://schemas.microsoft.com/office/powerpoint/2010/main" val="368519743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5_End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p:txBody>
          <a:bodyPr/>
          <a:lstStyle>
            <a:lvl1pPr>
              <a:defRPr>
                <a:solidFill>
                  <a:schemeClr val="bg1"/>
                </a:solidFill>
              </a:defRPr>
            </a:lvl1pPr>
          </a:lstStyle>
          <a:p>
            <a:fld id="{CB9568A7-7C9C-4EFB-9490-5B2B0469AB3C}" type="datetime1">
              <a:rPr lang="en-US" smtClean="0"/>
              <a:t>4/29/2026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p:txBody>
          <a:bodyPr/>
          <a:lstStyle>
            <a:lvl1pPr>
              <a:defRPr>
                <a:solidFill>
                  <a:schemeClr val="bg1"/>
                </a:solidFill>
              </a:defRPr>
            </a:lvl1pPr>
          </a:lstStyle>
          <a:p>
            <a:fld id="{F8F6B9CD-BE6B-498B-93B3-0FAD7ADE75E3}" type="slidenum">
              <a:rPr lang="en-US" smtClean="0"/>
              <a:pPr/>
              <a:t>‹#›</a:t>
            </a:fld>
            <a:endParaRPr lang="en-US"/>
          </a:p>
        </p:txBody>
      </p:sp>
      <p:pic>
        <p:nvPicPr>
          <p:cNvPr id="9" name="Picture 8">
            <a:extLst>
              <a:ext uri="{FF2B5EF4-FFF2-40B4-BE49-F238E27FC236}">
                <a16:creationId xmlns:a16="http://schemas.microsoft.com/office/drawing/2014/main" id="{1745B5A7-9EB4-349F-8E63-0CA0827DD727}"/>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5367465" y="2700465"/>
            <a:ext cx="1457070" cy="1457070"/>
          </a:xfrm>
          <a:prstGeom prst="rect">
            <a:avLst/>
          </a:prstGeom>
        </p:spPr>
      </p:pic>
    </p:spTree>
    <p:extLst>
      <p:ext uri="{BB962C8B-B14F-4D97-AF65-F5344CB8AC3E}">
        <p14:creationId xmlns:p14="http://schemas.microsoft.com/office/powerpoint/2010/main" val="11686297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 Id="rId16" Type="http://schemas.openxmlformats.org/officeDocument/2006/relationships/image" Target="../media/image1.png"/><Relationship Id="rId17"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slideLayout" Target="../slideLayouts/slideLayout16.xml"/><Relationship Id="rId3" Type="http://schemas.openxmlformats.org/officeDocument/2006/relationships/slideLayout" Target="../slideLayouts/slideLayout17.xml"/><Relationship Id="rId4" Type="http://schemas.openxmlformats.org/officeDocument/2006/relationships/slideLayout" Target="../slideLayouts/slideLayout18.xml"/><Relationship Id="rId5" Type="http://schemas.openxmlformats.org/officeDocument/2006/relationships/slideLayout" Target="../slideLayouts/slideLayout19.xml"/><Relationship Id="rId6"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6">
            <a:alphaModFix amt="50000"/>
            <a:lum/>
          </a:blip>
          <a:srcRect/>
          <a:stretch>
            <a:fillRect/>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A3CB894-8012-6399-3714-345ADF81FAAD}"/>
              </a:ext>
            </a:extLst>
          </p:cNvPr>
          <p:cNvSpPr>
            <a:spLocks noGrp="1"/>
          </p:cNvSpPr>
          <p:nvPr>
            <p:ph type="title"/>
          </p:nvPr>
        </p:nvSpPr>
        <p:spPr>
          <a:xfrm>
            <a:off x="609599" y="365126"/>
            <a:ext cx="10972799" cy="804735"/>
          </a:xfrm>
          <a:prstGeom prst="rect">
            <a:avLst/>
          </a:prstGeom>
        </p:spPr>
        <p:txBody>
          <a:bodyPr vert="horz" lIns="0" tIns="0" rIns="0" bIns="0" rtlCol="0" anchor="ctr" anchorCtr="0">
            <a:noAutofit/>
          </a:bodyPr>
          <a:lstStyle/>
          <a:p>
            <a:r>
              <a:rPr lang="en-US" dirty="0"/>
              <a:t>Click to edit </a:t>
            </a:r>
            <a:br>
              <a:rPr lang="en-US" dirty="0"/>
            </a:br>
            <a:r>
              <a:rPr lang="en-US" dirty="0"/>
              <a:t>Master title style</a:t>
            </a:r>
          </a:p>
        </p:txBody>
      </p:sp>
      <p:sp>
        <p:nvSpPr>
          <p:cNvPr id="3" name="Text Placeholder 2">
            <a:extLst>
              <a:ext uri="{FF2B5EF4-FFF2-40B4-BE49-F238E27FC236}">
                <a16:creationId xmlns:a16="http://schemas.microsoft.com/office/drawing/2014/main" id="{9D65161F-1CD1-0BA8-4137-0C3B3BD4F830}"/>
              </a:ext>
            </a:extLst>
          </p:cNvPr>
          <p:cNvSpPr>
            <a:spLocks noGrp="1"/>
          </p:cNvSpPr>
          <p:nvPr>
            <p:ph type="body" idx="1"/>
          </p:nvPr>
        </p:nvSpPr>
        <p:spPr>
          <a:xfrm>
            <a:off x="609600" y="1415846"/>
            <a:ext cx="10972800" cy="4870654"/>
          </a:xfrm>
          <a:prstGeom prst="rect">
            <a:avLst/>
          </a:prstGeom>
        </p:spPr>
        <p:txBody>
          <a:bodyPr vert="horz" lIns="0" tIns="0" rIns="0" bIns="0" rtlCol="0">
            <a:noAutofit/>
          </a:bodyPr>
          <a:lstStyle/>
          <a:p>
            <a:pPr lvl="0"/>
            <a:r>
              <a:rPr lang="en-US" dirty="0"/>
              <a:t>Click to edit Master text styles or click icon to add graphic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9F896ED-48D5-F6A7-A18D-C547E5124CAA}"/>
              </a:ext>
            </a:extLst>
          </p:cNvPr>
          <p:cNvSpPr>
            <a:spLocks noGrp="1"/>
          </p:cNvSpPr>
          <p:nvPr>
            <p:ph type="dt" sz="half" idx="2"/>
          </p:nvPr>
        </p:nvSpPr>
        <p:spPr>
          <a:xfrm>
            <a:off x="1071717" y="6469630"/>
            <a:ext cx="914400" cy="251845"/>
          </a:xfrm>
          <a:prstGeom prst="rect">
            <a:avLst/>
          </a:prstGeom>
        </p:spPr>
        <p:txBody>
          <a:bodyPr vert="horz" lIns="0" tIns="0" rIns="0" bIns="0" rtlCol="0" anchor="b" anchorCtr="0"/>
          <a:lstStyle>
            <a:lvl1pPr algn="l">
              <a:defRPr sz="700">
                <a:solidFill>
                  <a:schemeClr val="tx2"/>
                </a:solidFill>
                <a:latin typeface="Arial" panose="020B0604020202020204" pitchFamily="34" charset="0"/>
                <a:cs typeface="Arial" panose="020B0604020202020204" pitchFamily="34" charset="0"/>
              </a:defRPr>
            </a:lvl1pPr>
          </a:lstStyle>
          <a:p>
            <a:fld id="{B3C10171-6731-4FE5-ACF0-5BB638CF3093}" type="datetime1">
              <a:rPr lang="en-US" smtClean="0"/>
              <a:t>4/29/2026</a:t>
            </a:fld>
            <a:endParaRPr lang="en-US"/>
          </a:p>
        </p:txBody>
      </p:sp>
      <p:sp>
        <p:nvSpPr>
          <p:cNvPr id="5" name="Footer Placeholder 4">
            <a:extLst>
              <a:ext uri="{FF2B5EF4-FFF2-40B4-BE49-F238E27FC236}">
                <a16:creationId xmlns:a16="http://schemas.microsoft.com/office/drawing/2014/main" id="{B98CFE87-0B09-F8AD-4C87-B3BEC29C73D7}"/>
              </a:ext>
            </a:extLst>
          </p:cNvPr>
          <p:cNvSpPr>
            <a:spLocks noGrp="1"/>
          </p:cNvSpPr>
          <p:nvPr>
            <p:ph type="ftr" sz="quarter" idx="3"/>
          </p:nvPr>
        </p:nvSpPr>
        <p:spPr>
          <a:xfrm>
            <a:off x="2444318" y="6469630"/>
            <a:ext cx="7309282" cy="251845"/>
          </a:xfrm>
          <a:prstGeom prst="rect">
            <a:avLst/>
          </a:prstGeom>
        </p:spPr>
        <p:txBody>
          <a:bodyPr vert="horz" lIns="0" tIns="0" rIns="0" bIns="0" rtlCol="0" anchor="b" anchorCtr="0"/>
          <a:lstStyle>
            <a:lvl1pPr algn="ctr">
              <a:defRPr sz="700">
                <a:solidFill>
                  <a:schemeClr val="tx2"/>
                </a:solidFill>
                <a:latin typeface="Arial" panose="020B0604020202020204" pitchFamily="34" charset="0"/>
                <a:cs typeface="Arial" panose="020B0604020202020204" pitchFamily="34" charset="0"/>
              </a:defRPr>
            </a:lvl1pPr>
          </a:lstStyle>
          <a:p>
            <a:r>
              <a:rPr lang="en-US"/>
              <a:t>Confidential. Not to be copied, distributed, or reproduced without prior approval. © 2026 APTIM - All rights reserved.</a:t>
            </a:r>
            <a:endParaRPr lang="en-US" dirty="0"/>
          </a:p>
        </p:txBody>
      </p:sp>
      <p:sp>
        <p:nvSpPr>
          <p:cNvPr id="6" name="Slide Number Placeholder 5">
            <a:extLst>
              <a:ext uri="{FF2B5EF4-FFF2-40B4-BE49-F238E27FC236}">
                <a16:creationId xmlns:a16="http://schemas.microsoft.com/office/drawing/2014/main" id="{A98197C8-7BDB-0441-59A5-2B3AA4DA8DD6}"/>
              </a:ext>
            </a:extLst>
          </p:cNvPr>
          <p:cNvSpPr>
            <a:spLocks noGrp="1"/>
          </p:cNvSpPr>
          <p:nvPr>
            <p:ph type="sldNum" sz="quarter" idx="4"/>
          </p:nvPr>
        </p:nvSpPr>
        <p:spPr>
          <a:xfrm>
            <a:off x="11297263" y="6469630"/>
            <a:ext cx="285135" cy="251845"/>
          </a:xfrm>
          <a:prstGeom prst="rect">
            <a:avLst/>
          </a:prstGeom>
        </p:spPr>
        <p:txBody>
          <a:bodyPr vert="horz" lIns="0" tIns="0" rIns="0" bIns="0" rtlCol="0" anchor="b" anchorCtr="0"/>
          <a:lstStyle>
            <a:lvl1pPr algn="r">
              <a:defRPr sz="700">
                <a:solidFill>
                  <a:schemeClr val="tx2"/>
                </a:solidFill>
                <a:latin typeface="Arial" panose="020B0604020202020204" pitchFamily="34" charset="0"/>
                <a:cs typeface="Arial" panose="020B0604020202020204" pitchFamily="34" charset="0"/>
              </a:defRPr>
            </a:lvl1pPr>
          </a:lstStyle>
          <a:p>
            <a:fld id="{F8F6B9CD-BE6B-498B-93B3-0FAD7ADE75E3}" type="slidenum">
              <a:rPr lang="en-US" smtClean="0"/>
              <a:pPr/>
              <a:t>‹#›</a:t>
            </a:fld>
            <a:endParaRPr lang="en-US" dirty="0"/>
          </a:p>
        </p:txBody>
      </p:sp>
      <p:pic>
        <p:nvPicPr>
          <p:cNvPr id="16" name="Picture 15">
            <a:extLst>
              <a:ext uri="{FF2B5EF4-FFF2-40B4-BE49-F238E27FC236}">
                <a16:creationId xmlns:a16="http://schemas.microsoft.com/office/drawing/2014/main" id="{EF86C883-ECB3-EA86-7D2C-B8A6C2CFC4B2}"/>
              </a:ext>
            </a:extLst>
          </p:cNvPr>
          <p:cNvPicPr>
            <a:picLocks noChangeAspect="1"/>
          </p:cNvPicPr>
          <p:nvPr userDrawn="1"/>
        </p:nvPicPr>
        <p:blipFill>
          <a:blip r:embed="rId17">
            <a:extLst>
              <a:ext uri="{28A0092B-C50C-407E-A947-70E740481C1C}">
                <a14:useLocalDpi xmlns:a14="http://schemas.microsoft.com/office/drawing/2010/main" val="0"/>
              </a:ext>
            </a:extLst>
          </a:blip>
          <a:srcRect/>
          <a:stretch/>
        </p:blipFill>
        <p:spPr>
          <a:xfrm>
            <a:off x="609599" y="6473825"/>
            <a:ext cx="285750" cy="247649"/>
          </a:xfrm>
          <a:prstGeom prst="rect">
            <a:avLst/>
          </a:prstGeom>
        </p:spPr>
      </p:pic>
    </p:spTree>
    <p:extLst>
      <p:ext uri="{BB962C8B-B14F-4D97-AF65-F5344CB8AC3E}">
        <p14:creationId xmlns:p14="http://schemas.microsoft.com/office/powerpoint/2010/main" val="95519229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4" r:id="rId3"/>
    <p:sldLayoutId id="2147483652" r:id="rId4"/>
    <p:sldLayoutId id="2147483653" r:id="rId5"/>
    <p:sldLayoutId id="2147483665" r:id="rId6"/>
    <p:sldLayoutId id="2147483666" r:id="rId7"/>
    <p:sldLayoutId id="2147483654" r:id="rId8"/>
    <p:sldLayoutId id="2147483655" r:id="rId9"/>
    <p:sldLayoutId id="2147483669" r:id="rId10"/>
    <p:sldLayoutId id="2147483671" r:id="rId11"/>
    <p:sldLayoutId id="2147483670" r:id="rId12"/>
    <p:sldLayoutId id="2147483656" r:id="rId13"/>
    <p:sldLayoutId id="2147483657" r:id="rId14"/>
  </p:sldLayoutIdLst>
  <p:hf hdr="0" dt="0"/>
  <p:txStyles>
    <p:titleStyle>
      <a:lvl1pPr algn="l" defTabSz="914400" rtl="0" eaLnBrk="1" latinLnBrk="0" hangingPunct="1">
        <a:lnSpc>
          <a:spcPct val="90000"/>
        </a:lnSpc>
        <a:spcBef>
          <a:spcPct val="0"/>
        </a:spcBef>
        <a:buNone/>
        <a:defRPr sz="2800" kern="1200">
          <a:solidFill>
            <a:schemeClr val="accent1"/>
          </a:solidFill>
          <a:latin typeface="Arial Black" panose="020B0A04020102020204" pitchFamily="34" charset="0"/>
          <a:ea typeface="+mj-ea"/>
          <a:cs typeface="Arial" panose="020B0604020202020204" pitchFamily="34" charset="0"/>
        </a:defRPr>
      </a:lvl1pPr>
    </p:titleStyle>
    <p:bodyStyle>
      <a:lvl1pPr marL="233363" indent="-233363" algn="l" defTabSz="914400" rtl="0" eaLnBrk="1" latinLnBrk="0" hangingPunct="1">
        <a:lnSpc>
          <a:spcPct val="100000"/>
        </a:lnSpc>
        <a:spcBef>
          <a:spcPts val="0"/>
        </a:spcBef>
        <a:spcAft>
          <a:spcPts val="500"/>
        </a:spcAft>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1pPr>
      <a:lvl2pPr marL="574675" indent="-336550" algn="l" defTabSz="914400" rtl="0" eaLnBrk="1" latinLnBrk="0" hangingPunct="1">
        <a:lnSpc>
          <a:spcPct val="100000"/>
        </a:lnSpc>
        <a:spcBef>
          <a:spcPts val="0"/>
        </a:spcBef>
        <a:spcAft>
          <a:spcPts val="500"/>
        </a:spcAft>
        <a:buFont typeface="Arial" panose="020B0604020202020204" pitchFamily="34" charset="0"/>
        <a:buChar char="—"/>
        <a:defRPr sz="1600" kern="1200">
          <a:solidFill>
            <a:schemeClr val="tx2"/>
          </a:solidFill>
          <a:latin typeface="Arial" panose="020B0604020202020204" pitchFamily="34" charset="0"/>
          <a:ea typeface="+mn-ea"/>
          <a:cs typeface="Arial" panose="020B0604020202020204" pitchFamily="34" charset="0"/>
        </a:defRPr>
      </a:lvl2pPr>
      <a:lvl3pPr marL="796925" indent="-225425" algn="l" defTabSz="914400" rtl="0" eaLnBrk="1" latinLnBrk="0" hangingPunct="1">
        <a:lnSpc>
          <a:spcPct val="100000"/>
        </a:lnSpc>
        <a:spcBef>
          <a:spcPts val="0"/>
        </a:spcBef>
        <a:spcAft>
          <a:spcPts val="500"/>
        </a:spcAft>
        <a:buFont typeface="Arial" panose="020B0604020202020204" pitchFamily="34" charset="0"/>
        <a:buChar char="•"/>
        <a:defRPr sz="1400" kern="1200">
          <a:solidFill>
            <a:schemeClr val="tx2"/>
          </a:solidFill>
          <a:latin typeface="Arial" panose="020B0604020202020204" pitchFamily="34" charset="0"/>
          <a:ea typeface="+mn-ea"/>
          <a:cs typeface="Arial" panose="020B0604020202020204" pitchFamily="34" charset="0"/>
        </a:defRPr>
      </a:lvl3pPr>
      <a:lvl4pPr marL="1031875" indent="-234950" algn="l" defTabSz="914400" rtl="0" eaLnBrk="1" latinLnBrk="0" hangingPunct="1">
        <a:lnSpc>
          <a:spcPct val="100000"/>
        </a:lnSpc>
        <a:spcBef>
          <a:spcPts val="0"/>
        </a:spcBef>
        <a:spcAft>
          <a:spcPts val="500"/>
        </a:spcAft>
        <a:buFont typeface="Arial" panose="020B0604020202020204" pitchFamily="34" charset="0"/>
        <a:buChar char="•"/>
        <a:defRPr sz="1200" kern="1200">
          <a:solidFill>
            <a:schemeClr val="tx2"/>
          </a:solidFill>
          <a:latin typeface="Arial" panose="020B0604020202020204" pitchFamily="34" charset="0"/>
          <a:ea typeface="+mn-ea"/>
          <a:cs typeface="Arial" panose="020B0604020202020204" pitchFamily="34" charset="0"/>
        </a:defRPr>
      </a:lvl4pPr>
      <a:lvl5pPr marL="1254125" indent="-225425" algn="l" defTabSz="914400" rtl="0" eaLnBrk="1" latinLnBrk="0" hangingPunct="1">
        <a:lnSpc>
          <a:spcPct val="100000"/>
        </a:lnSpc>
        <a:spcBef>
          <a:spcPts val="0"/>
        </a:spcBef>
        <a:spcAft>
          <a:spcPts val="500"/>
        </a:spcAft>
        <a:buFont typeface="Arial" panose="020B0604020202020204" pitchFamily="34" charset="0"/>
        <a:buChar char="•"/>
        <a:defRPr sz="1200" kern="1200">
          <a:solidFill>
            <a:schemeClr val="tx2"/>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A3CB894-8012-6399-3714-345ADF81FAAD}"/>
              </a:ext>
            </a:extLst>
          </p:cNvPr>
          <p:cNvSpPr>
            <a:spLocks noGrp="1"/>
          </p:cNvSpPr>
          <p:nvPr>
            <p:ph type="title"/>
          </p:nvPr>
        </p:nvSpPr>
        <p:spPr>
          <a:xfrm>
            <a:off x="609600" y="365126"/>
            <a:ext cx="10972800" cy="804672"/>
          </a:xfrm>
          <a:prstGeom prst="rect">
            <a:avLst/>
          </a:prstGeom>
        </p:spPr>
        <p:txBody>
          <a:bodyPr vert="horz" lIns="91440" tIns="45720" rIns="91440" bIns="45720" rtlCol="0" anchor="ctr">
            <a:normAutofit/>
          </a:bodyPr>
          <a:lstStyle/>
          <a:p>
            <a:r>
              <a:rPr lang="en-US" dirty="0"/>
              <a:t>Click to edit </a:t>
            </a:r>
            <a:br>
              <a:rPr lang="en-US" dirty="0"/>
            </a:br>
            <a:r>
              <a:rPr lang="en-US" dirty="0"/>
              <a:t>Master title style</a:t>
            </a:r>
          </a:p>
        </p:txBody>
      </p:sp>
      <p:sp>
        <p:nvSpPr>
          <p:cNvPr id="3" name="Text Placeholder 2">
            <a:extLst>
              <a:ext uri="{FF2B5EF4-FFF2-40B4-BE49-F238E27FC236}">
                <a16:creationId xmlns:a16="http://schemas.microsoft.com/office/drawing/2014/main" id="{9D65161F-1CD1-0BA8-4137-0C3B3BD4F830}"/>
              </a:ext>
            </a:extLst>
          </p:cNvPr>
          <p:cNvSpPr>
            <a:spLocks noGrp="1"/>
          </p:cNvSpPr>
          <p:nvPr>
            <p:ph type="body" idx="1"/>
          </p:nvPr>
        </p:nvSpPr>
        <p:spPr>
          <a:xfrm>
            <a:off x="609600" y="1419226"/>
            <a:ext cx="10972800" cy="4867274"/>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9F896ED-48D5-F6A7-A18D-C547E5124CAA}"/>
              </a:ext>
            </a:extLst>
          </p:cNvPr>
          <p:cNvSpPr>
            <a:spLocks noGrp="1"/>
          </p:cNvSpPr>
          <p:nvPr>
            <p:ph type="dt" sz="half" idx="2"/>
          </p:nvPr>
        </p:nvSpPr>
        <p:spPr>
          <a:xfrm>
            <a:off x="609600" y="6469630"/>
            <a:ext cx="1730477" cy="251845"/>
          </a:xfrm>
          <a:prstGeom prst="rect">
            <a:avLst/>
          </a:prstGeom>
        </p:spPr>
        <p:txBody>
          <a:bodyPr vert="horz" lIns="0" tIns="0" rIns="0" bIns="0" rtlCol="0" anchor="b" anchorCtr="0"/>
          <a:lstStyle>
            <a:lvl1pPr algn="l">
              <a:defRPr sz="800">
                <a:solidFill>
                  <a:schemeClr val="tx2"/>
                </a:solidFill>
                <a:latin typeface="Arial" panose="020B0604020202020204" pitchFamily="34" charset="0"/>
                <a:cs typeface="Arial" panose="020B0604020202020204" pitchFamily="34" charset="0"/>
              </a:defRPr>
            </a:lvl1pPr>
          </a:lstStyle>
          <a:p>
            <a:fld id="{53267548-35E6-4544-9584-3D38A8B3D92B}" type="datetime1">
              <a:rPr lang="en-US" smtClean="0"/>
              <a:t>4/29/2026</a:t>
            </a:fld>
            <a:endParaRPr lang="en-US"/>
          </a:p>
        </p:txBody>
      </p:sp>
      <p:sp>
        <p:nvSpPr>
          <p:cNvPr id="5" name="Footer Placeholder 4">
            <a:extLst>
              <a:ext uri="{FF2B5EF4-FFF2-40B4-BE49-F238E27FC236}">
                <a16:creationId xmlns:a16="http://schemas.microsoft.com/office/drawing/2014/main" id="{B98CFE87-0B09-F8AD-4C87-B3BEC29C73D7}"/>
              </a:ext>
            </a:extLst>
          </p:cNvPr>
          <p:cNvSpPr>
            <a:spLocks noGrp="1"/>
          </p:cNvSpPr>
          <p:nvPr>
            <p:ph type="ftr" sz="quarter" idx="3"/>
          </p:nvPr>
        </p:nvSpPr>
        <p:spPr>
          <a:xfrm>
            <a:off x="2444318" y="6469630"/>
            <a:ext cx="7309282" cy="251845"/>
          </a:xfrm>
          <a:prstGeom prst="rect">
            <a:avLst/>
          </a:prstGeom>
        </p:spPr>
        <p:txBody>
          <a:bodyPr vert="horz" lIns="0" tIns="0" rIns="0" bIns="0" rtlCol="0" anchor="b" anchorCtr="0"/>
          <a:lstStyle>
            <a:lvl1pPr algn="ctr">
              <a:defRPr sz="800">
                <a:solidFill>
                  <a:schemeClr val="tx2"/>
                </a:solidFill>
                <a:latin typeface="Arial" panose="020B0604020202020204" pitchFamily="34" charset="0"/>
                <a:cs typeface="Arial" panose="020B0604020202020204" pitchFamily="34" charset="0"/>
              </a:defRPr>
            </a:lvl1pPr>
          </a:lstStyle>
          <a:p>
            <a:r>
              <a:rPr lang="en-US"/>
              <a:t>Confidential. Not to be copied, distributed, or reproduced without prior approval. © 2026 APTIM - All rights reserved.</a:t>
            </a:r>
            <a:endParaRPr lang="en-US" dirty="0"/>
          </a:p>
        </p:txBody>
      </p:sp>
      <p:sp>
        <p:nvSpPr>
          <p:cNvPr id="6" name="Slide Number Placeholder 5">
            <a:extLst>
              <a:ext uri="{FF2B5EF4-FFF2-40B4-BE49-F238E27FC236}">
                <a16:creationId xmlns:a16="http://schemas.microsoft.com/office/drawing/2014/main" id="{A98197C8-7BDB-0441-59A5-2B3AA4DA8DD6}"/>
              </a:ext>
            </a:extLst>
          </p:cNvPr>
          <p:cNvSpPr>
            <a:spLocks noGrp="1"/>
          </p:cNvSpPr>
          <p:nvPr>
            <p:ph type="sldNum" sz="quarter" idx="4"/>
          </p:nvPr>
        </p:nvSpPr>
        <p:spPr>
          <a:xfrm>
            <a:off x="11297265" y="6469630"/>
            <a:ext cx="285135" cy="251845"/>
          </a:xfrm>
          <a:prstGeom prst="rect">
            <a:avLst/>
          </a:prstGeom>
        </p:spPr>
        <p:txBody>
          <a:bodyPr vert="horz" lIns="0" tIns="0" rIns="0" bIns="0" rtlCol="0" anchor="b" anchorCtr="0"/>
          <a:lstStyle>
            <a:lvl1pPr algn="r">
              <a:defRPr sz="800">
                <a:solidFill>
                  <a:schemeClr val="tx2"/>
                </a:solidFill>
                <a:latin typeface="Arial" panose="020B0604020202020204" pitchFamily="34" charset="0"/>
                <a:cs typeface="Arial" panose="020B0604020202020204" pitchFamily="34" charset="0"/>
              </a:defRPr>
            </a:lvl1pPr>
          </a:lstStyle>
          <a:p>
            <a:fld id="{F8F6B9CD-BE6B-498B-93B3-0FAD7ADE75E3}" type="slidenum">
              <a:rPr lang="en-US" smtClean="0"/>
              <a:pPr/>
              <a:t>‹#›</a:t>
            </a:fld>
            <a:endParaRPr lang="en-US" dirty="0"/>
          </a:p>
        </p:txBody>
      </p:sp>
    </p:spTree>
    <p:extLst>
      <p:ext uri="{BB962C8B-B14F-4D97-AF65-F5344CB8AC3E}">
        <p14:creationId xmlns:p14="http://schemas.microsoft.com/office/powerpoint/2010/main" val="3894721301"/>
      </p:ext>
    </p:extLst>
  </p:cSld>
  <p:clrMap bg1="lt1" tx1="dk1" bg2="lt2" tx2="dk2" accent1="accent1" accent2="accent2" accent3="accent3" accent4="accent4" accent5="accent5" accent6="accent6" hlink="hlink" folHlink="folHlink"/>
  <p:sldLayoutIdLst>
    <p:sldLayoutId id="2147483661" r:id="rId1"/>
    <p:sldLayoutId id="2147483667" r:id="rId2"/>
    <p:sldLayoutId id="2147483675" r:id="rId3"/>
    <p:sldLayoutId id="2147483674" r:id="rId4"/>
    <p:sldLayoutId id="2147483668" r:id="rId5"/>
  </p:sldLayoutIdLst>
  <p:hf hdr="0" dt="0"/>
  <p:txStyles>
    <p:titleStyle>
      <a:lvl1pPr algn="l" defTabSz="914400" rtl="0" eaLnBrk="1" latinLnBrk="0" hangingPunct="1">
        <a:lnSpc>
          <a:spcPct val="90000"/>
        </a:lnSpc>
        <a:spcBef>
          <a:spcPct val="0"/>
        </a:spcBef>
        <a:buNone/>
        <a:defRPr sz="3200" kern="1200">
          <a:solidFill>
            <a:schemeClr val="accent1"/>
          </a:solidFill>
          <a:latin typeface="Arial Black" panose="020B0A04020102020204" pitchFamily="34" charset="0"/>
          <a:ea typeface="+mj-ea"/>
          <a:cs typeface="Arial" panose="020B0604020202020204" pitchFamily="34" charset="0"/>
        </a:defRPr>
      </a:lvl1pPr>
    </p:titleStyle>
    <p:bodyStyle>
      <a:lvl1pPr marL="344488" indent="-344488" algn="l" defTabSz="914400" rtl="0" eaLnBrk="1" latinLnBrk="0" hangingPunct="1">
        <a:lnSpc>
          <a:spcPct val="90000"/>
        </a:lnSpc>
        <a:spcBef>
          <a:spcPts val="1000"/>
        </a:spcBef>
        <a:buFont typeface="Arial" panose="020B0604020202020204" pitchFamily="34" charset="0"/>
        <a:buChar char="–"/>
        <a:defRPr sz="2800" kern="1200">
          <a:solidFill>
            <a:schemeClr val="tx2"/>
          </a:solidFill>
          <a:latin typeface="Arial" panose="020B0604020202020204" pitchFamily="34" charset="0"/>
          <a:ea typeface="+mn-ea"/>
          <a:cs typeface="Arial" panose="020B0604020202020204" pitchFamily="34" charset="0"/>
        </a:defRPr>
      </a:lvl1pPr>
      <a:lvl2pPr marL="796925" indent="-452438" algn="l" defTabSz="914400" rtl="0" eaLnBrk="1" latinLnBrk="0" hangingPunct="1">
        <a:lnSpc>
          <a:spcPct val="90000"/>
        </a:lnSpc>
        <a:spcBef>
          <a:spcPts val="500"/>
        </a:spcBef>
        <a:buFont typeface="Arial" panose="020B0604020202020204" pitchFamily="34" charset="0"/>
        <a:buChar char="—"/>
        <a:defRPr sz="2400" kern="1200">
          <a:solidFill>
            <a:schemeClr val="tx2"/>
          </a:solidFill>
          <a:latin typeface="Arial" panose="020B0604020202020204" pitchFamily="34" charset="0"/>
          <a:ea typeface="+mn-ea"/>
          <a:cs typeface="Arial" panose="020B0604020202020204" pitchFamily="34" charset="0"/>
        </a:defRPr>
      </a:lvl2pPr>
      <a:lvl3pPr marL="1081088" indent="-284163" algn="l" defTabSz="914400" rtl="0" eaLnBrk="1" latinLnBrk="0" hangingPunct="1">
        <a:lnSpc>
          <a:spcPct val="90000"/>
        </a:lnSpc>
        <a:spcBef>
          <a:spcPts val="500"/>
        </a:spcBef>
        <a:buFont typeface="Arial" panose="020B0604020202020204" pitchFamily="34" charset="0"/>
        <a:buChar char="•"/>
        <a:defRPr sz="2000" kern="1200">
          <a:solidFill>
            <a:schemeClr val="tx2"/>
          </a:solidFill>
          <a:latin typeface="Arial" panose="020B0604020202020204" pitchFamily="34" charset="0"/>
          <a:ea typeface="+mn-ea"/>
          <a:cs typeface="Arial" panose="020B0604020202020204" pitchFamily="34" charset="0"/>
        </a:defRPr>
      </a:lvl3pPr>
      <a:lvl4pPr marL="1258888" indent="-228600" algn="l" defTabSz="914400" rtl="0" eaLnBrk="1" latinLnBrk="0" hangingPunct="1">
        <a:lnSpc>
          <a:spcPct val="90000"/>
        </a:lnSpc>
        <a:spcBef>
          <a:spcPts val="500"/>
        </a:spcBef>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4pPr>
      <a:lvl5pPr marL="1484313" indent="-225425" algn="l" defTabSz="914400" rtl="0" eaLnBrk="1" latinLnBrk="0" hangingPunct="1">
        <a:lnSpc>
          <a:spcPct val="90000"/>
        </a:lnSpc>
        <a:spcBef>
          <a:spcPts val="500"/>
        </a:spcBef>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aptimcorp.sharepoint.com/sites/marcom/SitePages/hubley%20Pages/Marketing-Collateral.aspx"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www.wrike.com/frontend/requestforms/index.html?token=eyJhY2NvdW50SWQiOjIwMDQ1NTgsInRhc2tGb3JtSWQiOjQ2NDU5MX0JNDc5OTIzNTkwNzkzOAkzZTQ1YTMyMDdmNTgxMWVkNGU2YTliMzQyNmNiMGFiZGEwODAxYzVkZjJmYzM1YWQ3ZGM1NjRkMWE5M2EyYWEz"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aptimcorp.sharepoint.com/sites/marcom/Marketing%20Collateral/APTIM%20Branding/Brand%20Guidelines/2025%20APTIM%20Written%20Style%20Guide.pdf" TargetMode="External"/><Relationship Id="rId3"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561BED-61F8-91E9-A129-4C96DB541AD8}"/>
              </a:ext>
            </a:extLst>
          </p:cNvPr>
          <p:cNvSpPr>
            <a:spLocks noGrp="1"/>
          </p:cNvSpPr>
          <p:nvPr>
            <p:ph type="ctrTitle"/>
          </p:nvPr>
        </p:nvSpPr>
        <p:spPr/>
        <p:txBody>
          <a:bodyPr/>
          <a:lstStyle/>
          <a:p>
            <a:r>
              <a:rPr lang="en-US" dirty="0"/>
              <a:t>APTIM PowerPoint </a:t>
            </a:r>
            <a:br>
              <a:rPr lang="en-US" dirty="0"/>
            </a:br>
            <a:r>
              <a:rPr lang="en-US" dirty="0"/>
              <a:t>Template Guidelines</a:t>
            </a:r>
          </a:p>
        </p:txBody>
      </p:sp>
      <p:sp>
        <p:nvSpPr>
          <p:cNvPr id="4" name="Footer Placeholder 3">
            <a:extLst>
              <a:ext uri="{FF2B5EF4-FFF2-40B4-BE49-F238E27FC236}">
                <a16:creationId xmlns:a16="http://schemas.microsoft.com/office/drawing/2014/main" id="{08C48714-B76C-4C4E-C984-8768F69C159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EB1ABFA7-3D5E-2F34-C370-89DA6D8A934A}"/>
              </a:ext>
            </a:extLst>
          </p:cNvPr>
          <p:cNvSpPr>
            <a:spLocks noGrp="1"/>
          </p:cNvSpPr>
          <p:nvPr>
            <p:ph type="sldNum" sz="quarter" idx="12"/>
          </p:nvPr>
        </p:nvSpPr>
        <p:spPr/>
        <p:txBody>
          <a:bodyPr/>
          <a:lstStyle/>
          <a:p>
            <a:fld id="{F8F6B9CD-BE6B-498B-93B3-0FAD7ADE75E3}" type="slidenum">
              <a:rPr lang="en-US" smtClean="0"/>
              <a:pPr/>
              <a:t>1</a:t>
            </a:fld>
            <a:endParaRPr lang="en-US"/>
          </a:p>
        </p:txBody>
      </p:sp>
    </p:spTree>
    <p:extLst>
      <p:ext uri="{BB962C8B-B14F-4D97-AF65-F5344CB8AC3E}">
        <p14:creationId xmlns:p14="http://schemas.microsoft.com/office/powerpoint/2010/main" val="23005613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29A698-0F01-2EBD-2B2B-E53ED7D42423}"/>
              </a:ext>
            </a:extLst>
          </p:cNvPr>
          <p:cNvSpPr>
            <a:spLocks noGrp="1"/>
          </p:cNvSpPr>
          <p:nvPr>
            <p:ph type="title"/>
          </p:nvPr>
        </p:nvSpPr>
        <p:spPr/>
        <p:txBody>
          <a:bodyPr/>
          <a:lstStyle/>
          <a:p>
            <a:r>
              <a:rPr lang="en-US" dirty="0"/>
              <a:t>About the Template &amp; Formatting</a:t>
            </a:r>
          </a:p>
        </p:txBody>
      </p:sp>
      <p:sp>
        <p:nvSpPr>
          <p:cNvPr id="4" name="Content Placeholder 3">
            <a:extLst>
              <a:ext uri="{FF2B5EF4-FFF2-40B4-BE49-F238E27FC236}">
                <a16:creationId xmlns:a16="http://schemas.microsoft.com/office/drawing/2014/main" id="{F1EE6C56-C367-DEA4-EA66-578E2B91D7DA}"/>
              </a:ext>
            </a:extLst>
          </p:cNvPr>
          <p:cNvSpPr>
            <a:spLocks noGrp="1"/>
          </p:cNvSpPr>
          <p:nvPr>
            <p:ph sz="half" idx="2"/>
          </p:nvPr>
        </p:nvSpPr>
        <p:spPr>
          <a:xfrm>
            <a:off x="612648" y="1234439"/>
            <a:ext cx="5157787" cy="4946904"/>
          </a:xfrm>
        </p:spPr>
        <p:txBody>
          <a:bodyPr/>
          <a:lstStyle/>
          <a:p>
            <a:pPr marL="0" indent="0">
              <a:buNone/>
            </a:pPr>
            <a:r>
              <a:rPr lang="en-US" b="1" dirty="0">
                <a:solidFill>
                  <a:schemeClr val="accent3"/>
                </a:solidFill>
              </a:rPr>
              <a:t>About</a:t>
            </a:r>
          </a:p>
          <a:p>
            <a:r>
              <a:rPr lang="en-US" dirty="0"/>
              <a:t>Please use this template only to create your APTIM PowerPoint presentations. Do not share this template externally.</a:t>
            </a:r>
          </a:p>
          <a:p>
            <a:r>
              <a:rPr lang="en-US" dirty="0"/>
              <a:t>The most updated presentation template can be found on </a:t>
            </a:r>
            <a:r>
              <a:rPr lang="en-US" dirty="0">
                <a:hlinkClick r:id="rId2"/>
              </a:rPr>
              <a:t>Marketing &amp; Communication’s </a:t>
            </a:r>
            <a:r>
              <a:rPr lang="en-US" dirty="0" err="1">
                <a:hlinkClick r:id="rId2"/>
              </a:rPr>
              <a:t>APTNet</a:t>
            </a:r>
            <a:r>
              <a:rPr lang="en-US" dirty="0">
                <a:hlinkClick r:id="rId2"/>
              </a:rPr>
              <a:t> site</a:t>
            </a:r>
            <a:r>
              <a:rPr lang="en-US" dirty="0"/>
              <a:t>.</a:t>
            </a:r>
          </a:p>
          <a:p>
            <a:endParaRPr lang="en-US" dirty="0"/>
          </a:p>
        </p:txBody>
      </p:sp>
      <p:sp>
        <p:nvSpPr>
          <p:cNvPr id="6" name="Content Placeholder 5">
            <a:extLst>
              <a:ext uri="{FF2B5EF4-FFF2-40B4-BE49-F238E27FC236}">
                <a16:creationId xmlns:a16="http://schemas.microsoft.com/office/drawing/2014/main" id="{4AE0C37C-9425-56C4-6B75-A1E8121227B6}"/>
              </a:ext>
            </a:extLst>
          </p:cNvPr>
          <p:cNvSpPr>
            <a:spLocks noGrp="1"/>
          </p:cNvSpPr>
          <p:nvPr>
            <p:ph sz="quarter" idx="4"/>
          </p:nvPr>
        </p:nvSpPr>
        <p:spPr>
          <a:xfrm>
            <a:off x="6388099" y="1234439"/>
            <a:ext cx="5183188" cy="4946904"/>
          </a:xfrm>
        </p:spPr>
        <p:txBody>
          <a:bodyPr/>
          <a:lstStyle/>
          <a:p>
            <a:pPr marL="0" indent="0">
              <a:buNone/>
            </a:pPr>
            <a:r>
              <a:rPr lang="en-US" b="1" dirty="0">
                <a:solidFill>
                  <a:schemeClr val="accent3"/>
                </a:solidFill>
              </a:rPr>
              <a:t>Formatting</a:t>
            </a:r>
          </a:p>
          <a:p>
            <a:pPr marL="0" indent="0">
              <a:buNone/>
            </a:pPr>
            <a:r>
              <a:rPr lang="en-US" dirty="0"/>
              <a:t>The presentation has pre-built templates. Use one of these template slides when creating a new slide. (See instructions on following slides.) They have been pre-built for the APTIM brand with fonts, colors, and graphics.</a:t>
            </a:r>
          </a:p>
          <a:p>
            <a:r>
              <a:rPr lang="en-US" b="1" dirty="0">
                <a:solidFill>
                  <a:schemeClr val="accent1"/>
                </a:solidFill>
              </a:rPr>
              <a:t>Font should be Arial</a:t>
            </a:r>
            <a:r>
              <a:rPr lang="en-US" dirty="0"/>
              <a:t>.</a:t>
            </a:r>
          </a:p>
          <a:p>
            <a:r>
              <a:rPr lang="en-US" dirty="0"/>
              <a:t>Colors should follow the built-in APTIM color scheme. This palette can be found under View&gt;Slide Master&gt;Colors. Select “</a:t>
            </a:r>
            <a:r>
              <a:rPr lang="en-US" b="1" dirty="0">
                <a:solidFill>
                  <a:schemeClr val="accent1"/>
                </a:solidFill>
              </a:rPr>
              <a:t>2025_APTIM_Colors</a:t>
            </a:r>
            <a:r>
              <a:rPr lang="en-US" dirty="0"/>
              <a:t>” to set your default palette under the Home tab.</a:t>
            </a:r>
          </a:p>
          <a:p>
            <a:endParaRPr lang="en-US" dirty="0"/>
          </a:p>
        </p:txBody>
      </p:sp>
      <p:sp>
        <p:nvSpPr>
          <p:cNvPr id="7" name="Footer Placeholder 6">
            <a:extLst>
              <a:ext uri="{FF2B5EF4-FFF2-40B4-BE49-F238E27FC236}">
                <a16:creationId xmlns:a16="http://schemas.microsoft.com/office/drawing/2014/main" id="{5A72E588-6B25-FA1A-C7B6-25A28C4446C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018DFA2D-CDCD-349A-7BBF-2DE968BC0A22}"/>
              </a:ext>
            </a:extLst>
          </p:cNvPr>
          <p:cNvSpPr>
            <a:spLocks noGrp="1"/>
          </p:cNvSpPr>
          <p:nvPr>
            <p:ph type="sldNum" sz="quarter" idx="12"/>
          </p:nvPr>
        </p:nvSpPr>
        <p:spPr/>
        <p:txBody>
          <a:bodyPr/>
          <a:lstStyle/>
          <a:p>
            <a:fld id="{F8F6B9CD-BE6B-498B-93B3-0FAD7ADE75E3}" type="slidenum">
              <a:rPr lang="en-US" smtClean="0"/>
              <a:t>2</a:t>
            </a:fld>
            <a:endParaRPr lang="en-US"/>
          </a:p>
        </p:txBody>
      </p:sp>
    </p:spTree>
    <p:extLst>
      <p:ext uri="{BB962C8B-B14F-4D97-AF65-F5344CB8AC3E}">
        <p14:creationId xmlns:p14="http://schemas.microsoft.com/office/powerpoint/2010/main" val="2893604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B7F1C-19D2-E5A6-7B07-48D07B7E49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9BB2B7-CB07-F1ED-E800-2BD77D3FDF68}"/>
              </a:ext>
            </a:extLst>
          </p:cNvPr>
          <p:cNvSpPr>
            <a:spLocks noGrp="1"/>
          </p:cNvSpPr>
          <p:nvPr>
            <p:ph type="title"/>
          </p:nvPr>
        </p:nvSpPr>
        <p:spPr/>
        <p:txBody>
          <a:bodyPr/>
          <a:lstStyle/>
          <a:p>
            <a:r>
              <a:rPr lang="en-US" dirty="0"/>
              <a:t>How to Use</a:t>
            </a:r>
          </a:p>
        </p:txBody>
      </p:sp>
      <p:sp>
        <p:nvSpPr>
          <p:cNvPr id="4" name="Content Placeholder 3">
            <a:extLst>
              <a:ext uri="{FF2B5EF4-FFF2-40B4-BE49-F238E27FC236}">
                <a16:creationId xmlns:a16="http://schemas.microsoft.com/office/drawing/2014/main" id="{9C96DF10-A8D9-AEAB-191A-ED085AAC2FB6}"/>
              </a:ext>
            </a:extLst>
          </p:cNvPr>
          <p:cNvSpPr>
            <a:spLocks noGrp="1"/>
          </p:cNvSpPr>
          <p:nvPr>
            <p:ph sz="half" idx="2"/>
          </p:nvPr>
        </p:nvSpPr>
        <p:spPr>
          <a:xfrm>
            <a:off x="612648" y="1234439"/>
            <a:ext cx="5157787" cy="4946904"/>
          </a:xfrm>
        </p:spPr>
        <p:txBody>
          <a:bodyPr/>
          <a:lstStyle/>
          <a:p>
            <a:pPr marL="0" indent="0">
              <a:buNone/>
            </a:pPr>
            <a:r>
              <a:rPr lang="en-US" b="1" dirty="0">
                <a:solidFill>
                  <a:schemeClr val="accent3"/>
                </a:solidFill>
              </a:rPr>
              <a:t>How to Use</a:t>
            </a:r>
          </a:p>
          <a:p>
            <a:r>
              <a:rPr lang="en-US" b="1" dirty="0">
                <a:solidFill>
                  <a:schemeClr val="accent1"/>
                </a:solidFill>
              </a:rPr>
              <a:t>Save a copy of this PowerPoint template</a:t>
            </a:r>
            <a:r>
              <a:rPr lang="en-US" dirty="0"/>
              <a:t> to your files to begin.</a:t>
            </a:r>
          </a:p>
          <a:p>
            <a:r>
              <a:rPr lang="en-US" dirty="0"/>
              <a:t>Do not modify the Slide Master.</a:t>
            </a:r>
          </a:p>
          <a:p>
            <a:r>
              <a:rPr lang="en-US" dirty="0"/>
              <a:t>Use the instructions on the following slides to build your presentation.</a:t>
            </a:r>
          </a:p>
          <a:p>
            <a:r>
              <a:rPr lang="en-US" dirty="0"/>
              <a:t>Remember to </a:t>
            </a:r>
            <a:r>
              <a:rPr lang="en-US" b="1" dirty="0">
                <a:solidFill>
                  <a:schemeClr val="accent1"/>
                </a:solidFill>
              </a:rPr>
              <a:t>delete this slide and any other unused slides</a:t>
            </a:r>
            <a:r>
              <a:rPr lang="en-US" dirty="0"/>
              <a:t> provided in this template upon submission or use.</a:t>
            </a:r>
          </a:p>
          <a:p>
            <a:r>
              <a:rPr lang="en-US" dirty="0"/>
              <a:t>Always </a:t>
            </a:r>
            <a:r>
              <a:rPr lang="en-US" b="1" dirty="0">
                <a:solidFill>
                  <a:schemeClr val="accent1"/>
                </a:solidFill>
              </a:rPr>
              <a:t>use spellcheck</a:t>
            </a:r>
            <a:r>
              <a:rPr lang="en-US" dirty="0"/>
              <a:t>.</a:t>
            </a:r>
          </a:p>
          <a:p>
            <a:endParaRPr lang="en-US" dirty="0"/>
          </a:p>
        </p:txBody>
      </p:sp>
      <p:sp>
        <p:nvSpPr>
          <p:cNvPr id="6" name="Content Placeholder 5">
            <a:extLst>
              <a:ext uri="{FF2B5EF4-FFF2-40B4-BE49-F238E27FC236}">
                <a16:creationId xmlns:a16="http://schemas.microsoft.com/office/drawing/2014/main" id="{4751E1D5-9635-6B05-8E52-12A0A117FF65}"/>
              </a:ext>
            </a:extLst>
          </p:cNvPr>
          <p:cNvSpPr>
            <a:spLocks noGrp="1"/>
          </p:cNvSpPr>
          <p:nvPr>
            <p:ph sz="quarter" idx="4"/>
          </p:nvPr>
        </p:nvSpPr>
        <p:spPr>
          <a:xfrm>
            <a:off x="6388099" y="1234439"/>
            <a:ext cx="5183188" cy="4946904"/>
          </a:xfrm>
        </p:spPr>
        <p:txBody>
          <a:bodyPr/>
          <a:lstStyle/>
          <a:p>
            <a:pPr marL="0" indent="0">
              <a:buNone/>
            </a:pPr>
            <a:r>
              <a:rPr lang="en-US" b="1" dirty="0">
                <a:solidFill>
                  <a:schemeClr val="accent3"/>
                </a:solidFill>
              </a:rPr>
              <a:t>Contact the Marketing &amp; </a:t>
            </a:r>
            <a:br>
              <a:rPr lang="en-US" b="1" dirty="0">
                <a:solidFill>
                  <a:schemeClr val="accent3"/>
                </a:solidFill>
              </a:rPr>
            </a:br>
            <a:r>
              <a:rPr lang="en-US" b="1" dirty="0">
                <a:solidFill>
                  <a:schemeClr val="accent3"/>
                </a:solidFill>
              </a:rPr>
              <a:t>Communications Team</a:t>
            </a:r>
          </a:p>
          <a:p>
            <a:r>
              <a:rPr lang="en-US" dirty="0"/>
              <a:t>If you would like your final draft presentation to be reviewed for style, grammar, and/or design, please submit a </a:t>
            </a:r>
            <a:r>
              <a:rPr lang="en-US" dirty="0">
                <a:hlinkClick r:id="rId2"/>
              </a:rPr>
              <a:t>Marketing &amp; Communications request</a:t>
            </a:r>
            <a:r>
              <a:rPr lang="en-US" dirty="0"/>
              <a:t>.</a:t>
            </a:r>
          </a:p>
          <a:p>
            <a:r>
              <a:rPr lang="en-US" dirty="0"/>
              <a:t>If there is a new slide that you would like to have created, please </a:t>
            </a:r>
            <a:r>
              <a:rPr lang="en-US" dirty="0">
                <a:hlinkClick r:id="rId2"/>
              </a:rPr>
              <a:t>submit a request</a:t>
            </a:r>
            <a:r>
              <a:rPr lang="en-US" dirty="0"/>
              <a:t>. Note that it will have to be approved to become part of the overall template.</a:t>
            </a:r>
          </a:p>
          <a:p>
            <a:pPr marL="0" indent="0">
              <a:buNone/>
            </a:pPr>
            <a:endParaRPr lang="en-US" dirty="0"/>
          </a:p>
        </p:txBody>
      </p:sp>
      <p:sp>
        <p:nvSpPr>
          <p:cNvPr id="7" name="Footer Placeholder 6">
            <a:extLst>
              <a:ext uri="{FF2B5EF4-FFF2-40B4-BE49-F238E27FC236}">
                <a16:creationId xmlns:a16="http://schemas.microsoft.com/office/drawing/2014/main" id="{E692314E-56A1-CF63-CF88-C6FDCCFF4EF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CA873DCE-6AF6-2494-849A-DCFBE43427EE}"/>
              </a:ext>
            </a:extLst>
          </p:cNvPr>
          <p:cNvSpPr>
            <a:spLocks noGrp="1"/>
          </p:cNvSpPr>
          <p:nvPr>
            <p:ph type="sldNum" sz="quarter" idx="12"/>
          </p:nvPr>
        </p:nvSpPr>
        <p:spPr/>
        <p:txBody>
          <a:bodyPr/>
          <a:lstStyle/>
          <a:p>
            <a:fld id="{F8F6B9CD-BE6B-498B-93B3-0FAD7ADE75E3}" type="slidenum">
              <a:rPr lang="en-US" smtClean="0"/>
              <a:t>3</a:t>
            </a:fld>
            <a:endParaRPr lang="en-US"/>
          </a:p>
        </p:txBody>
      </p:sp>
    </p:spTree>
    <p:extLst>
      <p:ext uri="{BB962C8B-B14F-4D97-AF65-F5344CB8AC3E}">
        <p14:creationId xmlns:p14="http://schemas.microsoft.com/office/powerpoint/2010/main" val="205559529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D80AFA-CD74-36EB-B558-26EA687058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573DB4-0319-8037-2FC1-E797D5194DE3}"/>
              </a:ext>
            </a:extLst>
          </p:cNvPr>
          <p:cNvSpPr>
            <a:spLocks noGrp="1"/>
          </p:cNvSpPr>
          <p:nvPr>
            <p:ph type="title"/>
          </p:nvPr>
        </p:nvSpPr>
        <p:spPr/>
        <p:txBody>
          <a:bodyPr/>
          <a:lstStyle/>
          <a:p>
            <a:r>
              <a:rPr lang="en-US" dirty="0"/>
              <a:t>Basics</a:t>
            </a:r>
          </a:p>
        </p:txBody>
      </p:sp>
      <p:sp>
        <p:nvSpPr>
          <p:cNvPr id="4" name="Content Placeholder 3">
            <a:extLst>
              <a:ext uri="{FF2B5EF4-FFF2-40B4-BE49-F238E27FC236}">
                <a16:creationId xmlns:a16="http://schemas.microsoft.com/office/drawing/2014/main" id="{41A56765-B62F-B78E-0455-CAFB5026D11D}"/>
              </a:ext>
            </a:extLst>
          </p:cNvPr>
          <p:cNvSpPr>
            <a:spLocks noGrp="1"/>
          </p:cNvSpPr>
          <p:nvPr>
            <p:ph sz="half" idx="2"/>
          </p:nvPr>
        </p:nvSpPr>
        <p:spPr>
          <a:xfrm>
            <a:off x="612648" y="1234439"/>
            <a:ext cx="5157787" cy="4946904"/>
          </a:xfrm>
        </p:spPr>
        <p:txBody>
          <a:bodyPr/>
          <a:lstStyle/>
          <a:p>
            <a:pPr marL="0" indent="0">
              <a:buNone/>
            </a:pPr>
            <a:r>
              <a:rPr lang="en-US" b="1" dirty="0">
                <a:solidFill>
                  <a:schemeClr val="accent3"/>
                </a:solidFill>
              </a:rPr>
              <a:t>Zoom View</a:t>
            </a:r>
          </a:p>
          <a:p>
            <a:pPr marL="0" indent="0">
              <a:buNone/>
            </a:pPr>
            <a:r>
              <a:rPr lang="en-US" b="1" dirty="0">
                <a:solidFill>
                  <a:schemeClr val="accent1"/>
                </a:solidFill>
              </a:rPr>
              <a:t>Press and hold Ctrl key while turning the mouse</a:t>
            </a:r>
            <a:r>
              <a:rPr lang="en-US" b="1" dirty="0"/>
              <a:t> wheel </a:t>
            </a:r>
            <a:r>
              <a:rPr lang="en-US" dirty="0"/>
              <a:t>to zoom in or out.</a:t>
            </a:r>
          </a:p>
          <a:p>
            <a:pPr marL="0" indent="0">
              <a:buNone/>
            </a:pPr>
            <a:r>
              <a:rPr lang="en-US" b="1" dirty="0">
                <a:solidFill>
                  <a:schemeClr val="accent3"/>
                </a:solidFill>
              </a:rPr>
              <a:t>Insert Slides</a:t>
            </a:r>
          </a:p>
          <a:p>
            <a:pPr marL="0" indent="0">
              <a:buNone/>
            </a:pPr>
            <a:r>
              <a:rPr lang="en-US" dirty="0"/>
              <a:t>Under the Home tab, </a:t>
            </a:r>
            <a:r>
              <a:rPr lang="en-US" b="1" dirty="0">
                <a:solidFill>
                  <a:schemeClr val="accent1"/>
                </a:solidFill>
              </a:rPr>
              <a:t>click the arrow next to New Slide</a:t>
            </a:r>
            <a:r>
              <a:rPr lang="en-US" dirty="0"/>
              <a:t>. Then, choose from any of the APTIM THEME-branded slide templates.</a:t>
            </a:r>
          </a:p>
          <a:p>
            <a:pPr marL="0" indent="0">
              <a:buNone/>
            </a:pPr>
            <a:r>
              <a:rPr lang="en-US" b="1" dirty="0">
                <a:solidFill>
                  <a:schemeClr val="accent3"/>
                </a:solidFill>
              </a:rPr>
              <a:t>Add Text</a:t>
            </a:r>
          </a:p>
          <a:p>
            <a:pPr marL="0" indent="0">
              <a:buNone/>
            </a:pPr>
            <a:r>
              <a:rPr lang="en-US" dirty="0"/>
              <a:t>To use the default text styles in the template when pasting text from another source, </a:t>
            </a:r>
            <a:r>
              <a:rPr lang="en-US" b="1" dirty="0">
                <a:solidFill>
                  <a:schemeClr val="accent1"/>
                </a:solidFill>
              </a:rPr>
              <a:t>right-click to show the Paste Options</a:t>
            </a:r>
            <a:r>
              <a:rPr lang="en-US" dirty="0"/>
              <a:t> and </a:t>
            </a:r>
            <a:r>
              <a:rPr lang="en-US" b="1" dirty="0">
                <a:solidFill>
                  <a:schemeClr val="accent1"/>
                </a:solidFill>
              </a:rPr>
              <a:t>select Keep Text Only. </a:t>
            </a:r>
          </a:p>
          <a:p>
            <a:endParaRPr lang="en-US" dirty="0"/>
          </a:p>
        </p:txBody>
      </p:sp>
      <p:sp>
        <p:nvSpPr>
          <p:cNvPr id="6" name="Content Placeholder 5">
            <a:extLst>
              <a:ext uri="{FF2B5EF4-FFF2-40B4-BE49-F238E27FC236}">
                <a16:creationId xmlns:a16="http://schemas.microsoft.com/office/drawing/2014/main" id="{881333A5-2B32-2035-60F2-A0FD0620C25E}"/>
              </a:ext>
            </a:extLst>
          </p:cNvPr>
          <p:cNvSpPr>
            <a:spLocks noGrp="1"/>
          </p:cNvSpPr>
          <p:nvPr>
            <p:ph sz="quarter" idx="4"/>
          </p:nvPr>
        </p:nvSpPr>
        <p:spPr>
          <a:xfrm>
            <a:off x="6388099" y="1234439"/>
            <a:ext cx="5183188" cy="4946904"/>
          </a:xfrm>
        </p:spPr>
        <p:txBody>
          <a:bodyPr/>
          <a:lstStyle/>
          <a:p>
            <a:pPr marL="0" indent="0">
              <a:buNone/>
            </a:pPr>
            <a:r>
              <a:rPr lang="en-US" b="1" dirty="0">
                <a:solidFill>
                  <a:schemeClr val="accent3"/>
                </a:solidFill>
              </a:rPr>
              <a:t>Clear Formatting</a:t>
            </a:r>
          </a:p>
          <a:p>
            <a:pPr marL="0" indent="0">
              <a:buNone/>
            </a:pPr>
            <a:r>
              <a:rPr lang="en-US" dirty="0"/>
              <a:t>To remove all formatting from selected text, press </a:t>
            </a:r>
            <a:r>
              <a:rPr lang="en-US" b="1" dirty="0">
                <a:solidFill>
                  <a:schemeClr val="accent1"/>
                </a:solidFill>
              </a:rPr>
              <a:t>Control (Ctrl)+Space Bar.</a:t>
            </a:r>
          </a:p>
          <a:p>
            <a:pPr marL="0" indent="0">
              <a:buNone/>
            </a:pPr>
            <a:r>
              <a:rPr lang="en-US" b="1" dirty="0">
                <a:solidFill>
                  <a:schemeClr val="accent3"/>
                </a:solidFill>
              </a:rPr>
              <a:t>Font Size</a:t>
            </a:r>
          </a:p>
          <a:p>
            <a:pPr marL="0" indent="0">
              <a:buNone/>
            </a:pPr>
            <a:r>
              <a:rPr lang="en-US" dirty="0"/>
              <a:t>Standard font size is 18pt for body text. The font sizes for bullets are 18, 16, 14, and 12pt in descending order of indentation.</a:t>
            </a:r>
          </a:p>
          <a:p>
            <a:pPr marL="0" indent="0">
              <a:buNone/>
            </a:pPr>
            <a:r>
              <a:rPr lang="en-US" b="1" dirty="0">
                <a:solidFill>
                  <a:schemeClr val="accent1"/>
                </a:solidFill>
              </a:rPr>
              <a:t>Please adhere to these sizes and do not increase or decrease</a:t>
            </a:r>
            <a:r>
              <a:rPr lang="en-US" dirty="0"/>
              <a:t> </a:t>
            </a:r>
            <a:r>
              <a:rPr lang="en-US" b="1" dirty="0">
                <a:solidFill>
                  <a:schemeClr val="accent1"/>
                </a:solidFill>
              </a:rPr>
              <a:t>the font sizes.</a:t>
            </a:r>
          </a:p>
          <a:p>
            <a:r>
              <a:rPr lang="en-US" dirty="0"/>
              <a:t>If your text is too lengthy to fit on the slide, edit the text or add another slide. </a:t>
            </a:r>
          </a:p>
          <a:p>
            <a:r>
              <a:rPr lang="en-US" dirty="0"/>
              <a:t>The absolute minimum font size is 14pt except for fourth- and fifth-level bullets.</a:t>
            </a:r>
          </a:p>
          <a:p>
            <a:pPr marL="0" indent="0">
              <a:buNone/>
            </a:pPr>
            <a:endParaRPr lang="en-US" b="1" dirty="0">
              <a:solidFill>
                <a:schemeClr val="accent3"/>
              </a:solidFill>
            </a:endParaRPr>
          </a:p>
          <a:p>
            <a:pPr marL="0" indent="0">
              <a:buNone/>
            </a:pPr>
            <a:endParaRPr lang="en-US" dirty="0"/>
          </a:p>
        </p:txBody>
      </p:sp>
      <p:sp>
        <p:nvSpPr>
          <p:cNvPr id="7" name="Footer Placeholder 6">
            <a:extLst>
              <a:ext uri="{FF2B5EF4-FFF2-40B4-BE49-F238E27FC236}">
                <a16:creationId xmlns:a16="http://schemas.microsoft.com/office/drawing/2014/main" id="{360BCB70-94DE-76B6-0967-13E568C1D0E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E635D05A-F187-4EE3-39C9-39C9D99F1CF1}"/>
              </a:ext>
            </a:extLst>
          </p:cNvPr>
          <p:cNvSpPr>
            <a:spLocks noGrp="1"/>
          </p:cNvSpPr>
          <p:nvPr>
            <p:ph type="sldNum" sz="quarter" idx="12"/>
          </p:nvPr>
        </p:nvSpPr>
        <p:spPr/>
        <p:txBody>
          <a:bodyPr/>
          <a:lstStyle/>
          <a:p>
            <a:fld id="{F8F6B9CD-BE6B-498B-93B3-0FAD7ADE75E3}" type="slidenum">
              <a:rPr lang="en-US" smtClean="0"/>
              <a:t>4</a:t>
            </a:fld>
            <a:endParaRPr lang="en-US"/>
          </a:p>
        </p:txBody>
      </p:sp>
      <p:pic>
        <p:nvPicPr>
          <p:cNvPr id="3" name="Picture 2" descr="Graphical user interface, application, Word&#10;&#10;Description automatically generated">
            <a:extLst>
              <a:ext uri="{FF2B5EF4-FFF2-40B4-BE49-F238E27FC236}">
                <a16:creationId xmlns:a16="http://schemas.microsoft.com/office/drawing/2014/main" id="{319B6D13-651E-3DD3-367D-B2EC79FB455D}"/>
              </a:ext>
            </a:extLst>
          </p:cNvPr>
          <p:cNvPicPr/>
          <p:nvPr/>
        </p:nvPicPr>
        <p:blipFill>
          <a:blip r:embed="rId2">
            <a:extLst>
              <a:ext uri="{28A0092B-C50C-407E-A947-70E740481C1C}">
                <a14:useLocalDpi xmlns:a14="http://schemas.microsoft.com/office/drawing/2010/main"/>
              </a:ext>
            </a:extLst>
          </a:blip>
          <a:stretch>
            <a:fillRect/>
          </a:stretch>
        </p:blipFill>
        <p:spPr>
          <a:xfrm>
            <a:off x="534825" y="5113824"/>
            <a:ext cx="1778876" cy="1019473"/>
          </a:xfrm>
          <a:prstGeom prst="rect">
            <a:avLst/>
          </a:prstGeom>
        </p:spPr>
      </p:pic>
    </p:spTree>
    <p:extLst>
      <p:ext uri="{BB962C8B-B14F-4D97-AF65-F5344CB8AC3E}">
        <p14:creationId xmlns:p14="http://schemas.microsoft.com/office/powerpoint/2010/main" val="18891973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852B58-F871-74A1-8B5F-D4E8DA0459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F1E924-5DA6-C94B-75A0-C586D3D81613}"/>
              </a:ext>
            </a:extLst>
          </p:cNvPr>
          <p:cNvSpPr>
            <a:spLocks noGrp="1"/>
          </p:cNvSpPr>
          <p:nvPr>
            <p:ph type="title"/>
          </p:nvPr>
        </p:nvSpPr>
        <p:spPr/>
        <p:txBody>
          <a:bodyPr/>
          <a:lstStyle/>
          <a:p>
            <a:r>
              <a:rPr lang="en-US" dirty="0"/>
              <a:t>Bullets</a:t>
            </a:r>
          </a:p>
        </p:txBody>
      </p:sp>
      <p:sp>
        <p:nvSpPr>
          <p:cNvPr id="4" name="Content Placeholder 3">
            <a:extLst>
              <a:ext uri="{FF2B5EF4-FFF2-40B4-BE49-F238E27FC236}">
                <a16:creationId xmlns:a16="http://schemas.microsoft.com/office/drawing/2014/main" id="{DD60A8B3-AD16-3111-FC38-AF47B7C379DA}"/>
              </a:ext>
            </a:extLst>
          </p:cNvPr>
          <p:cNvSpPr>
            <a:spLocks noGrp="1"/>
          </p:cNvSpPr>
          <p:nvPr>
            <p:ph sz="half" idx="2"/>
          </p:nvPr>
        </p:nvSpPr>
        <p:spPr>
          <a:xfrm>
            <a:off x="612648" y="1234439"/>
            <a:ext cx="5157787" cy="4946904"/>
          </a:xfrm>
        </p:spPr>
        <p:txBody>
          <a:bodyPr/>
          <a:lstStyle/>
          <a:p>
            <a:pPr marL="0" indent="0">
              <a:buNone/>
            </a:pPr>
            <a:r>
              <a:rPr lang="en-US" b="1" dirty="0">
                <a:solidFill>
                  <a:schemeClr val="accent3"/>
                </a:solidFill>
              </a:rPr>
              <a:t>Bullets</a:t>
            </a:r>
          </a:p>
          <a:p>
            <a:r>
              <a:rPr lang="en-US" dirty="0"/>
              <a:t>If your original text includes bullets, we recommend that you </a:t>
            </a:r>
            <a:r>
              <a:rPr lang="en-US" b="1" dirty="0">
                <a:solidFill>
                  <a:schemeClr val="accent1"/>
                </a:solidFill>
              </a:rPr>
              <a:t>remove the bullets within the source document prior to copying and pasting into your PowerPoint</a:t>
            </a:r>
            <a:r>
              <a:rPr lang="en-US" dirty="0"/>
              <a:t>.</a:t>
            </a:r>
          </a:p>
          <a:p>
            <a:r>
              <a:rPr lang="en-US" b="1" dirty="0">
                <a:solidFill>
                  <a:schemeClr val="accent1"/>
                </a:solidFill>
              </a:rPr>
              <a:t>Use the Decrease and Increase List Level buttons</a:t>
            </a:r>
            <a:r>
              <a:rPr lang="en-US" dirty="0"/>
              <a:t> (to the right of Numbering on the Home tab) to create second-, third-, etc., level bullets.</a:t>
            </a:r>
          </a:p>
          <a:p>
            <a:endParaRPr lang="en-US" dirty="0"/>
          </a:p>
        </p:txBody>
      </p:sp>
      <p:sp>
        <p:nvSpPr>
          <p:cNvPr id="6" name="Content Placeholder 5">
            <a:extLst>
              <a:ext uri="{FF2B5EF4-FFF2-40B4-BE49-F238E27FC236}">
                <a16:creationId xmlns:a16="http://schemas.microsoft.com/office/drawing/2014/main" id="{23FA254E-9E17-9DA7-D1F7-B2E543887EFC}"/>
              </a:ext>
            </a:extLst>
          </p:cNvPr>
          <p:cNvSpPr>
            <a:spLocks noGrp="1"/>
          </p:cNvSpPr>
          <p:nvPr>
            <p:ph sz="quarter" idx="4"/>
          </p:nvPr>
        </p:nvSpPr>
        <p:spPr>
          <a:xfrm>
            <a:off x="6388099" y="1234439"/>
            <a:ext cx="5183188" cy="4946904"/>
          </a:xfrm>
        </p:spPr>
        <p:txBody>
          <a:bodyPr/>
          <a:lstStyle/>
          <a:p>
            <a:pPr marL="0" indent="0">
              <a:buNone/>
            </a:pPr>
            <a:r>
              <a:rPr lang="en-US" b="1" dirty="0">
                <a:solidFill>
                  <a:schemeClr val="accent3"/>
                </a:solidFill>
              </a:rPr>
              <a:t>Bullet Formatting</a:t>
            </a:r>
          </a:p>
          <a:p>
            <a:pPr marL="0" indent="0">
              <a:buNone/>
            </a:pPr>
            <a:r>
              <a:rPr lang="en-US" dirty="0"/>
              <a:t>Follow the rules in the Bullets section of the </a:t>
            </a:r>
            <a:r>
              <a:rPr lang="en-US" b="1" dirty="0">
                <a:solidFill>
                  <a:schemeClr val="accent1"/>
                </a:solidFill>
                <a:hlinkClick r:id="rId2"/>
              </a:rPr>
              <a:t>APTIM Written Style Guide</a:t>
            </a:r>
            <a:r>
              <a:rPr lang="en-US" dirty="0"/>
              <a:t>:</a:t>
            </a:r>
          </a:p>
          <a:p>
            <a:r>
              <a:rPr lang="en-US" dirty="0"/>
              <a:t>All bullets should start with a </a:t>
            </a:r>
            <a:r>
              <a:rPr lang="en-US" b="1" dirty="0">
                <a:solidFill>
                  <a:schemeClr val="accent1"/>
                </a:solidFill>
              </a:rPr>
              <a:t>capitalized letter</a:t>
            </a:r>
            <a:r>
              <a:rPr lang="en-US" dirty="0"/>
              <a:t>.</a:t>
            </a:r>
          </a:p>
          <a:p>
            <a:r>
              <a:rPr lang="en-US" dirty="0"/>
              <a:t>For lists with brief items of four words or fewer that are not complete sentences, follow the rules of title capitalization. Do not use punctuation. This is APTIM’s preference.</a:t>
            </a:r>
          </a:p>
          <a:p>
            <a:r>
              <a:rPr lang="en-US" dirty="0"/>
              <a:t>For lists with items of five words or more that are NOT complete sentences, do not use punctuation.</a:t>
            </a:r>
          </a:p>
          <a:p>
            <a:r>
              <a:rPr lang="en-US" dirty="0"/>
              <a:t>For lists with items that are complete sentences, use punctuation.</a:t>
            </a:r>
            <a:endParaRPr lang="en-US" b="1" dirty="0">
              <a:solidFill>
                <a:schemeClr val="accent3"/>
              </a:solidFill>
            </a:endParaRPr>
          </a:p>
          <a:p>
            <a:pPr marL="0" indent="0">
              <a:buNone/>
            </a:pPr>
            <a:endParaRPr lang="en-US" dirty="0"/>
          </a:p>
        </p:txBody>
      </p:sp>
      <p:sp>
        <p:nvSpPr>
          <p:cNvPr id="7" name="Footer Placeholder 6">
            <a:extLst>
              <a:ext uri="{FF2B5EF4-FFF2-40B4-BE49-F238E27FC236}">
                <a16:creationId xmlns:a16="http://schemas.microsoft.com/office/drawing/2014/main" id="{2589F873-2F10-AA4D-0965-162EF5DDB363}"/>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AEEB13D8-F7C8-96D8-77F2-5DFB7EEF34FB}"/>
              </a:ext>
            </a:extLst>
          </p:cNvPr>
          <p:cNvSpPr>
            <a:spLocks noGrp="1"/>
          </p:cNvSpPr>
          <p:nvPr>
            <p:ph type="sldNum" sz="quarter" idx="12"/>
          </p:nvPr>
        </p:nvSpPr>
        <p:spPr/>
        <p:txBody>
          <a:bodyPr/>
          <a:lstStyle/>
          <a:p>
            <a:fld id="{F8F6B9CD-BE6B-498B-93B3-0FAD7ADE75E3}" type="slidenum">
              <a:rPr lang="en-US" smtClean="0"/>
              <a:t>5</a:t>
            </a:fld>
            <a:endParaRPr lang="en-US"/>
          </a:p>
        </p:txBody>
      </p:sp>
      <p:pic>
        <p:nvPicPr>
          <p:cNvPr id="5" name="Picture 4">
            <a:extLst>
              <a:ext uri="{FF2B5EF4-FFF2-40B4-BE49-F238E27FC236}">
                <a16:creationId xmlns:a16="http://schemas.microsoft.com/office/drawing/2014/main" id="{A41695D5-CABC-999F-05FA-6F2D98120454}"/>
              </a:ext>
            </a:extLst>
          </p:cNvPr>
          <p:cNvPicPr/>
          <p:nvPr/>
        </p:nvPicPr>
        <p:blipFill rotWithShape="1">
          <a:blip r:embed="rId3" cstate="email">
            <a:extLst>
              <a:ext uri="{28A0092B-C50C-407E-A947-70E740481C1C}">
                <a14:useLocalDpi xmlns:a14="http://schemas.microsoft.com/office/drawing/2010/main"/>
              </a:ext>
            </a:extLst>
          </a:blip>
          <a:srcRect/>
          <a:stretch/>
        </p:blipFill>
        <p:spPr>
          <a:xfrm>
            <a:off x="612646" y="4632782"/>
            <a:ext cx="5376445" cy="1063871"/>
          </a:xfrm>
          <a:prstGeom prst="rect">
            <a:avLst/>
          </a:prstGeom>
        </p:spPr>
      </p:pic>
    </p:spTree>
    <p:extLst>
      <p:ext uri="{BB962C8B-B14F-4D97-AF65-F5344CB8AC3E}">
        <p14:creationId xmlns:p14="http://schemas.microsoft.com/office/powerpoint/2010/main" val="215178771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297CA-7F76-D01F-8C7D-FCCA9F701D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1E7ED6-90BC-12DD-0C4C-F2C4FE96BCF2}"/>
              </a:ext>
            </a:extLst>
          </p:cNvPr>
          <p:cNvSpPr>
            <a:spLocks noGrp="1"/>
          </p:cNvSpPr>
          <p:nvPr>
            <p:ph type="title"/>
          </p:nvPr>
        </p:nvSpPr>
        <p:spPr/>
        <p:txBody>
          <a:bodyPr/>
          <a:lstStyle/>
          <a:p>
            <a:r>
              <a:rPr lang="en-US" dirty="0"/>
              <a:t>Insert Photos &amp; Graphics</a:t>
            </a:r>
          </a:p>
        </p:txBody>
      </p:sp>
      <p:sp>
        <p:nvSpPr>
          <p:cNvPr id="4" name="Content Placeholder 3">
            <a:extLst>
              <a:ext uri="{FF2B5EF4-FFF2-40B4-BE49-F238E27FC236}">
                <a16:creationId xmlns:a16="http://schemas.microsoft.com/office/drawing/2014/main" id="{EC60AFA0-0EC4-CCA1-6731-CA71F27353E5}"/>
              </a:ext>
            </a:extLst>
          </p:cNvPr>
          <p:cNvSpPr>
            <a:spLocks noGrp="1"/>
          </p:cNvSpPr>
          <p:nvPr>
            <p:ph sz="half" idx="2"/>
          </p:nvPr>
        </p:nvSpPr>
        <p:spPr>
          <a:xfrm>
            <a:off x="612648" y="1234439"/>
            <a:ext cx="5278013" cy="4946904"/>
          </a:xfrm>
        </p:spPr>
        <p:txBody>
          <a:bodyPr/>
          <a:lstStyle/>
          <a:p>
            <a:pPr marL="0" indent="0">
              <a:buNone/>
            </a:pPr>
            <a:r>
              <a:rPr lang="en-US" b="1" dirty="0">
                <a:solidFill>
                  <a:schemeClr val="accent3"/>
                </a:solidFill>
              </a:rPr>
              <a:t>Insert Photos Within a Shape</a:t>
            </a:r>
          </a:p>
          <a:p>
            <a:pPr marL="0" indent="0">
              <a:buNone/>
            </a:pPr>
            <a:r>
              <a:rPr lang="en-US" dirty="0"/>
              <a:t>To add a photo to fit within a shape on a template slide, place your cursor over the edge of the shape.</a:t>
            </a:r>
          </a:p>
          <a:p>
            <a:r>
              <a:rPr lang="en-US" b="1" dirty="0">
                <a:solidFill>
                  <a:schemeClr val="accent1"/>
                </a:solidFill>
              </a:rPr>
              <a:t>Right click.</a:t>
            </a:r>
          </a:p>
          <a:p>
            <a:r>
              <a:rPr lang="en-US" b="1" dirty="0">
                <a:solidFill>
                  <a:schemeClr val="accent1"/>
                </a:solidFill>
              </a:rPr>
              <a:t>Click the arrow next to Fill.</a:t>
            </a:r>
          </a:p>
          <a:p>
            <a:r>
              <a:rPr lang="en-US" b="1" dirty="0">
                <a:solidFill>
                  <a:schemeClr val="accent1"/>
                </a:solidFill>
              </a:rPr>
              <a:t>Click Picture.</a:t>
            </a:r>
          </a:p>
          <a:p>
            <a:r>
              <a:rPr lang="en-US" b="1" dirty="0">
                <a:solidFill>
                  <a:schemeClr val="accent1"/>
                </a:solidFill>
              </a:rPr>
              <a:t>Click From File.</a:t>
            </a:r>
          </a:p>
          <a:p>
            <a:r>
              <a:rPr lang="en-US" b="1" dirty="0">
                <a:solidFill>
                  <a:schemeClr val="accent1"/>
                </a:solidFill>
              </a:rPr>
              <a:t>Locate photo within files. </a:t>
            </a:r>
          </a:p>
          <a:p>
            <a:r>
              <a:rPr lang="en-US" b="1" dirty="0">
                <a:solidFill>
                  <a:schemeClr val="accent1"/>
                </a:solidFill>
              </a:rPr>
              <a:t>Click Insert.</a:t>
            </a:r>
          </a:p>
          <a:p>
            <a:pPr marL="0" indent="0">
              <a:buNone/>
            </a:pPr>
            <a:r>
              <a:rPr lang="en-US" dirty="0"/>
              <a:t>To move the photo, right click on the photo and select Crop. Then drag the photo within the frame.</a:t>
            </a:r>
          </a:p>
          <a:p>
            <a:endParaRPr lang="en-US" dirty="0"/>
          </a:p>
        </p:txBody>
      </p:sp>
      <p:sp>
        <p:nvSpPr>
          <p:cNvPr id="6" name="Content Placeholder 5">
            <a:extLst>
              <a:ext uri="{FF2B5EF4-FFF2-40B4-BE49-F238E27FC236}">
                <a16:creationId xmlns:a16="http://schemas.microsoft.com/office/drawing/2014/main" id="{1629FC2A-2861-838A-4EFC-F463987DC49F}"/>
              </a:ext>
            </a:extLst>
          </p:cNvPr>
          <p:cNvSpPr>
            <a:spLocks noGrp="1"/>
          </p:cNvSpPr>
          <p:nvPr>
            <p:ph sz="quarter" idx="4"/>
          </p:nvPr>
        </p:nvSpPr>
        <p:spPr>
          <a:xfrm>
            <a:off x="6388099" y="1234439"/>
            <a:ext cx="5183188" cy="4946904"/>
          </a:xfrm>
        </p:spPr>
        <p:txBody>
          <a:bodyPr/>
          <a:lstStyle/>
          <a:p>
            <a:pPr marL="0" indent="0">
              <a:buNone/>
            </a:pPr>
            <a:r>
              <a:rPr lang="en-US" b="1" dirty="0">
                <a:solidFill>
                  <a:schemeClr val="accent3"/>
                </a:solidFill>
              </a:rPr>
              <a:t>Keep Objects in Proportion when Resizing</a:t>
            </a:r>
          </a:p>
          <a:p>
            <a:r>
              <a:rPr lang="en-US" b="1" dirty="0">
                <a:solidFill>
                  <a:schemeClr val="accent1"/>
                </a:solidFill>
              </a:rPr>
              <a:t>Press and hold the Shift key while dragging one of the handles</a:t>
            </a:r>
            <a:r>
              <a:rPr lang="en-US" dirty="0">
                <a:solidFill>
                  <a:schemeClr val="accent1"/>
                </a:solidFill>
              </a:rPr>
              <a:t> </a:t>
            </a:r>
            <a:r>
              <a:rPr lang="en-US" dirty="0"/>
              <a:t>to keep an object, graphic, or photo in proportion while resizing it.</a:t>
            </a:r>
          </a:p>
          <a:p>
            <a:pPr marL="0" indent="0">
              <a:buNone/>
            </a:pPr>
            <a:r>
              <a:rPr lang="en-US" b="1" dirty="0">
                <a:solidFill>
                  <a:schemeClr val="accent3"/>
                </a:solidFill>
              </a:rPr>
              <a:t>Draw Straight Lines</a:t>
            </a:r>
          </a:p>
          <a:p>
            <a:r>
              <a:rPr lang="en-US" b="1" dirty="0">
                <a:solidFill>
                  <a:schemeClr val="accent1"/>
                </a:solidFill>
              </a:rPr>
              <a:t>Press and hold the Shift key</a:t>
            </a:r>
            <a:r>
              <a:rPr lang="en-US" dirty="0">
                <a:solidFill>
                  <a:schemeClr val="accent1"/>
                </a:solidFill>
              </a:rPr>
              <a:t> </a:t>
            </a:r>
            <a:r>
              <a:rPr lang="en-US" dirty="0"/>
              <a:t>while inserting or drawing lines. This will keep your lines vertical, horizontal, or at a 45-degree angle.</a:t>
            </a:r>
          </a:p>
          <a:p>
            <a:pPr marL="0" indent="0">
              <a:buNone/>
            </a:pPr>
            <a:r>
              <a:rPr lang="en-US" b="1" dirty="0">
                <a:solidFill>
                  <a:schemeClr val="accent3"/>
                </a:solidFill>
              </a:rPr>
              <a:t>Group &amp; Ungroup Objects</a:t>
            </a:r>
          </a:p>
          <a:p>
            <a:r>
              <a:rPr lang="en-US" dirty="0"/>
              <a:t>To</a:t>
            </a:r>
            <a:r>
              <a:rPr lang="en-US" dirty="0">
                <a:solidFill>
                  <a:schemeClr val="accent1"/>
                </a:solidFill>
              </a:rPr>
              <a:t> group objects, </a:t>
            </a:r>
            <a:r>
              <a:rPr lang="en-US" b="1" dirty="0">
                <a:solidFill>
                  <a:schemeClr val="accent1"/>
                </a:solidFill>
              </a:rPr>
              <a:t>press </a:t>
            </a:r>
            <a:r>
              <a:rPr lang="en-US" b="1" dirty="0" err="1">
                <a:solidFill>
                  <a:schemeClr val="accent1"/>
                </a:solidFill>
              </a:rPr>
              <a:t>Ctrl+G</a:t>
            </a:r>
            <a:r>
              <a:rPr lang="en-US" dirty="0">
                <a:solidFill>
                  <a:schemeClr val="accent1"/>
                </a:solidFill>
              </a:rPr>
              <a:t>. </a:t>
            </a:r>
          </a:p>
          <a:p>
            <a:r>
              <a:rPr lang="en-US" dirty="0"/>
              <a:t>To </a:t>
            </a:r>
            <a:r>
              <a:rPr lang="en-US" dirty="0">
                <a:solidFill>
                  <a:schemeClr val="accent1"/>
                </a:solidFill>
              </a:rPr>
              <a:t>ungroup objects, </a:t>
            </a:r>
            <a:r>
              <a:rPr lang="en-US" b="1" dirty="0">
                <a:solidFill>
                  <a:schemeClr val="accent1"/>
                </a:solidFill>
              </a:rPr>
              <a:t>press </a:t>
            </a:r>
            <a:r>
              <a:rPr lang="en-US" b="1" dirty="0" err="1">
                <a:solidFill>
                  <a:schemeClr val="accent1"/>
                </a:solidFill>
              </a:rPr>
              <a:t>Ctrl+Shift+G</a:t>
            </a:r>
            <a:r>
              <a:rPr lang="en-US" b="1" dirty="0">
                <a:solidFill>
                  <a:schemeClr val="accent1"/>
                </a:solidFill>
              </a:rPr>
              <a:t>.</a:t>
            </a:r>
          </a:p>
          <a:p>
            <a:endParaRPr lang="en-US" b="1" dirty="0">
              <a:solidFill>
                <a:schemeClr val="accent3"/>
              </a:solidFill>
            </a:endParaRPr>
          </a:p>
          <a:p>
            <a:pPr marL="0" indent="0">
              <a:buNone/>
            </a:pPr>
            <a:endParaRPr lang="en-US" dirty="0"/>
          </a:p>
        </p:txBody>
      </p:sp>
      <p:sp>
        <p:nvSpPr>
          <p:cNvPr id="7" name="Footer Placeholder 6">
            <a:extLst>
              <a:ext uri="{FF2B5EF4-FFF2-40B4-BE49-F238E27FC236}">
                <a16:creationId xmlns:a16="http://schemas.microsoft.com/office/drawing/2014/main" id="{5CAD685A-33CE-10E2-C4AF-B00AA7840978}"/>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2E62441C-E529-58EC-A775-AAB0F3F72756}"/>
              </a:ext>
            </a:extLst>
          </p:cNvPr>
          <p:cNvSpPr>
            <a:spLocks noGrp="1"/>
          </p:cNvSpPr>
          <p:nvPr>
            <p:ph type="sldNum" sz="quarter" idx="12"/>
          </p:nvPr>
        </p:nvSpPr>
        <p:spPr/>
        <p:txBody>
          <a:bodyPr/>
          <a:lstStyle/>
          <a:p>
            <a:fld id="{F8F6B9CD-BE6B-498B-93B3-0FAD7ADE75E3}" type="slidenum">
              <a:rPr lang="en-US" smtClean="0"/>
              <a:t>6</a:t>
            </a:fld>
            <a:endParaRPr lang="en-US"/>
          </a:p>
        </p:txBody>
      </p:sp>
    </p:spTree>
    <p:extLst>
      <p:ext uri="{BB962C8B-B14F-4D97-AF65-F5344CB8AC3E}">
        <p14:creationId xmlns:p14="http://schemas.microsoft.com/office/powerpoint/2010/main" val="18627052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79A45D-F1CE-2F91-0B52-B7A21CF5A3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5F6963-4211-1FB7-6EA8-6BDAD51B3A05}"/>
              </a:ext>
            </a:extLst>
          </p:cNvPr>
          <p:cNvSpPr>
            <a:spLocks noGrp="1"/>
          </p:cNvSpPr>
          <p:nvPr>
            <p:ph type="title"/>
          </p:nvPr>
        </p:nvSpPr>
        <p:spPr/>
        <p:txBody>
          <a:bodyPr/>
          <a:lstStyle/>
          <a:p>
            <a:r>
              <a:rPr lang="en-US" dirty="0"/>
              <a:t>Crop Photos</a:t>
            </a:r>
          </a:p>
        </p:txBody>
      </p:sp>
      <p:sp>
        <p:nvSpPr>
          <p:cNvPr id="4" name="Content Placeholder 3">
            <a:extLst>
              <a:ext uri="{FF2B5EF4-FFF2-40B4-BE49-F238E27FC236}">
                <a16:creationId xmlns:a16="http://schemas.microsoft.com/office/drawing/2014/main" id="{64E98397-6C06-7715-8712-8528DFCACE70}"/>
              </a:ext>
            </a:extLst>
          </p:cNvPr>
          <p:cNvSpPr>
            <a:spLocks noGrp="1"/>
          </p:cNvSpPr>
          <p:nvPr>
            <p:ph sz="half" idx="2"/>
          </p:nvPr>
        </p:nvSpPr>
        <p:spPr>
          <a:xfrm>
            <a:off x="612648" y="1234439"/>
            <a:ext cx="5836790" cy="4946904"/>
          </a:xfrm>
        </p:spPr>
        <p:txBody>
          <a:bodyPr/>
          <a:lstStyle/>
          <a:p>
            <a:pPr marL="0" indent="0">
              <a:buNone/>
            </a:pPr>
            <a:r>
              <a:rPr lang="en-US" b="1" dirty="0">
                <a:solidFill>
                  <a:schemeClr val="accent3"/>
                </a:solidFill>
              </a:rPr>
              <a:t>Crop Photos</a:t>
            </a:r>
          </a:p>
          <a:p>
            <a:pPr>
              <a:spcBef>
                <a:spcPts val="0"/>
              </a:spcBef>
              <a:spcAft>
                <a:spcPts val="500"/>
              </a:spcAft>
            </a:pPr>
            <a:r>
              <a:rPr lang="en-US" b="1" dirty="0">
                <a:solidFill>
                  <a:schemeClr val="accent1"/>
                </a:solidFill>
              </a:rPr>
              <a:t>Click on the photo </a:t>
            </a:r>
            <a:r>
              <a:rPr lang="en-US" dirty="0"/>
              <a:t>to Select it.  </a:t>
            </a:r>
          </a:p>
          <a:p>
            <a:pPr>
              <a:spcBef>
                <a:spcPts val="0"/>
              </a:spcBef>
              <a:spcAft>
                <a:spcPts val="500"/>
              </a:spcAft>
            </a:pPr>
            <a:r>
              <a:rPr lang="en-US" dirty="0"/>
              <a:t>Click the </a:t>
            </a:r>
            <a:r>
              <a:rPr lang="en-US" b="1" dirty="0">
                <a:solidFill>
                  <a:schemeClr val="accent1"/>
                </a:solidFill>
              </a:rPr>
              <a:t>Picture Format Tab</a:t>
            </a:r>
            <a:r>
              <a:rPr lang="en-US" dirty="0"/>
              <a:t>. </a:t>
            </a:r>
          </a:p>
          <a:p>
            <a:pPr>
              <a:spcBef>
                <a:spcPts val="0"/>
              </a:spcBef>
              <a:spcAft>
                <a:spcPts val="500"/>
              </a:spcAft>
            </a:pPr>
            <a:r>
              <a:rPr lang="en-US" b="1" dirty="0">
                <a:solidFill>
                  <a:schemeClr val="accent1"/>
                </a:solidFill>
              </a:rPr>
              <a:t>Select the Crop tool</a:t>
            </a:r>
            <a:r>
              <a:rPr lang="en-US" dirty="0"/>
              <a:t> in the Size Group.</a:t>
            </a:r>
          </a:p>
          <a:p>
            <a:pPr>
              <a:spcBef>
                <a:spcPts val="0"/>
              </a:spcBef>
              <a:spcAft>
                <a:spcPts val="500"/>
              </a:spcAft>
            </a:pPr>
            <a:r>
              <a:rPr lang="en-US" dirty="0"/>
              <a:t>A drop-down menu appears. </a:t>
            </a:r>
            <a:r>
              <a:rPr lang="en-US" b="1" dirty="0">
                <a:solidFill>
                  <a:schemeClr val="accent1"/>
                </a:solidFill>
              </a:rPr>
              <a:t>Select Crop</a:t>
            </a:r>
            <a:r>
              <a:rPr lang="en-US" dirty="0"/>
              <a:t>. The handles around the photo turn to black bars; when the cursor is moved over the handles, it changes to look like a “T.” </a:t>
            </a:r>
          </a:p>
          <a:p>
            <a:pPr>
              <a:spcBef>
                <a:spcPts val="0"/>
              </a:spcBef>
              <a:spcAft>
                <a:spcPts val="500"/>
              </a:spcAft>
            </a:pPr>
            <a:r>
              <a:rPr lang="en-US" b="1" dirty="0">
                <a:solidFill>
                  <a:schemeClr val="accent1"/>
                </a:solidFill>
              </a:rPr>
              <a:t>Click and drag the handles</a:t>
            </a:r>
            <a:r>
              <a:rPr lang="en-US" dirty="0"/>
              <a:t> to show only the desired areas of the photo.</a:t>
            </a:r>
          </a:p>
          <a:p>
            <a:pPr>
              <a:spcBef>
                <a:spcPts val="0"/>
              </a:spcBef>
            </a:pPr>
            <a:r>
              <a:rPr lang="en-US" b="1" dirty="0">
                <a:solidFill>
                  <a:schemeClr val="accent1"/>
                </a:solidFill>
              </a:rPr>
              <a:t>Click Crop</a:t>
            </a:r>
            <a:r>
              <a:rPr lang="en-US" dirty="0"/>
              <a:t> again.</a:t>
            </a:r>
          </a:p>
          <a:p>
            <a:pPr marL="0" indent="0">
              <a:buNone/>
            </a:pPr>
            <a:r>
              <a:rPr lang="en-US" b="1" dirty="0">
                <a:solidFill>
                  <a:schemeClr val="accent3"/>
                </a:solidFill>
              </a:rPr>
              <a:t>Crop Photos to a Shape</a:t>
            </a:r>
          </a:p>
          <a:p>
            <a:pPr>
              <a:spcBef>
                <a:spcPts val="0"/>
              </a:spcBef>
              <a:spcAft>
                <a:spcPts val="500"/>
              </a:spcAft>
            </a:pPr>
            <a:r>
              <a:rPr lang="en-US" b="1" dirty="0">
                <a:solidFill>
                  <a:schemeClr val="accent1"/>
                </a:solidFill>
              </a:rPr>
              <a:t>Follow steps 1–3</a:t>
            </a:r>
            <a:r>
              <a:rPr lang="en-US" dirty="0"/>
              <a:t> for Crop Photos.</a:t>
            </a:r>
          </a:p>
          <a:p>
            <a:pPr>
              <a:spcBef>
                <a:spcPts val="0"/>
              </a:spcBef>
              <a:spcAft>
                <a:spcPts val="500"/>
              </a:spcAft>
            </a:pPr>
            <a:r>
              <a:rPr lang="en-US" dirty="0"/>
              <a:t>From the drop-down menu, select </a:t>
            </a:r>
            <a:r>
              <a:rPr lang="en-US" b="1" dirty="0">
                <a:solidFill>
                  <a:schemeClr val="accent1"/>
                </a:solidFill>
              </a:rPr>
              <a:t>Crop to Shape</a:t>
            </a:r>
            <a:r>
              <a:rPr lang="en-US" dirty="0"/>
              <a:t>.</a:t>
            </a:r>
          </a:p>
          <a:p>
            <a:pPr>
              <a:spcBef>
                <a:spcPts val="0"/>
              </a:spcBef>
              <a:spcAft>
                <a:spcPts val="500"/>
              </a:spcAft>
            </a:pPr>
            <a:r>
              <a:rPr lang="en-US" dirty="0"/>
              <a:t>From the drop down, </a:t>
            </a:r>
            <a:r>
              <a:rPr lang="en-US" b="1" dirty="0">
                <a:solidFill>
                  <a:schemeClr val="accent1"/>
                </a:solidFill>
              </a:rPr>
              <a:t>choose the shape</a:t>
            </a:r>
            <a:r>
              <a:rPr lang="en-US" dirty="0"/>
              <a:t>.</a:t>
            </a:r>
          </a:p>
          <a:p>
            <a:pPr>
              <a:spcBef>
                <a:spcPts val="0"/>
              </a:spcBef>
              <a:spcAft>
                <a:spcPts val="500"/>
              </a:spcAft>
            </a:pPr>
            <a:r>
              <a:rPr lang="en-US" b="1" dirty="0">
                <a:solidFill>
                  <a:schemeClr val="accent1"/>
                </a:solidFill>
              </a:rPr>
              <a:t>Click Crop</a:t>
            </a:r>
            <a:r>
              <a:rPr lang="en-US" dirty="0"/>
              <a:t> again.</a:t>
            </a:r>
          </a:p>
          <a:p>
            <a:pPr marL="0" indent="0">
              <a:buNone/>
            </a:pPr>
            <a:endParaRPr lang="en-US" b="1" dirty="0">
              <a:solidFill>
                <a:schemeClr val="accent3"/>
              </a:solidFill>
            </a:endParaRPr>
          </a:p>
          <a:p>
            <a:pPr marL="0" indent="0">
              <a:buNone/>
            </a:pPr>
            <a:endParaRPr lang="en-US" dirty="0"/>
          </a:p>
          <a:p>
            <a:endParaRPr lang="en-US" dirty="0"/>
          </a:p>
        </p:txBody>
      </p:sp>
      <p:sp>
        <p:nvSpPr>
          <p:cNvPr id="7" name="Footer Placeholder 6">
            <a:extLst>
              <a:ext uri="{FF2B5EF4-FFF2-40B4-BE49-F238E27FC236}">
                <a16:creationId xmlns:a16="http://schemas.microsoft.com/office/drawing/2014/main" id="{8684C78D-E39A-B155-5BE1-6267B45C713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9BEFEB23-D48E-1E6D-A230-651CAF97C95D}"/>
              </a:ext>
            </a:extLst>
          </p:cNvPr>
          <p:cNvSpPr>
            <a:spLocks noGrp="1"/>
          </p:cNvSpPr>
          <p:nvPr>
            <p:ph type="sldNum" sz="quarter" idx="12"/>
          </p:nvPr>
        </p:nvSpPr>
        <p:spPr/>
        <p:txBody>
          <a:bodyPr/>
          <a:lstStyle/>
          <a:p>
            <a:fld id="{F8F6B9CD-BE6B-498B-93B3-0FAD7ADE75E3}" type="slidenum">
              <a:rPr lang="en-US" smtClean="0"/>
              <a:t>7</a:t>
            </a:fld>
            <a:endParaRPr lang="en-US"/>
          </a:p>
        </p:txBody>
      </p:sp>
      <p:pic>
        <p:nvPicPr>
          <p:cNvPr id="6" name="Picture 5">
            <a:extLst>
              <a:ext uri="{FF2B5EF4-FFF2-40B4-BE49-F238E27FC236}">
                <a16:creationId xmlns:a16="http://schemas.microsoft.com/office/drawing/2014/main" id="{D9537B02-20D2-A82D-868D-6DE58347DF4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49438" y="452590"/>
            <a:ext cx="3480478" cy="4536853"/>
          </a:xfrm>
          <a:prstGeom prst="rect">
            <a:avLst/>
          </a:prstGeom>
        </p:spPr>
      </p:pic>
      <p:pic>
        <p:nvPicPr>
          <p:cNvPr id="10" name="Picture 9">
            <a:extLst>
              <a:ext uri="{FF2B5EF4-FFF2-40B4-BE49-F238E27FC236}">
                <a16:creationId xmlns:a16="http://schemas.microsoft.com/office/drawing/2014/main" id="{2D0F3EFA-CBD0-885A-D260-0811988717A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23406" y="452590"/>
            <a:ext cx="1789151" cy="3675491"/>
          </a:xfrm>
          <a:prstGeom prst="rect">
            <a:avLst/>
          </a:prstGeom>
        </p:spPr>
      </p:pic>
      <p:pic>
        <p:nvPicPr>
          <p:cNvPr id="12" name="Picture 11">
            <a:extLst>
              <a:ext uri="{FF2B5EF4-FFF2-40B4-BE49-F238E27FC236}">
                <a16:creationId xmlns:a16="http://schemas.microsoft.com/office/drawing/2014/main" id="{A025AF66-09D0-8DB2-FA76-BE2A0CD7A98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431205" y="4332532"/>
            <a:ext cx="2048491" cy="2072878"/>
          </a:xfrm>
          <a:prstGeom prst="rect">
            <a:avLst/>
          </a:prstGeom>
        </p:spPr>
      </p:pic>
    </p:spTree>
    <p:extLst>
      <p:ext uri="{BB962C8B-B14F-4D97-AF65-F5344CB8AC3E}">
        <p14:creationId xmlns:p14="http://schemas.microsoft.com/office/powerpoint/2010/main" val="20419872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BA1911-BDB8-A784-4FBF-12BEA8D005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1ADE6F-1A29-E694-A906-889A39CF0A2D}"/>
              </a:ext>
            </a:extLst>
          </p:cNvPr>
          <p:cNvSpPr>
            <a:spLocks noGrp="1"/>
          </p:cNvSpPr>
          <p:nvPr>
            <p:ph type="title"/>
          </p:nvPr>
        </p:nvSpPr>
        <p:spPr/>
        <p:txBody>
          <a:bodyPr/>
          <a:lstStyle/>
          <a:p>
            <a:r>
              <a:rPr lang="en-US" dirty="0"/>
              <a:t>Adding Text Over a Photo</a:t>
            </a:r>
          </a:p>
        </p:txBody>
      </p:sp>
      <p:sp>
        <p:nvSpPr>
          <p:cNvPr id="4" name="Content Placeholder 3">
            <a:extLst>
              <a:ext uri="{FF2B5EF4-FFF2-40B4-BE49-F238E27FC236}">
                <a16:creationId xmlns:a16="http://schemas.microsoft.com/office/drawing/2014/main" id="{B6C88773-1D11-260F-CE3F-1511BC4ABF61}"/>
              </a:ext>
            </a:extLst>
          </p:cNvPr>
          <p:cNvSpPr>
            <a:spLocks noGrp="1"/>
          </p:cNvSpPr>
          <p:nvPr>
            <p:ph sz="half" idx="2"/>
          </p:nvPr>
        </p:nvSpPr>
        <p:spPr>
          <a:xfrm>
            <a:off x="612648" y="1234439"/>
            <a:ext cx="5836790" cy="4946904"/>
          </a:xfrm>
        </p:spPr>
        <p:txBody>
          <a:bodyPr/>
          <a:lstStyle/>
          <a:p>
            <a:pPr marL="0" indent="0">
              <a:spcBef>
                <a:spcPts val="0"/>
              </a:spcBef>
              <a:spcAft>
                <a:spcPts val="500"/>
              </a:spcAft>
              <a:buNone/>
            </a:pPr>
            <a:r>
              <a:rPr lang="en-US" b="1" dirty="0">
                <a:solidFill>
                  <a:schemeClr val="accent3"/>
                </a:solidFill>
              </a:rPr>
              <a:t>Adding Text Over an Image</a:t>
            </a:r>
          </a:p>
          <a:p>
            <a:pPr marL="0" indent="0">
              <a:spcBef>
                <a:spcPts val="0"/>
              </a:spcBef>
              <a:spcAft>
                <a:spcPts val="500"/>
              </a:spcAft>
              <a:buNone/>
            </a:pPr>
            <a:r>
              <a:rPr lang="en-US" dirty="0"/>
              <a:t>If there is a need to add text over an image, the brightness and contrast may need to be adjusted so the text is legible.</a:t>
            </a:r>
          </a:p>
          <a:p>
            <a:pPr>
              <a:spcBef>
                <a:spcPts val="0"/>
              </a:spcBef>
              <a:spcAft>
                <a:spcPts val="500"/>
              </a:spcAft>
            </a:pPr>
            <a:r>
              <a:rPr lang="en-US" dirty="0"/>
              <a:t>Click on the </a:t>
            </a:r>
            <a:r>
              <a:rPr lang="en-US" b="1" dirty="0">
                <a:solidFill>
                  <a:schemeClr val="accent1"/>
                </a:solidFill>
              </a:rPr>
              <a:t>photo to Select it</a:t>
            </a:r>
            <a:r>
              <a:rPr lang="en-US" dirty="0"/>
              <a:t>.  </a:t>
            </a:r>
          </a:p>
          <a:p>
            <a:pPr>
              <a:spcBef>
                <a:spcPts val="0"/>
              </a:spcBef>
              <a:spcAft>
                <a:spcPts val="500"/>
              </a:spcAft>
            </a:pPr>
            <a:r>
              <a:rPr lang="en-US" dirty="0"/>
              <a:t>Click the </a:t>
            </a:r>
            <a:r>
              <a:rPr lang="en-US" b="1" dirty="0">
                <a:solidFill>
                  <a:schemeClr val="accent1"/>
                </a:solidFill>
              </a:rPr>
              <a:t>Picture Format</a:t>
            </a:r>
            <a:r>
              <a:rPr lang="en-US" dirty="0"/>
              <a:t> tab. </a:t>
            </a:r>
          </a:p>
          <a:p>
            <a:pPr>
              <a:spcBef>
                <a:spcPts val="0"/>
              </a:spcBef>
              <a:spcAft>
                <a:spcPts val="500"/>
              </a:spcAft>
            </a:pPr>
            <a:r>
              <a:rPr lang="en-US" dirty="0"/>
              <a:t>Select </a:t>
            </a:r>
            <a:r>
              <a:rPr lang="en-US" b="1" dirty="0">
                <a:solidFill>
                  <a:schemeClr val="accent1"/>
                </a:solidFill>
              </a:rPr>
              <a:t>Corrections</a:t>
            </a:r>
            <a:r>
              <a:rPr lang="en-US" dirty="0"/>
              <a:t>.</a:t>
            </a:r>
          </a:p>
          <a:p>
            <a:pPr>
              <a:spcBef>
                <a:spcPts val="0"/>
              </a:spcBef>
              <a:spcAft>
                <a:spcPts val="500"/>
              </a:spcAft>
            </a:pPr>
            <a:r>
              <a:rPr lang="en-US" dirty="0"/>
              <a:t>Select </a:t>
            </a:r>
            <a:r>
              <a:rPr lang="en-US" b="1" dirty="0">
                <a:solidFill>
                  <a:schemeClr val="accent1"/>
                </a:solidFill>
              </a:rPr>
              <a:t>Brightness -20% and Contrast: 0%</a:t>
            </a:r>
            <a:r>
              <a:rPr lang="en-US" dirty="0"/>
              <a:t> (Normal)</a:t>
            </a:r>
          </a:p>
          <a:p>
            <a:pPr>
              <a:spcBef>
                <a:spcPts val="0"/>
              </a:spcBef>
              <a:spcAft>
                <a:spcPts val="500"/>
              </a:spcAft>
            </a:pPr>
            <a:r>
              <a:rPr lang="en-US" dirty="0"/>
              <a:t>Highlight your text box and change the color of the text to white on a dark image or leave as grey on a light image. </a:t>
            </a:r>
          </a:p>
          <a:p>
            <a:pPr marL="0" indent="0">
              <a:buNone/>
            </a:pPr>
            <a:endParaRPr lang="en-US" b="1" dirty="0">
              <a:solidFill>
                <a:schemeClr val="accent3"/>
              </a:solidFill>
            </a:endParaRPr>
          </a:p>
          <a:p>
            <a:pPr marL="0" indent="0">
              <a:buNone/>
            </a:pPr>
            <a:endParaRPr lang="en-US" dirty="0"/>
          </a:p>
          <a:p>
            <a:endParaRPr lang="en-US" dirty="0"/>
          </a:p>
        </p:txBody>
      </p:sp>
      <p:sp>
        <p:nvSpPr>
          <p:cNvPr id="7" name="Footer Placeholder 6">
            <a:extLst>
              <a:ext uri="{FF2B5EF4-FFF2-40B4-BE49-F238E27FC236}">
                <a16:creationId xmlns:a16="http://schemas.microsoft.com/office/drawing/2014/main" id="{66B5E5DD-43FB-CF82-81B7-C170EE11D684}"/>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857D0C18-BB2A-21DC-2C48-DD6FE975EA46}"/>
              </a:ext>
            </a:extLst>
          </p:cNvPr>
          <p:cNvSpPr>
            <a:spLocks noGrp="1"/>
          </p:cNvSpPr>
          <p:nvPr>
            <p:ph type="sldNum" sz="quarter" idx="12"/>
          </p:nvPr>
        </p:nvSpPr>
        <p:spPr/>
        <p:txBody>
          <a:bodyPr/>
          <a:lstStyle/>
          <a:p>
            <a:fld id="{F8F6B9CD-BE6B-498B-93B3-0FAD7ADE75E3}" type="slidenum">
              <a:rPr lang="en-US" smtClean="0"/>
              <a:t>8</a:t>
            </a:fld>
            <a:endParaRPr lang="en-US"/>
          </a:p>
        </p:txBody>
      </p:sp>
      <p:pic>
        <p:nvPicPr>
          <p:cNvPr id="12" name="Picture 11" descr="A screenshot of a computer&#10;&#10;AI-generated content may be incorrect.">
            <a:extLst>
              <a:ext uri="{FF2B5EF4-FFF2-40B4-BE49-F238E27FC236}">
                <a16:creationId xmlns:a16="http://schemas.microsoft.com/office/drawing/2014/main" id="{B3A11770-190E-1FFB-9EB0-6D096AC3AD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84114" y="1169797"/>
            <a:ext cx="4495238" cy="4838095"/>
          </a:xfrm>
          <a:prstGeom prst="rect">
            <a:avLst/>
          </a:prstGeom>
        </p:spPr>
      </p:pic>
    </p:spTree>
    <p:extLst>
      <p:ext uri="{BB962C8B-B14F-4D97-AF65-F5344CB8AC3E}">
        <p14:creationId xmlns:p14="http://schemas.microsoft.com/office/powerpoint/2010/main" val="13585993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9373E-1094-4F3A-6BEC-225A620FBC20}"/>
              </a:ext>
            </a:extLst>
          </p:cNvPr>
          <p:cNvSpPr>
            <a:spLocks noGrp="1"/>
          </p:cNvSpPr>
          <p:nvPr>
            <p:ph type="ctrTitle"/>
          </p:nvPr>
        </p:nvSpPr>
        <p:spPr/>
        <p:txBody>
          <a:bodyPr/>
          <a:lstStyle/>
          <a:p>
            <a:r>
              <a:rPr lang="en-US" dirty="0"/>
              <a:t>Presentation Title</a:t>
            </a:r>
          </a:p>
        </p:txBody>
      </p:sp>
      <p:sp>
        <p:nvSpPr>
          <p:cNvPr id="3" name="Subtitle 2">
            <a:extLst>
              <a:ext uri="{FF2B5EF4-FFF2-40B4-BE49-F238E27FC236}">
                <a16:creationId xmlns:a16="http://schemas.microsoft.com/office/drawing/2014/main" id="{AF7B6484-1211-33BD-C548-B9D847708AC9}"/>
              </a:ext>
            </a:extLst>
          </p:cNvPr>
          <p:cNvSpPr>
            <a:spLocks noGrp="1"/>
          </p:cNvSpPr>
          <p:nvPr>
            <p:ph type="subTitle" idx="1"/>
          </p:nvPr>
        </p:nvSpPr>
        <p:spPr/>
        <p:txBody>
          <a:bodyPr/>
          <a:lstStyle/>
          <a:p>
            <a:r>
              <a:rPr lang="en-US" dirty="0"/>
              <a:t>Subtitle or Presenters</a:t>
            </a:r>
          </a:p>
          <a:p>
            <a:r>
              <a:rPr lang="en-US" dirty="0"/>
              <a:t>Date</a:t>
            </a:r>
          </a:p>
        </p:txBody>
      </p:sp>
      <p:sp>
        <p:nvSpPr>
          <p:cNvPr id="4" name="Footer Placeholder 3">
            <a:extLst>
              <a:ext uri="{FF2B5EF4-FFF2-40B4-BE49-F238E27FC236}">
                <a16:creationId xmlns:a16="http://schemas.microsoft.com/office/drawing/2014/main" id="{DBFD8D97-70AF-3DCF-B8E5-926FC888842F}"/>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42D922BD-7674-1FA6-49BC-8770A507F359}"/>
              </a:ext>
            </a:extLst>
          </p:cNvPr>
          <p:cNvSpPr>
            <a:spLocks noGrp="1"/>
          </p:cNvSpPr>
          <p:nvPr>
            <p:ph type="sldNum" sz="quarter" idx="12"/>
          </p:nvPr>
        </p:nvSpPr>
        <p:spPr/>
        <p:txBody>
          <a:bodyPr/>
          <a:lstStyle/>
          <a:p>
            <a:fld id="{F8F6B9CD-BE6B-498B-93B3-0FAD7ADE75E3}" type="slidenum">
              <a:rPr lang="en-US" smtClean="0"/>
              <a:pPr/>
              <a:t>9</a:t>
            </a:fld>
            <a:endParaRPr lang="en-US"/>
          </a:p>
        </p:txBody>
      </p:sp>
    </p:spTree>
    <p:extLst>
      <p:ext uri="{BB962C8B-B14F-4D97-AF65-F5344CB8AC3E}">
        <p14:creationId xmlns:p14="http://schemas.microsoft.com/office/powerpoint/2010/main" val="22381475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297F31-FDA5-0AEF-8DA0-0F3C028AD5BB}"/>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AD1C55C-03A3-D81A-E531-2596ABC2B6D2}"/>
              </a:ext>
            </a:extLst>
          </p:cNvPr>
          <p:cNvSpPr>
            <a:spLocks noGrp="1"/>
          </p:cNvSpPr>
          <p:nvPr>
            <p:ph idx="1"/>
          </p:nvPr>
        </p:nvSpPr>
        <p:spPr/>
        <p:txBody>
          <a:bodyPr/>
          <a:lstStyle/>
          <a:p>
            <a:endParaRPr lang="en-US" dirty="0"/>
          </a:p>
        </p:txBody>
      </p:sp>
      <p:sp>
        <p:nvSpPr>
          <p:cNvPr id="4" name="Footer Placeholder 3">
            <a:extLst>
              <a:ext uri="{FF2B5EF4-FFF2-40B4-BE49-F238E27FC236}">
                <a16:creationId xmlns:a16="http://schemas.microsoft.com/office/drawing/2014/main" id="{EA6E8373-79D3-5335-6756-B0DD9093B546}"/>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276708CF-1248-5294-5FCD-174FAE9529CD}"/>
              </a:ext>
            </a:extLst>
          </p:cNvPr>
          <p:cNvSpPr>
            <a:spLocks noGrp="1"/>
          </p:cNvSpPr>
          <p:nvPr>
            <p:ph type="sldNum" sz="quarter" idx="12"/>
          </p:nvPr>
        </p:nvSpPr>
        <p:spPr/>
        <p:txBody>
          <a:bodyPr/>
          <a:lstStyle/>
          <a:p>
            <a:fld id="{F8F6B9CD-BE6B-498B-93B3-0FAD7ADE75E3}" type="slidenum">
              <a:rPr lang="en-US" smtClean="0"/>
              <a:t>10</a:t>
            </a:fld>
            <a:endParaRPr lang="en-US"/>
          </a:p>
        </p:txBody>
      </p:sp>
    </p:spTree>
    <p:extLst>
      <p:ext uri="{BB962C8B-B14F-4D97-AF65-F5344CB8AC3E}">
        <p14:creationId xmlns:p14="http://schemas.microsoft.com/office/powerpoint/2010/main" val="42396086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BE7E34-E50F-A2D0-A68C-38610C9D9421}"/>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B727BB95-04B6-5169-770B-E051F5BBA92A}"/>
              </a:ext>
            </a:extLst>
          </p:cNvPr>
          <p:cNvSpPr>
            <a:spLocks noGrp="1"/>
          </p:cNvSpPr>
          <p:nvPr>
            <p:ph sz="half" idx="1"/>
          </p:nvPr>
        </p:nvSpPr>
        <p:spPr/>
        <p:txBody>
          <a:bodyPr/>
          <a:lstStyle/>
          <a:p>
            <a:endParaRPr lang="en-US"/>
          </a:p>
        </p:txBody>
      </p:sp>
      <p:sp>
        <p:nvSpPr>
          <p:cNvPr id="4" name="Content Placeholder 3">
            <a:extLst>
              <a:ext uri="{FF2B5EF4-FFF2-40B4-BE49-F238E27FC236}">
                <a16:creationId xmlns:a16="http://schemas.microsoft.com/office/drawing/2014/main" id="{BAD2F3BE-AF0D-09B2-2941-0192B9EA49C4}"/>
              </a:ext>
            </a:extLst>
          </p:cNvPr>
          <p:cNvSpPr>
            <a:spLocks noGrp="1"/>
          </p:cNvSpPr>
          <p:nvPr>
            <p:ph sz="half" idx="2"/>
          </p:nvPr>
        </p:nvSpPr>
        <p:spPr/>
        <p:txBody>
          <a:bodyPr/>
          <a:lstStyle/>
          <a:p>
            <a:endParaRPr lang="en-US"/>
          </a:p>
        </p:txBody>
      </p:sp>
      <p:sp>
        <p:nvSpPr>
          <p:cNvPr id="5" name="Footer Placeholder 4">
            <a:extLst>
              <a:ext uri="{FF2B5EF4-FFF2-40B4-BE49-F238E27FC236}">
                <a16:creationId xmlns:a16="http://schemas.microsoft.com/office/drawing/2014/main" id="{FD8C4B82-2749-C5F2-A692-1C99CC8B0CA4}"/>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DA039D95-A684-5542-B4F9-79E8282BE504}"/>
              </a:ext>
            </a:extLst>
          </p:cNvPr>
          <p:cNvSpPr>
            <a:spLocks noGrp="1"/>
          </p:cNvSpPr>
          <p:nvPr>
            <p:ph type="sldNum" sz="quarter" idx="12"/>
          </p:nvPr>
        </p:nvSpPr>
        <p:spPr/>
        <p:txBody>
          <a:bodyPr/>
          <a:lstStyle/>
          <a:p>
            <a:fld id="{F8F6B9CD-BE6B-498B-93B3-0FAD7ADE75E3}" type="slidenum">
              <a:rPr lang="en-US" smtClean="0"/>
              <a:t>11</a:t>
            </a:fld>
            <a:endParaRPr lang="en-US"/>
          </a:p>
        </p:txBody>
      </p:sp>
    </p:spTree>
    <p:extLst>
      <p:ext uri="{BB962C8B-B14F-4D97-AF65-F5344CB8AC3E}">
        <p14:creationId xmlns:p14="http://schemas.microsoft.com/office/powerpoint/2010/main" val="315597480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792585AD-EED0-BFD4-0BC2-D7FAC363C661}"/>
              </a:ext>
            </a:extLst>
          </p:cNvPr>
          <p:cNvSpPr>
            <a:spLocks noGrp="1"/>
          </p:cNvSpPr>
          <p:nvPr>
            <p:ph type="pic" sz="quarter" idx="13"/>
          </p:nvPr>
        </p:nvSpPr>
        <p:spPr/>
        <p:txBody>
          <a:bodyPr/>
          <a:lstStyle/>
          <a:p>
            <a:endParaRPr lang="en-US"/>
          </a:p>
        </p:txBody>
      </p:sp>
      <p:sp>
        <p:nvSpPr>
          <p:cNvPr id="3" name="Title 2">
            <a:extLst>
              <a:ext uri="{FF2B5EF4-FFF2-40B4-BE49-F238E27FC236}">
                <a16:creationId xmlns:a16="http://schemas.microsoft.com/office/drawing/2014/main" id="{A450D9DB-3EFB-AB04-5971-B88993754552}"/>
              </a:ext>
            </a:extLst>
          </p:cNvPr>
          <p:cNvSpPr>
            <a:spLocks noGrp="1"/>
          </p:cNvSpPr>
          <p:nvPr>
            <p:ph type="title"/>
          </p:nvPr>
        </p:nvSpPr>
        <p:spPr/>
        <p:txBody>
          <a:bodyPr/>
          <a:lstStyle/>
          <a:p>
            <a:endParaRPr lang="en-US"/>
          </a:p>
        </p:txBody>
      </p:sp>
      <p:sp>
        <p:nvSpPr>
          <p:cNvPr id="4" name="Content Placeholder 3">
            <a:extLst>
              <a:ext uri="{FF2B5EF4-FFF2-40B4-BE49-F238E27FC236}">
                <a16:creationId xmlns:a16="http://schemas.microsoft.com/office/drawing/2014/main" id="{2C90F56F-B349-DAC5-F1E4-06CA01C26A74}"/>
              </a:ext>
            </a:extLst>
          </p:cNvPr>
          <p:cNvSpPr>
            <a:spLocks noGrp="1"/>
          </p:cNvSpPr>
          <p:nvPr>
            <p:ph sz="half" idx="1"/>
          </p:nvPr>
        </p:nvSpPr>
        <p:spPr/>
        <p:txBody>
          <a:bodyPr/>
          <a:lstStyle/>
          <a:p>
            <a:endParaRPr lang="en-US"/>
          </a:p>
        </p:txBody>
      </p:sp>
      <p:sp>
        <p:nvSpPr>
          <p:cNvPr id="5" name="Footer Placeholder 4">
            <a:extLst>
              <a:ext uri="{FF2B5EF4-FFF2-40B4-BE49-F238E27FC236}">
                <a16:creationId xmlns:a16="http://schemas.microsoft.com/office/drawing/2014/main" id="{91F4D97C-BC56-D4F9-6B9E-5A5E2F5CC268}"/>
              </a:ext>
            </a:extLst>
          </p:cNvPr>
          <p:cNvSpPr>
            <a:spLocks noGrp="1"/>
          </p:cNvSpPr>
          <p:nvPr>
            <p:ph type="ftr" sz="quarter" idx="11"/>
          </p:nvPr>
        </p:nvSpPr>
        <p:spPr/>
        <p:txBody>
          <a:bodyPr/>
          <a:lstStyle/>
          <a:p>
            <a:r>
              <a:rPr lang="en-US"/>
              <a:t>Confidential. Not to be copied, distributed, or reproduced without prior approval. </a:t>
            </a:r>
            <a:br>
              <a:rPr lang="en-US"/>
            </a:br>
            <a:r>
              <a:rPr lang="en-US"/>
              <a:t>© 2026 APTIM - All rights reserved.</a:t>
            </a:r>
            <a:endParaRPr lang="en-US" dirty="0"/>
          </a:p>
        </p:txBody>
      </p:sp>
      <p:sp>
        <p:nvSpPr>
          <p:cNvPr id="6" name="Slide Number Placeholder 5">
            <a:extLst>
              <a:ext uri="{FF2B5EF4-FFF2-40B4-BE49-F238E27FC236}">
                <a16:creationId xmlns:a16="http://schemas.microsoft.com/office/drawing/2014/main" id="{EB7ECE9C-1D5A-8384-97D1-3A49160729BB}"/>
              </a:ext>
            </a:extLst>
          </p:cNvPr>
          <p:cNvSpPr>
            <a:spLocks noGrp="1"/>
          </p:cNvSpPr>
          <p:nvPr>
            <p:ph type="sldNum" sz="quarter" idx="12"/>
          </p:nvPr>
        </p:nvSpPr>
        <p:spPr/>
        <p:txBody>
          <a:bodyPr/>
          <a:lstStyle/>
          <a:p>
            <a:fld id="{F8F6B9CD-BE6B-498B-93B3-0FAD7ADE75E3}" type="slidenum">
              <a:rPr lang="en-US" smtClean="0"/>
              <a:t>12</a:t>
            </a:fld>
            <a:endParaRPr lang="en-US"/>
          </a:p>
        </p:txBody>
      </p:sp>
    </p:spTree>
    <p:extLst>
      <p:ext uri="{BB962C8B-B14F-4D97-AF65-F5344CB8AC3E}">
        <p14:creationId xmlns:p14="http://schemas.microsoft.com/office/powerpoint/2010/main" val="38976463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CCCFD9-8A0C-BCB7-49F8-96DFC1FDA846}"/>
              </a:ext>
            </a:extLst>
          </p:cNvPr>
          <p:cNvSpPr>
            <a:spLocks noGrp="1"/>
          </p:cNvSpPr>
          <p:nvPr>
            <p:ph type="ctrTitle"/>
          </p:nvPr>
        </p:nvSpPr>
        <p:spPr/>
        <p:txBody>
          <a:bodyPr/>
          <a:lstStyle/>
          <a:p>
            <a:r>
              <a:rPr lang="en-US" dirty="0"/>
              <a:t>Section Title</a:t>
            </a:r>
          </a:p>
        </p:txBody>
      </p:sp>
      <p:sp>
        <p:nvSpPr>
          <p:cNvPr id="3" name="Subtitle 2">
            <a:extLst>
              <a:ext uri="{FF2B5EF4-FFF2-40B4-BE49-F238E27FC236}">
                <a16:creationId xmlns:a16="http://schemas.microsoft.com/office/drawing/2014/main" id="{31A13FC7-DD45-772F-14C9-C7A4CA298E0C}"/>
              </a:ext>
            </a:extLst>
          </p:cNvPr>
          <p:cNvSpPr>
            <a:spLocks noGrp="1"/>
          </p:cNvSpPr>
          <p:nvPr>
            <p:ph type="subTitle" idx="1"/>
          </p:nvPr>
        </p:nvSpPr>
        <p:spPr/>
        <p:txBody>
          <a:bodyPr/>
          <a:lstStyle/>
          <a:p>
            <a:r>
              <a:rPr lang="en-US" dirty="0"/>
              <a:t>Section Subtitle if Needed</a:t>
            </a:r>
          </a:p>
        </p:txBody>
      </p:sp>
      <p:sp>
        <p:nvSpPr>
          <p:cNvPr id="4" name="Footer Placeholder 3">
            <a:extLst>
              <a:ext uri="{FF2B5EF4-FFF2-40B4-BE49-F238E27FC236}">
                <a16:creationId xmlns:a16="http://schemas.microsoft.com/office/drawing/2014/main" id="{C28ED03B-EECB-B270-221C-0CFB3BC805BB}"/>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1C136FF7-0126-F85E-03E5-1F0F04C1FDB7}"/>
              </a:ext>
            </a:extLst>
          </p:cNvPr>
          <p:cNvSpPr>
            <a:spLocks noGrp="1"/>
          </p:cNvSpPr>
          <p:nvPr>
            <p:ph type="sldNum" sz="quarter" idx="12"/>
          </p:nvPr>
        </p:nvSpPr>
        <p:spPr/>
        <p:txBody>
          <a:bodyPr/>
          <a:lstStyle/>
          <a:p>
            <a:fld id="{F8F6B9CD-BE6B-498B-93B3-0FAD7ADE75E3}" type="slidenum">
              <a:rPr lang="en-US" smtClean="0"/>
              <a:pPr/>
              <a:t>13</a:t>
            </a:fld>
            <a:endParaRPr lang="en-US"/>
          </a:p>
        </p:txBody>
      </p:sp>
    </p:spTree>
    <p:extLst>
      <p:ext uri="{BB962C8B-B14F-4D97-AF65-F5344CB8AC3E}">
        <p14:creationId xmlns:p14="http://schemas.microsoft.com/office/powerpoint/2010/main" val="17140140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0369DD72-1414-E281-D101-7AED1DDEC631}"/>
              </a:ext>
            </a:extLst>
          </p:cNvPr>
          <p:cNvSpPr>
            <a:spLocks noGrp="1"/>
          </p:cNvSpPr>
          <p:nvPr>
            <p:ph type="title"/>
          </p:nvPr>
        </p:nvSpPr>
        <p:spPr/>
        <p:txBody>
          <a:bodyPr/>
          <a:lstStyle/>
          <a:p>
            <a:endParaRPr lang="en-US"/>
          </a:p>
        </p:txBody>
      </p:sp>
      <p:sp>
        <p:nvSpPr>
          <p:cNvPr id="10" name="Content Placeholder 9">
            <a:extLst>
              <a:ext uri="{FF2B5EF4-FFF2-40B4-BE49-F238E27FC236}">
                <a16:creationId xmlns:a16="http://schemas.microsoft.com/office/drawing/2014/main" id="{F173F695-2457-A400-C69D-46E924FD0B52}"/>
              </a:ext>
            </a:extLst>
          </p:cNvPr>
          <p:cNvSpPr>
            <a:spLocks noGrp="1"/>
          </p:cNvSpPr>
          <p:nvPr>
            <p:ph idx="1"/>
          </p:nvPr>
        </p:nvSpPr>
        <p:spPr/>
        <p:txBody>
          <a:bodyPr/>
          <a:lstStyle/>
          <a:p>
            <a:endParaRPr lang="en-US"/>
          </a:p>
        </p:txBody>
      </p:sp>
      <p:sp>
        <p:nvSpPr>
          <p:cNvPr id="7" name="Footer Placeholder 6">
            <a:extLst>
              <a:ext uri="{FF2B5EF4-FFF2-40B4-BE49-F238E27FC236}">
                <a16:creationId xmlns:a16="http://schemas.microsoft.com/office/drawing/2014/main" id="{D6551C70-0D18-FA2D-8104-FDF12332BE16}"/>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B2113149-682D-219C-4779-9E0C21E9B152}"/>
              </a:ext>
            </a:extLst>
          </p:cNvPr>
          <p:cNvSpPr>
            <a:spLocks noGrp="1"/>
          </p:cNvSpPr>
          <p:nvPr>
            <p:ph type="sldNum" sz="quarter" idx="12"/>
          </p:nvPr>
        </p:nvSpPr>
        <p:spPr/>
        <p:txBody>
          <a:bodyPr/>
          <a:lstStyle/>
          <a:p>
            <a:fld id="{F8F6B9CD-BE6B-498B-93B3-0FAD7ADE75E3}" type="slidenum">
              <a:rPr lang="en-US" smtClean="0"/>
              <a:t>14</a:t>
            </a:fld>
            <a:endParaRPr lang="en-US"/>
          </a:p>
        </p:txBody>
      </p:sp>
      <p:sp>
        <p:nvSpPr>
          <p:cNvPr id="11" name="Text Placeholder 10">
            <a:extLst>
              <a:ext uri="{FF2B5EF4-FFF2-40B4-BE49-F238E27FC236}">
                <a16:creationId xmlns:a16="http://schemas.microsoft.com/office/drawing/2014/main" id="{B1775A68-006C-A116-3E5F-A20E924511B2}"/>
              </a:ext>
            </a:extLst>
          </p:cNvPr>
          <p:cNvSpPr>
            <a:spLocks noGrp="1"/>
          </p:cNvSpPr>
          <p:nvPr>
            <p:ph type="body" sz="quarter" idx="13"/>
          </p:nvPr>
        </p:nvSpPr>
        <p:spPr/>
        <p:txBody>
          <a:bodyPr/>
          <a:lstStyle/>
          <a:p>
            <a:endParaRPr lang="en-US"/>
          </a:p>
        </p:txBody>
      </p:sp>
    </p:spTree>
    <p:extLst>
      <p:ext uri="{BB962C8B-B14F-4D97-AF65-F5344CB8AC3E}">
        <p14:creationId xmlns:p14="http://schemas.microsoft.com/office/powerpoint/2010/main" val="35343230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CBAE5A-EBF4-F3FF-3503-335836F1A79F}"/>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84C78CE5-102D-2092-6001-F493C67ACB89}"/>
              </a:ext>
            </a:extLst>
          </p:cNvPr>
          <p:cNvSpPr>
            <a:spLocks noGrp="1"/>
          </p:cNvSpPr>
          <p:nvPr>
            <p:ph type="body" idx="1"/>
          </p:nvPr>
        </p:nvSpPr>
        <p:spPr/>
        <p:txBody>
          <a:bodyPr/>
          <a:lstStyle/>
          <a:p>
            <a:endParaRPr lang="en-US"/>
          </a:p>
        </p:txBody>
      </p:sp>
      <p:sp>
        <p:nvSpPr>
          <p:cNvPr id="4" name="Content Placeholder 3">
            <a:extLst>
              <a:ext uri="{FF2B5EF4-FFF2-40B4-BE49-F238E27FC236}">
                <a16:creationId xmlns:a16="http://schemas.microsoft.com/office/drawing/2014/main" id="{1B0A9CB9-2150-6A14-8875-294862BC6C47}"/>
              </a:ext>
            </a:extLst>
          </p:cNvPr>
          <p:cNvSpPr>
            <a:spLocks noGrp="1"/>
          </p:cNvSpPr>
          <p:nvPr>
            <p:ph sz="half" idx="2"/>
          </p:nvPr>
        </p:nvSpPr>
        <p:spPr/>
        <p:txBody>
          <a:bodyPr/>
          <a:lstStyle/>
          <a:p>
            <a:endParaRPr lang="en-US"/>
          </a:p>
        </p:txBody>
      </p:sp>
      <p:sp>
        <p:nvSpPr>
          <p:cNvPr id="5" name="Text Placeholder 4">
            <a:extLst>
              <a:ext uri="{FF2B5EF4-FFF2-40B4-BE49-F238E27FC236}">
                <a16:creationId xmlns:a16="http://schemas.microsoft.com/office/drawing/2014/main" id="{ADCFC05D-0D3D-735E-1F4A-97AF426512E3}"/>
              </a:ext>
            </a:extLst>
          </p:cNvPr>
          <p:cNvSpPr>
            <a:spLocks noGrp="1"/>
          </p:cNvSpPr>
          <p:nvPr>
            <p:ph type="body" sz="quarter" idx="3"/>
          </p:nvPr>
        </p:nvSpPr>
        <p:spPr/>
        <p:txBody>
          <a:bodyPr/>
          <a:lstStyle/>
          <a:p>
            <a:endParaRPr lang="en-US"/>
          </a:p>
        </p:txBody>
      </p:sp>
      <p:sp>
        <p:nvSpPr>
          <p:cNvPr id="6" name="Content Placeholder 5">
            <a:extLst>
              <a:ext uri="{FF2B5EF4-FFF2-40B4-BE49-F238E27FC236}">
                <a16:creationId xmlns:a16="http://schemas.microsoft.com/office/drawing/2014/main" id="{253B72A6-7B09-4642-1C30-648AB7938FEF}"/>
              </a:ext>
            </a:extLst>
          </p:cNvPr>
          <p:cNvSpPr>
            <a:spLocks noGrp="1"/>
          </p:cNvSpPr>
          <p:nvPr>
            <p:ph sz="quarter" idx="4"/>
          </p:nvPr>
        </p:nvSpPr>
        <p:spPr/>
        <p:txBody>
          <a:bodyPr/>
          <a:lstStyle/>
          <a:p>
            <a:endParaRPr lang="en-US"/>
          </a:p>
        </p:txBody>
      </p:sp>
      <p:sp>
        <p:nvSpPr>
          <p:cNvPr id="7" name="Footer Placeholder 6">
            <a:extLst>
              <a:ext uri="{FF2B5EF4-FFF2-40B4-BE49-F238E27FC236}">
                <a16:creationId xmlns:a16="http://schemas.microsoft.com/office/drawing/2014/main" id="{4941899D-70EE-3216-631F-A86260C3646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03E57E4F-689C-26D8-C480-99376B87B4ED}"/>
              </a:ext>
            </a:extLst>
          </p:cNvPr>
          <p:cNvSpPr>
            <a:spLocks noGrp="1"/>
          </p:cNvSpPr>
          <p:nvPr>
            <p:ph type="sldNum" sz="quarter" idx="12"/>
          </p:nvPr>
        </p:nvSpPr>
        <p:spPr/>
        <p:txBody>
          <a:bodyPr/>
          <a:lstStyle/>
          <a:p>
            <a:fld id="{F8F6B9CD-BE6B-498B-93B3-0FAD7ADE75E3}" type="slidenum">
              <a:rPr lang="en-US" smtClean="0"/>
              <a:t>15</a:t>
            </a:fld>
            <a:endParaRPr lang="en-US"/>
          </a:p>
        </p:txBody>
      </p:sp>
    </p:spTree>
    <p:extLst>
      <p:ext uri="{BB962C8B-B14F-4D97-AF65-F5344CB8AC3E}">
        <p14:creationId xmlns:p14="http://schemas.microsoft.com/office/powerpoint/2010/main" val="384858123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8FB4368E-5611-092B-76C4-5C9D3341887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3" name="Slide Number Placeholder 2">
            <a:extLst>
              <a:ext uri="{FF2B5EF4-FFF2-40B4-BE49-F238E27FC236}">
                <a16:creationId xmlns:a16="http://schemas.microsoft.com/office/drawing/2014/main" id="{51DD7BEC-3BDF-1E73-E6ED-400CE672D5B9}"/>
              </a:ext>
            </a:extLst>
          </p:cNvPr>
          <p:cNvSpPr>
            <a:spLocks noGrp="1"/>
          </p:cNvSpPr>
          <p:nvPr>
            <p:ph type="sldNum" sz="quarter" idx="12"/>
          </p:nvPr>
        </p:nvSpPr>
        <p:spPr/>
        <p:txBody>
          <a:bodyPr/>
          <a:lstStyle/>
          <a:p>
            <a:fld id="{F8F6B9CD-BE6B-498B-93B3-0FAD7ADE75E3}" type="slidenum">
              <a:rPr lang="en-US" smtClean="0"/>
              <a:t>16</a:t>
            </a:fld>
            <a:endParaRPr lang="en-US"/>
          </a:p>
        </p:txBody>
      </p:sp>
      <p:sp>
        <p:nvSpPr>
          <p:cNvPr id="4" name="Picture Placeholder 3">
            <a:extLst>
              <a:ext uri="{FF2B5EF4-FFF2-40B4-BE49-F238E27FC236}">
                <a16:creationId xmlns:a16="http://schemas.microsoft.com/office/drawing/2014/main" id="{12E5F703-9119-2409-524A-1D1409D1A25F}"/>
              </a:ext>
            </a:extLst>
          </p:cNvPr>
          <p:cNvSpPr>
            <a:spLocks noGrp="1"/>
          </p:cNvSpPr>
          <p:nvPr>
            <p:ph type="pic" sz="quarter" idx="13"/>
          </p:nvPr>
        </p:nvSpPr>
        <p:spPr/>
        <p:txBody>
          <a:bodyPr/>
          <a:lstStyle/>
          <a:p>
            <a:endParaRPr lang="en-US"/>
          </a:p>
        </p:txBody>
      </p:sp>
      <p:sp>
        <p:nvSpPr>
          <p:cNvPr id="5" name="Picture Placeholder 4">
            <a:extLst>
              <a:ext uri="{FF2B5EF4-FFF2-40B4-BE49-F238E27FC236}">
                <a16:creationId xmlns:a16="http://schemas.microsoft.com/office/drawing/2014/main" id="{9A073569-6AFF-120C-5330-84BFC8651870}"/>
              </a:ext>
            </a:extLst>
          </p:cNvPr>
          <p:cNvSpPr>
            <a:spLocks noGrp="1"/>
          </p:cNvSpPr>
          <p:nvPr>
            <p:ph type="pic" sz="quarter" idx="14"/>
          </p:nvPr>
        </p:nvSpPr>
        <p:spPr/>
        <p:txBody>
          <a:bodyPr/>
          <a:lstStyle/>
          <a:p>
            <a:endParaRPr lang="en-US"/>
          </a:p>
        </p:txBody>
      </p:sp>
      <p:sp>
        <p:nvSpPr>
          <p:cNvPr id="6" name="Text Placeholder 5">
            <a:extLst>
              <a:ext uri="{FF2B5EF4-FFF2-40B4-BE49-F238E27FC236}">
                <a16:creationId xmlns:a16="http://schemas.microsoft.com/office/drawing/2014/main" id="{A805AF36-1E52-C13C-80F7-F9B073B79472}"/>
              </a:ext>
            </a:extLst>
          </p:cNvPr>
          <p:cNvSpPr>
            <a:spLocks noGrp="1"/>
          </p:cNvSpPr>
          <p:nvPr>
            <p:ph type="body" sz="quarter" idx="15"/>
          </p:nvPr>
        </p:nvSpPr>
        <p:spPr/>
        <p:txBody>
          <a:bodyPr/>
          <a:lstStyle/>
          <a:p>
            <a:endParaRPr lang="en-US"/>
          </a:p>
        </p:txBody>
      </p:sp>
      <p:sp>
        <p:nvSpPr>
          <p:cNvPr id="7" name="Text Placeholder 6">
            <a:extLst>
              <a:ext uri="{FF2B5EF4-FFF2-40B4-BE49-F238E27FC236}">
                <a16:creationId xmlns:a16="http://schemas.microsoft.com/office/drawing/2014/main" id="{78689703-ABE8-4097-566B-FF22FFC25469}"/>
              </a:ext>
            </a:extLst>
          </p:cNvPr>
          <p:cNvSpPr>
            <a:spLocks noGrp="1"/>
          </p:cNvSpPr>
          <p:nvPr>
            <p:ph type="body" sz="quarter" idx="16"/>
          </p:nvPr>
        </p:nvSpPr>
        <p:spPr/>
        <p:txBody>
          <a:bodyPr/>
          <a:lstStyle/>
          <a:p>
            <a:endParaRPr lang="en-US"/>
          </a:p>
        </p:txBody>
      </p:sp>
      <p:sp>
        <p:nvSpPr>
          <p:cNvPr id="8" name="Picture Placeholder 7">
            <a:extLst>
              <a:ext uri="{FF2B5EF4-FFF2-40B4-BE49-F238E27FC236}">
                <a16:creationId xmlns:a16="http://schemas.microsoft.com/office/drawing/2014/main" id="{C2401FD4-24AB-CE0F-A3FD-A3970A51DC2F}"/>
              </a:ext>
            </a:extLst>
          </p:cNvPr>
          <p:cNvSpPr>
            <a:spLocks noGrp="1"/>
          </p:cNvSpPr>
          <p:nvPr>
            <p:ph type="pic" sz="quarter" idx="17"/>
          </p:nvPr>
        </p:nvSpPr>
        <p:spPr/>
        <p:txBody>
          <a:bodyPr/>
          <a:lstStyle/>
          <a:p>
            <a:endParaRPr lang="en-US"/>
          </a:p>
        </p:txBody>
      </p:sp>
      <p:sp>
        <p:nvSpPr>
          <p:cNvPr id="9" name="Picture Placeholder 8">
            <a:extLst>
              <a:ext uri="{FF2B5EF4-FFF2-40B4-BE49-F238E27FC236}">
                <a16:creationId xmlns:a16="http://schemas.microsoft.com/office/drawing/2014/main" id="{A4A289F9-D5FC-85F9-B5D5-0A28A7673537}"/>
              </a:ext>
            </a:extLst>
          </p:cNvPr>
          <p:cNvSpPr>
            <a:spLocks noGrp="1"/>
          </p:cNvSpPr>
          <p:nvPr>
            <p:ph type="pic" sz="quarter" idx="18"/>
          </p:nvPr>
        </p:nvSpPr>
        <p:spPr/>
        <p:txBody>
          <a:bodyPr/>
          <a:lstStyle/>
          <a:p>
            <a:endParaRPr lang="en-US"/>
          </a:p>
        </p:txBody>
      </p:sp>
      <p:sp>
        <p:nvSpPr>
          <p:cNvPr id="10" name="Picture Placeholder 9">
            <a:extLst>
              <a:ext uri="{FF2B5EF4-FFF2-40B4-BE49-F238E27FC236}">
                <a16:creationId xmlns:a16="http://schemas.microsoft.com/office/drawing/2014/main" id="{6912C9EA-6E2D-D4A5-F16F-D1D114593A7B}"/>
              </a:ext>
            </a:extLst>
          </p:cNvPr>
          <p:cNvSpPr>
            <a:spLocks noGrp="1"/>
          </p:cNvSpPr>
          <p:nvPr>
            <p:ph type="pic" sz="quarter" idx="19"/>
          </p:nvPr>
        </p:nvSpPr>
        <p:spPr/>
        <p:txBody>
          <a:bodyPr/>
          <a:lstStyle/>
          <a:p>
            <a:endParaRPr lang="en-US"/>
          </a:p>
        </p:txBody>
      </p:sp>
      <p:sp>
        <p:nvSpPr>
          <p:cNvPr id="11" name="Text Placeholder 10">
            <a:extLst>
              <a:ext uri="{FF2B5EF4-FFF2-40B4-BE49-F238E27FC236}">
                <a16:creationId xmlns:a16="http://schemas.microsoft.com/office/drawing/2014/main" id="{CEAAE5DF-8E8D-6D3D-C717-FEEE5BFE4E6B}"/>
              </a:ext>
            </a:extLst>
          </p:cNvPr>
          <p:cNvSpPr>
            <a:spLocks noGrp="1"/>
          </p:cNvSpPr>
          <p:nvPr>
            <p:ph type="body" sz="quarter" idx="20"/>
          </p:nvPr>
        </p:nvSpPr>
        <p:spPr/>
        <p:txBody>
          <a:bodyPr/>
          <a:lstStyle/>
          <a:p>
            <a:endParaRPr lang="en-US"/>
          </a:p>
        </p:txBody>
      </p:sp>
    </p:spTree>
    <p:extLst>
      <p:ext uri="{BB962C8B-B14F-4D97-AF65-F5344CB8AC3E}">
        <p14:creationId xmlns:p14="http://schemas.microsoft.com/office/powerpoint/2010/main" val="27918623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98407AFE-A633-546A-9488-924FB6B3102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3" name="Slide Number Placeholder 2">
            <a:extLst>
              <a:ext uri="{FF2B5EF4-FFF2-40B4-BE49-F238E27FC236}">
                <a16:creationId xmlns:a16="http://schemas.microsoft.com/office/drawing/2014/main" id="{DB602459-8DDE-74C5-6059-06136E5EFE29}"/>
              </a:ext>
            </a:extLst>
          </p:cNvPr>
          <p:cNvSpPr>
            <a:spLocks noGrp="1"/>
          </p:cNvSpPr>
          <p:nvPr>
            <p:ph type="sldNum" sz="quarter" idx="12"/>
          </p:nvPr>
        </p:nvSpPr>
        <p:spPr/>
        <p:txBody>
          <a:bodyPr/>
          <a:lstStyle/>
          <a:p>
            <a:fld id="{F8F6B9CD-BE6B-498B-93B3-0FAD7ADE75E3}" type="slidenum">
              <a:rPr lang="en-US" smtClean="0"/>
              <a:pPr/>
              <a:t>17</a:t>
            </a:fld>
            <a:endParaRPr lang="en-US"/>
          </a:p>
        </p:txBody>
      </p:sp>
    </p:spTree>
    <p:extLst>
      <p:ext uri="{BB962C8B-B14F-4D97-AF65-F5344CB8AC3E}">
        <p14:creationId xmlns:p14="http://schemas.microsoft.com/office/powerpoint/2010/main" val="94799169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E61CD6-44FB-F543-BB64-1C7FB6133DB0}"/>
              </a:ext>
            </a:extLst>
          </p:cNvPr>
          <p:cNvSpPr>
            <a:spLocks noGrp="1"/>
          </p:cNvSpPr>
          <p:nvPr>
            <p:ph type="title"/>
          </p:nvPr>
        </p:nvSpPr>
        <p:spPr>
          <a:xfrm>
            <a:off x="609599" y="365126"/>
            <a:ext cx="10972799" cy="804735"/>
          </a:xfrm>
        </p:spPr>
        <p:txBody>
          <a:bodyPr/>
          <a:lstStyle/>
          <a:p>
            <a:r>
              <a:rPr lang="en-US" dirty="0"/>
              <a:t>Elements to Pick Up/Use</a:t>
            </a:r>
          </a:p>
        </p:txBody>
      </p:sp>
      <p:sp>
        <p:nvSpPr>
          <p:cNvPr id="3" name="Footer Placeholder 2">
            <a:extLst>
              <a:ext uri="{FF2B5EF4-FFF2-40B4-BE49-F238E27FC236}">
                <a16:creationId xmlns:a16="http://schemas.microsoft.com/office/drawing/2014/main" id="{007F34BC-7155-197D-0A49-E970BE83641C}"/>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86108170-5AB2-6E86-EB29-732FD77B3403}"/>
              </a:ext>
            </a:extLst>
          </p:cNvPr>
          <p:cNvSpPr>
            <a:spLocks noGrp="1"/>
          </p:cNvSpPr>
          <p:nvPr>
            <p:ph type="sldNum" sz="quarter" idx="12"/>
          </p:nvPr>
        </p:nvSpPr>
        <p:spPr/>
        <p:txBody>
          <a:bodyPr/>
          <a:lstStyle/>
          <a:p>
            <a:fld id="{F8F6B9CD-BE6B-498B-93B3-0FAD7ADE75E3}" type="slidenum">
              <a:rPr lang="en-US" smtClean="0"/>
              <a:t>18</a:t>
            </a:fld>
            <a:endParaRPr lang="en-US"/>
          </a:p>
        </p:txBody>
      </p:sp>
      <p:grpSp>
        <p:nvGrpSpPr>
          <p:cNvPr id="13" name="Group 12">
            <a:extLst>
              <a:ext uri="{FF2B5EF4-FFF2-40B4-BE49-F238E27FC236}">
                <a16:creationId xmlns:a16="http://schemas.microsoft.com/office/drawing/2014/main" id="{E39F378A-9E0F-DD04-0862-3060ED67D87E}"/>
              </a:ext>
            </a:extLst>
          </p:cNvPr>
          <p:cNvGrpSpPr/>
          <p:nvPr/>
        </p:nvGrpSpPr>
        <p:grpSpPr>
          <a:xfrm>
            <a:off x="609599" y="1260003"/>
            <a:ext cx="3200400" cy="3783945"/>
            <a:chOff x="360962" y="1230506"/>
            <a:chExt cx="3200400" cy="3783945"/>
          </a:xfrm>
        </p:grpSpPr>
        <p:sp>
          <p:nvSpPr>
            <p:cNvPr id="6" name="Rectangle 5">
              <a:extLst>
                <a:ext uri="{FF2B5EF4-FFF2-40B4-BE49-F238E27FC236}">
                  <a16:creationId xmlns:a16="http://schemas.microsoft.com/office/drawing/2014/main" id="{1FF68B67-3C84-5E1A-DC32-E0175FD337D2}"/>
                </a:ext>
              </a:extLst>
            </p:cNvPr>
            <p:cNvSpPr/>
            <p:nvPr/>
          </p:nvSpPr>
          <p:spPr>
            <a:xfrm>
              <a:off x="360962" y="1410724"/>
              <a:ext cx="3200400" cy="3603727"/>
            </a:xfrm>
            <a:prstGeom prst="rect">
              <a:avLst/>
            </a:prstGeom>
            <a:solidFill>
              <a:schemeClr val="accent3">
                <a:lumMod val="20000"/>
                <a:lumOff val="80000"/>
                <a:alpha val="3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chemeClr val="accent3">
                    <a:lumMod val="20000"/>
                    <a:lumOff val="80000"/>
                  </a:schemeClr>
                </a:solidFill>
                <a:effectLst/>
                <a:uLnTx/>
                <a:uFillTx/>
                <a:latin typeface="Arial" panose="020B0604020202020204"/>
                <a:ea typeface="+mn-ea"/>
                <a:cs typeface="+mn-cs"/>
              </a:endParaRPr>
            </a:p>
          </p:txBody>
        </p:sp>
        <p:grpSp>
          <p:nvGrpSpPr>
            <p:cNvPr id="12" name="Group 11">
              <a:extLst>
                <a:ext uri="{FF2B5EF4-FFF2-40B4-BE49-F238E27FC236}">
                  <a16:creationId xmlns:a16="http://schemas.microsoft.com/office/drawing/2014/main" id="{50188AFB-DF0B-DEC1-9F6D-984435A54D8B}"/>
                </a:ext>
              </a:extLst>
            </p:cNvPr>
            <p:cNvGrpSpPr/>
            <p:nvPr/>
          </p:nvGrpSpPr>
          <p:grpSpPr>
            <a:xfrm>
              <a:off x="383829" y="1230506"/>
              <a:ext cx="3154666" cy="3570439"/>
              <a:chOff x="423530" y="1230506"/>
              <a:chExt cx="3154666" cy="3570439"/>
            </a:xfrm>
          </p:grpSpPr>
          <p:sp>
            <p:nvSpPr>
              <p:cNvPr id="7" name="TextBox 6">
                <a:extLst>
                  <a:ext uri="{FF2B5EF4-FFF2-40B4-BE49-F238E27FC236}">
                    <a16:creationId xmlns:a16="http://schemas.microsoft.com/office/drawing/2014/main" id="{E0FEE9C8-0945-4673-127B-D1B9F8D6B584}"/>
                  </a:ext>
                </a:extLst>
              </p:cNvPr>
              <p:cNvSpPr txBox="1"/>
              <p:nvPr/>
            </p:nvSpPr>
            <p:spPr>
              <a:xfrm>
                <a:off x="834996" y="1769346"/>
                <a:ext cx="2286000" cy="3031599"/>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2856"/>
                    </a:solidFill>
                    <a:effectLst/>
                    <a:uLnTx/>
                    <a:uFillTx/>
                    <a:latin typeface="Arial" panose="020B0604020202020204"/>
                    <a:ea typeface="+mn-ea"/>
                    <a:cs typeface="+mn-cs"/>
                  </a:rPr>
                  <a:t>We take our responsibility to empower our team and reduce our organizational environmental footprint seriously, but the largest impact we have on the planet and its people is through the work our teams do every day. Every project we deliver has its roots in sustainability and resilience.</a:t>
                </a:r>
                <a:br>
                  <a:rPr kumimoji="0" lang="en-US" sz="1800" b="0" i="0" u="none" strike="noStrike" kern="1200" cap="none" spc="0" normalizeH="0" baseline="0" noProof="0" dirty="0">
                    <a:ln>
                      <a:noFill/>
                    </a:ln>
                    <a:solidFill>
                      <a:srgbClr val="002856"/>
                    </a:solidFill>
                    <a:effectLst/>
                    <a:uLnTx/>
                    <a:uFillTx/>
                    <a:latin typeface="Arial" panose="020B0604020202020204"/>
                    <a:ea typeface="+mn-ea"/>
                    <a:cs typeface="+mn-cs"/>
                  </a:rPr>
                </a:br>
                <a:endParaRPr kumimoji="0" lang="en-US" sz="1800" b="0" i="0" u="none" strike="noStrike" kern="1200" cap="none" spc="0" normalizeH="0" baseline="0" noProof="0" dirty="0">
                  <a:ln>
                    <a:noFill/>
                  </a:ln>
                  <a:solidFill>
                    <a:srgbClr val="002856"/>
                  </a:solidFill>
                  <a:effectLst/>
                  <a:uLnTx/>
                  <a:uFillTx/>
                  <a:latin typeface="Arial" panose="020B06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chemeClr val="accent1"/>
                    </a:solidFill>
                    <a:effectLst/>
                    <a:uLnTx/>
                    <a:uFillTx/>
                    <a:latin typeface="Arial" panose="020B0604020202020204"/>
                    <a:ea typeface="+mn-ea"/>
                    <a:cs typeface="+mn-cs"/>
                  </a:rPr>
                  <a:t>Mark Fallon</a:t>
                </a:r>
                <a:br>
                  <a:rPr kumimoji="0" lang="en-US" sz="1800" b="0" i="0" u="none" strike="noStrike" kern="1200" cap="none" spc="0" normalizeH="0" baseline="0" noProof="0" dirty="0">
                    <a:ln>
                      <a:noFill/>
                    </a:ln>
                    <a:solidFill>
                      <a:schemeClr val="accent1"/>
                    </a:solidFill>
                    <a:effectLst/>
                    <a:uLnTx/>
                    <a:uFillTx/>
                    <a:latin typeface="Arial" panose="020B0604020202020204"/>
                    <a:ea typeface="+mn-ea"/>
                    <a:cs typeface="+mn-cs"/>
                  </a:rPr>
                </a:br>
                <a:r>
                  <a:rPr kumimoji="0" lang="en-US" sz="1100" b="0" i="0" u="none" strike="noStrike" kern="1200" cap="none" spc="0" normalizeH="0" baseline="0" noProof="0" dirty="0">
                    <a:ln>
                      <a:noFill/>
                    </a:ln>
                    <a:solidFill>
                      <a:schemeClr val="accent1"/>
                    </a:solidFill>
                    <a:effectLst/>
                    <a:uLnTx/>
                    <a:uFillTx/>
                    <a:latin typeface="Arial" panose="020B0604020202020204"/>
                    <a:ea typeface="+mn-ea"/>
                    <a:cs typeface="+mn-cs"/>
                  </a:rPr>
                  <a:t>APTIM Chairman &amp; CE</a:t>
                </a:r>
                <a:r>
                  <a:rPr lang="en-US" sz="1100" dirty="0">
                    <a:solidFill>
                      <a:schemeClr val="accent1"/>
                    </a:solidFill>
                    <a:latin typeface="Arial" panose="020B0604020202020204"/>
                  </a:rPr>
                  <a:t>O</a:t>
                </a:r>
                <a:endParaRPr kumimoji="0" lang="en-US" sz="1800" b="0" i="0" u="none" strike="noStrike" kern="1200" cap="none" spc="0" normalizeH="0" baseline="0" noProof="0" dirty="0">
                  <a:ln>
                    <a:noFill/>
                  </a:ln>
                  <a:solidFill>
                    <a:schemeClr val="accent1"/>
                  </a:solidFill>
                  <a:effectLst/>
                  <a:uLnTx/>
                  <a:uFillTx/>
                  <a:latin typeface="Arial" panose="020B0604020202020204"/>
                  <a:ea typeface="+mn-ea"/>
                  <a:cs typeface="+mn-cs"/>
                </a:endParaRPr>
              </a:p>
            </p:txBody>
          </p:sp>
          <p:sp>
            <p:nvSpPr>
              <p:cNvPr id="8" name="TextBox 7">
                <a:extLst>
                  <a:ext uri="{FF2B5EF4-FFF2-40B4-BE49-F238E27FC236}">
                    <a16:creationId xmlns:a16="http://schemas.microsoft.com/office/drawing/2014/main" id="{92F3A2C1-1B61-C218-73FF-0FF2A44CF31F}"/>
                  </a:ext>
                </a:extLst>
              </p:cNvPr>
              <p:cNvSpPr txBox="1"/>
              <p:nvPr/>
            </p:nvSpPr>
            <p:spPr>
              <a:xfrm>
                <a:off x="423530" y="1230506"/>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dirty="0">
                    <a:ln>
                      <a:noFill/>
                    </a:ln>
                    <a:solidFill>
                      <a:schemeClr val="accent3">
                        <a:alpha val="20000"/>
                      </a:schemeClr>
                    </a:solidFill>
                    <a:effectLst/>
                    <a:uLnTx/>
                    <a:uFillTx/>
                    <a:latin typeface="Arial Rounded MT Bold" panose="020F0704030504030204" pitchFamily="34" charset="0"/>
                  </a:rPr>
                  <a:t>“</a:t>
                </a:r>
              </a:p>
            </p:txBody>
          </p:sp>
          <p:sp>
            <p:nvSpPr>
              <p:cNvPr id="9" name="TextBox 8">
                <a:extLst>
                  <a:ext uri="{FF2B5EF4-FFF2-40B4-BE49-F238E27FC236}">
                    <a16:creationId xmlns:a16="http://schemas.microsoft.com/office/drawing/2014/main" id="{0CF4A529-3D11-FAF3-E9DD-88278FF22DBE}"/>
                  </a:ext>
                </a:extLst>
              </p:cNvPr>
              <p:cNvSpPr txBox="1"/>
              <p:nvPr/>
            </p:nvSpPr>
            <p:spPr>
              <a:xfrm>
                <a:off x="2743200" y="3608311"/>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dirty="0">
                    <a:ln>
                      <a:noFill/>
                    </a:ln>
                    <a:solidFill>
                      <a:schemeClr val="accent3">
                        <a:alpha val="20000"/>
                      </a:schemeClr>
                    </a:solidFill>
                    <a:effectLst/>
                    <a:uLnTx/>
                    <a:uFillTx/>
                    <a:latin typeface="Arial Rounded MT Bold" panose="020F0704030504030204" pitchFamily="34" charset="0"/>
                    <a:ea typeface="+mn-ea"/>
                    <a:cs typeface="+mn-cs"/>
                  </a:rPr>
                  <a:t>”</a:t>
                </a:r>
              </a:p>
            </p:txBody>
          </p:sp>
        </p:grpSp>
      </p:grpSp>
      <p:grpSp>
        <p:nvGrpSpPr>
          <p:cNvPr id="10" name="Group 9">
            <a:extLst>
              <a:ext uri="{FF2B5EF4-FFF2-40B4-BE49-F238E27FC236}">
                <a16:creationId xmlns:a16="http://schemas.microsoft.com/office/drawing/2014/main" id="{08735A64-8067-C978-AFA2-72A926C18214}"/>
              </a:ext>
            </a:extLst>
          </p:cNvPr>
          <p:cNvGrpSpPr/>
          <p:nvPr/>
        </p:nvGrpSpPr>
        <p:grpSpPr>
          <a:xfrm>
            <a:off x="4210663" y="1260003"/>
            <a:ext cx="3200400" cy="3783945"/>
            <a:chOff x="360962" y="1230506"/>
            <a:chExt cx="3200400" cy="3783945"/>
          </a:xfrm>
        </p:grpSpPr>
        <p:sp>
          <p:nvSpPr>
            <p:cNvPr id="11" name="Rectangle 10">
              <a:extLst>
                <a:ext uri="{FF2B5EF4-FFF2-40B4-BE49-F238E27FC236}">
                  <a16:creationId xmlns:a16="http://schemas.microsoft.com/office/drawing/2014/main" id="{3ABB1D67-48C6-4C70-1FE3-8F2A79AA818B}"/>
                </a:ext>
              </a:extLst>
            </p:cNvPr>
            <p:cNvSpPr/>
            <p:nvPr/>
          </p:nvSpPr>
          <p:spPr>
            <a:xfrm>
              <a:off x="360962" y="1410724"/>
              <a:ext cx="3200400" cy="3603727"/>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chemeClr val="accent3">
                    <a:lumMod val="20000"/>
                    <a:lumOff val="80000"/>
                  </a:schemeClr>
                </a:solidFill>
                <a:effectLst/>
                <a:uLnTx/>
                <a:uFillTx/>
                <a:latin typeface="Arial" panose="020B0604020202020204"/>
                <a:ea typeface="+mn-ea"/>
                <a:cs typeface="+mn-cs"/>
              </a:endParaRPr>
            </a:p>
          </p:txBody>
        </p:sp>
        <p:grpSp>
          <p:nvGrpSpPr>
            <p:cNvPr id="14" name="Group 13">
              <a:extLst>
                <a:ext uri="{FF2B5EF4-FFF2-40B4-BE49-F238E27FC236}">
                  <a16:creationId xmlns:a16="http://schemas.microsoft.com/office/drawing/2014/main" id="{E4D37C9A-0AE5-985A-9B7F-306C69E68613}"/>
                </a:ext>
              </a:extLst>
            </p:cNvPr>
            <p:cNvGrpSpPr/>
            <p:nvPr/>
          </p:nvGrpSpPr>
          <p:grpSpPr>
            <a:xfrm>
              <a:off x="383829" y="1230506"/>
              <a:ext cx="3154666" cy="3570439"/>
              <a:chOff x="423530" y="1230506"/>
              <a:chExt cx="3154666" cy="3570439"/>
            </a:xfrm>
          </p:grpSpPr>
          <p:sp>
            <p:nvSpPr>
              <p:cNvPr id="15" name="TextBox 14">
                <a:extLst>
                  <a:ext uri="{FF2B5EF4-FFF2-40B4-BE49-F238E27FC236}">
                    <a16:creationId xmlns:a16="http://schemas.microsoft.com/office/drawing/2014/main" id="{19C7B733-ED97-030A-3339-CC8479FCA3B9}"/>
                  </a:ext>
                </a:extLst>
              </p:cNvPr>
              <p:cNvSpPr txBox="1"/>
              <p:nvPr/>
            </p:nvSpPr>
            <p:spPr>
              <a:xfrm>
                <a:off x="834996" y="1769346"/>
                <a:ext cx="2286000" cy="3031599"/>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chemeClr val="bg1"/>
                    </a:solidFill>
                    <a:effectLst/>
                    <a:uLnTx/>
                    <a:uFillTx/>
                    <a:latin typeface="Arial" panose="020B0604020202020204"/>
                    <a:ea typeface="+mn-ea"/>
                    <a:cs typeface="+mn-cs"/>
                  </a:rPr>
                  <a:t>We take our responsibility to empower our team and reduce our organizational environmental footprint seriously, but the largest impact we have on the planet and its people is through the work our teams do every day. Every project we deliver has its roots in sustainability and resilience.</a:t>
                </a:r>
                <a:br>
                  <a:rPr kumimoji="0" lang="en-US" sz="1800" b="0" i="0" u="none" strike="noStrike" kern="1200" cap="none" spc="0" normalizeH="0" baseline="0" noProof="0" dirty="0">
                    <a:ln>
                      <a:noFill/>
                    </a:ln>
                    <a:solidFill>
                      <a:schemeClr val="bg1"/>
                    </a:solidFill>
                    <a:effectLst/>
                    <a:uLnTx/>
                    <a:uFillTx/>
                    <a:latin typeface="Arial" panose="020B0604020202020204"/>
                    <a:ea typeface="+mn-ea"/>
                    <a:cs typeface="+mn-cs"/>
                  </a:rPr>
                </a:br>
                <a:endParaRPr kumimoji="0" lang="en-US" sz="1800" b="0" i="0" u="none" strike="noStrike" kern="1200" cap="none" spc="0" normalizeH="0" baseline="0" noProof="0" dirty="0">
                  <a:ln>
                    <a:noFill/>
                  </a:ln>
                  <a:solidFill>
                    <a:schemeClr val="bg1"/>
                  </a:solidFill>
                  <a:effectLst/>
                  <a:uLnTx/>
                  <a:uFillTx/>
                  <a:latin typeface="Arial" panose="020B06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chemeClr val="bg1"/>
                    </a:solidFill>
                    <a:effectLst/>
                    <a:uLnTx/>
                    <a:uFillTx/>
                    <a:latin typeface="Arial" panose="020B0604020202020204"/>
                    <a:ea typeface="+mn-ea"/>
                    <a:cs typeface="+mn-cs"/>
                  </a:rPr>
                  <a:t>Mark Fallon</a:t>
                </a:r>
                <a:br>
                  <a:rPr kumimoji="0" lang="en-US" sz="1800" b="0" i="0" u="none" strike="noStrike" kern="1200" cap="none" spc="0" normalizeH="0" baseline="0" noProof="0" dirty="0">
                    <a:ln>
                      <a:noFill/>
                    </a:ln>
                    <a:solidFill>
                      <a:schemeClr val="bg1"/>
                    </a:solidFill>
                    <a:effectLst/>
                    <a:uLnTx/>
                    <a:uFillTx/>
                    <a:latin typeface="Arial" panose="020B0604020202020204"/>
                    <a:ea typeface="+mn-ea"/>
                    <a:cs typeface="+mn-cs"/>
                  </a:rPr>
                </a:br>
                <a:r>
                  <a:rPr kumimoji="0" lang="en-US" sz="1100" b="0" i="0" u="none" strike="noStrike" kern="1200" cap="none" spc="0" normalizeH="0" baseline="0" noProof="0" dirty="0">
                    <a:ln>
                      <a:noFill/>
                    </a:ln>
                    <a:solidFill>
                      <a:schemeClr val="bg1"/>
                    </a:solidFill>
                    <a:effectLst/>
                    <a:uLnTx/>
                    <a:uFillTx/>
                    <a:latin typeface="Arial" panose="020B0604020202020204"/>
                    <a:ea typeface="+mn-ea"/>
                    <a:cs typeface="+mn-cs"/>
                  </a:rPr>
                  <a:t>APTIM Chairman &amp; CE</a:t>
                </a:r>
                <a:r>
                  <a:rPr lang="en-US" sz="1100" dirty="0">
                    <a:solidFill>
                      <a:schemeClr val="bg1"/>
                    </a:solidFill>
                    <a:latin typeface="Arial" panose="020B0604020202020204"/>
                  </a:rPr>
                  <a:t>O</a:t>
                </a:r>
                <a:endParaRPr kumimoji="0" lang="en-US" sz="1800" b="0" i="0" u="none" strike="noStrike" kern="1200" cap="none" spc="0" normalizeH="0" baseline="0" noProof="0" dirty="0">
                  <a:ln>
                    <a:noFill/>
                  </a:ln>
                  <a:solidFill>
                    <a:schemeClr val="bg1"/>
                  </a:solidFill>
                  <a:effectLst/>
                  <a:uLnTx/>
                  <a:uFillTx/>
                  <a:latin typeface="Arial" panose="020B0604020202020204"/>
                  <a:ea typeface="+mn-ea"/>
                  <a:cs typeface="+mn-cs"/>
                </a:endParaRPr>
              </a:p>
            </p:txBody>
          </p:sp>
          <p:sp>
            <p:nvSpPr>
              <p:cNvPr id="16" name="TextBox 15">
                <a:extLst>
                  <a:ext uri="{FF2B5EF4-FFF2-40B4-BE49-F238E27FC236}">
                    <a16:creationId xmlns:a16="http://schemas.microsoft.com/office/drawing/2014/main" id="{98D07F55-1AAD-B9CC-E96D-0C291B45CC87}"/>
                  </a:ext>
                </a:extLst>
              </p:cNvPr>
              <p:cNvSpPr txBox="1"/>
              <p:nvPr/>
            </p:nvSpPr>
            <p:spPr>
              <a:xfrm>
                <a:off x="423530" y="1230506"/>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dirty="0">
                    <a:ln>
                      <a:noFill/>
                    </a:ln>
                    <a:solidFill>
                      <a:schemeClr val="bg1">
                        <a:alpha val="20000"/>
                      </a:schemeClr>
                    </a:solidFill>
                    <a:effectLst/>
                    <a:uLnTx/>
                    <a:uFillTx/>
                    <a:latin typeface="Arial Rounded MT Bold" panose="020F0704030504030204" pitchFamily="34" charset="0"/>
                  </a:rPr>
                  <a:t>“</a:t>
                </a:r>
              </a:p>
            </p:txBody>
          </p:sp>
          <p:sp>
            <p:nvSpPr>
              <p:cNvPr id="17" name="TextBox 16">
                <a:extLst>
                  <a:ext uri="{FF2B5EF4-FFF2-40B4-BE49-F238E27FC236}">
                    <a16:creationId xmlns:a16="http://schemas.microsoft.com/office/drawing/2014/main" id="{DD5D8AE6-2576-F801-62E0-CB6DFFE27FE2}"/>
                  </a:ext>
                </a:extLst>
              </p:cNvPr>
              <p:cNvSpPr txBox="1"/>
              <p:nvPr/>
            </p:nvSpPr>
            <p:spPr>
              <a:xfrm>
                <a:off x="2743200" y="3608311"/>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dirty="0">
                    <a:ln>
                      <a:noFill/>
                    </a:ln>
                    <a:solidFill>
                      <a:schemeClr val="bg1">
                        <a:alpha val="20000"/>
                      </a:schemeClr>
                    </a:solidFill>
                    <a:effectLst/>
                    <a:uLnTx/>
                    <a:uFillTx/>
                    <a:latin typeface="Arial Rounded MT Bold" panose="020F0704030504030204" pitchFamily="34" charset="0"/>
                    <a:ea typeface="+mn-ea"/>
                    <a:cs typeface="+mn-cs"/>
                  </a:rPr>
                  <a:t>”</a:t>
                </a:r>
              </a:p>
            </p:txBody>
          </p:sp>
        </p:grpSp>
      </p:grpSp>
      <p:sp>
        <p:nvSpPr>
          <p:cNvPr id="18" name="TextBox 17">
            <a:extLst>
              <a:ext uri="{FF2B5EF4-FFF2-40B4-BE49-F238E27FC236}">
                <a16:creationId xmlns:a16="http://schemas.microsoft.com/office/drawing/2014/main" id="{0C048E5F-AB97-B35E-F409-B7E94C4F6185}"/>
              </a:ext>
            </a:extLst>
          </p:cNvPr>
          <p:cNvSpPr txBox="1"/>
          <p:nvPr/>
        </p:nvSpPr>
        <p:spPr>
          <a:xfrm>
            <a:off x="9753600" y="1600199"/>
            <a:ext cx="1828798" cy="1329813"/>
          </a:xfrm>
          <a:prstGeom prst="rect">
            <a:avLst/>
          </a:prstGeom>
          <a:noFill/>
        </p:spPr>
        <p:txBody>
          <a:bodyPr wrap="square" lIns="0" tIns="0" rIns="0" bIns="0" rtlCol="0">
            <a:noAutofit/>
          </a:bodyPr>
          <a:lstStyle/>
          <a:p>
            <a:r>
              <a:rPr lang="en-US" sz="4000" dirty="0">
                <a:solidFill>
                  <a:schemeClr val="accent2"/>
                </a:solidFill>
                <a:latin typeface="Arial Black" panose="020B0A04020102020204" pitchFamily="34" charset="0"/>
              </a:rPr>
              <a:t>00%</a:t>
            </a:r>
          </a:p>
          <a:p>
            <a:pPr marR="0" algn="l" rtl="0"/>
            <a:r>
              <a:rPr lang="en-US" sz="2000" b="0" i="0" u="none" strike="noStrike" baseline="30000" dirty="0">
                <a:solidFill>
                  <a:srgbClr val="404041"/>
                </a:solidFill>
                <a:latin typeface="Arial" panose="020B0604020202020204" pitchFamily="34" charset="0"/>
                <a:cs typeface="Arial" panose="020B0604020202020204" pitchFamily="34" charset="0"/>
              </a:rPr>
              <a:t>CALLOUT STATISTIC - DESCRIPTION</a:t>
            </a:r>
          </a:p>
        </p:txBody>
      </p:sp>
      <p:sp>
        <p:nvSpPr>
          <p:cNvPr id="19" name="TextBox 18">
            <a:extLst>
              <a:ext uri="{FF2B5EF4-FFF2-40B4-BE49-F238E27FC236}">
                <a16:creationId xmlns:a16="http://schemas.microsoft.com/office/drawing/2014/main" id="{BA8D4B79-517D-9CA7-FCF6-45FA33E2AF51}"/>
              </a:ext>
            </a:extLst>
          </p:cNvPr>
          <p:cNvSpPr txBox="1"/>
          <p:nvPr/>
        </p:nvSpPr>
        <p:spPr>
          <a:xfrm>
            <a:off x="9753600" y="3222521"/>
            <a:ext cx="1828798" cy="1329813"/>
          </a:xfrm>
          <a:prstGeom prst="rect">
            <a:avLst/>
          </a:prstGeom>
          <a:noFill/>
        </p:spPr>
        <p:txBody>
          <a:bodyPr wrap="square" lIns="0" tIns="0" rIns="0" bIns="0" rtlCol="0">
            <a:noAutofit/>
          </a:bodyPr>
          <a:lstStyle/>
          <a:p>
            <a:r>
              <a:rPr lang="en-US" sz="4000" dirty="0">
                <a:solidFill>
                  <a:schemeClr val="accent2"/>
                </a:solidFill>
                <a:latin typeface="Arial Black" panose="020B0A04020102020204" pitchFamily="34" charset="0"/>
              </a:rPr>
              <a:t>00%</a:t>
            </a:r>
          </a:p>
          <a:p>
            <a:r>
              <a:rPr lang="en-US" sz="2000" b="0" i="0" u="none" strike="noStrike" baseline="30000" dirty="0">
                <a:solidFill>
                  <a:schemeClr val="tx2"/>
                </a:solidFill>
                <a:latin typeface="Arial" panose="020B0604020202020204" pitchFamily="34" charset="0"/>
                <a:ea typeface="PMingLiU" panose="02020500000000000000" pitchFamily="18" charset="-120"/>
                <a:cs typeface="Arial" panose="020B0604020202020204" pitchFamily="34" charset="0"/>
              </a:rPr>
              <a:t>CALLOUT STATISTIC - DESCRIPTION</a:t>
            </a:r>
          </a:p>
        </p:txBody>
      </p:sp>
      <p:sp>
        <p:nvSpPr>
          <p:cNvPr id="20" name="TextBox 19">
            <a:extLst>
              <a:ext uri="{FF2B5EF4-FFF2-40B4-BE49-F238E27FC236}">
                <a16:creationId xmlns:a16="http://schemas.microsoft.com/office/drawing/2014/main" id="{1388AADC-8369-B5A5-3D8C-D390A4555676}"/>
              </a:ext>
            </a:extLst>
          </p:cNvPr>
          <p:cNvSpPr txBox="1"/>
          <p:nvPr/>
        </p:nvSpPr>
        <p:spPr>
          <a:xfrm>
            <a:off x="9753600" y="4844844"/>
            <a:ext cx="1828798" cy="1329813"/>
          </a:xfrm>
          <a:prstGeom prst="rect">
            <a:avLst/>
          </a:prstGeom>
          <a:noFill/>
        </p:spPr>
        <p:txBody>
          <a:bodyPr wrap="square" lIns="0" tIns="0" rIns="0" bIns="0" rtlCol="0">
            <a:noAutofit/>
          </a:bodyPr>
          <a:lstStyle/>
          <a:p>
            <a:r>
              <a:rPr lang="en-US" sz="4000" dirty="0">
                <a:solidFill>
                  <a:schemeClr val="accent2"/>
                </a:solidFill>
                <a:latin typeface="Arial Black" panose="020B0A04020102020204" pitchFamily="34" charset="0"/>
              </a:rPr>
              <a:t>00%</a:t>
            </a:r>
          </a:p>
          <a:p>
            <a:r>
              <a:rPr lang="en-US" sz="2000" b="0" i="0" u="none" strike="noStrike" baseline="30000" dirty="0">
                <a:solidFill>
                  <a:schemeClr val="tx2"/>
                </a:solidFill>
                <a:latin typeface="Arial" panose="020B0604020202020204" pitchFamily="34" charset="0"/>
                <a:cs typeface="Arial" panose="020B0604020202020204" pitchFamily="34" charset="0"/>
              </a:rPr>
              <a:t>CALLOUT STATISTIC - DESCRIPTION</a:t>
            </a:r>
          </a:p>
        </p:txBody>
      </p:sp>
    </p:spTree>
    <p:extLst>
      <p:ext uri="{BB962C8B-B14F-4D97-AF65-F5344CB8AC3E}">
        <p14:creationId xmlns:p14="http://schemas.microsoft.com/office/powerpoint/2010/main" val="42307538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67808C-C6FE-6D34-9ED2-3EEB210430DD}"/>
              </a:ext>
            </a:extLst>
          </p:cNvPr>
          <p:cNvSpPr>
            <a:spLocks noGrp="1"/>
          </p:cNvSpPr>
          <p:nvPr>
            <p:ph type="title"/>
          </p:nvPr>
        </p:nvSpPr>
        <p:spPr/>
        <p:txBody>
          <a:bodyPr/>
          <a:lstStyle/>
          <a:p>
            <a:r>
              <a:rPr lang="en-US" dirty="0"/>
              <a:t>Sample Table</a:t>
            </a:r>
          </a:p>
        </p:txBody>
      </p:sp>
      <p:sp>
        <p:nvSpPr>
          <p:cNvPr id="3" name="Footer Placeholder 2">
            <a:extLst>
              <a:ext uri="{FF2B5EF4-FFF2-40B4-BE49-F238E27FC236}">
                <a16:creationId xmlns:a16="http://schemas.microsoft.com/office/drawing/2014/main" id="{0952BF26-B74E-C78B-E60E-70CB7F2E052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24E6090C-A168-4EE1-3701-A5430FF71567}"/>
              </a:ext>
            </a:extLst>
          </p:cNvPr>
          <p:cNvSpPr>
            <a:spLocks noGrp="1"/>
          </p:cNvSpPr>
          <p:nvPr>
            <p:ph type="sldNum" sz="quarter" idx="12"/>
          </p:nvPr>
        </p:nvSpPr>
        <p:spPr/>
        <p:txBody>
          <a:bodyPr/>
          <a:lstStyle/>
          <a:p>
            <a:fld id="{F8F6B9CD-BE6B-498B-93B3-0FAD7ADE75E3}" type="slidenum">
              <a:rPr lang="en-US" smtClean="0"/>
              <a:t>19</a:t>
            </a:fld>
            <a:endParaRPr lang="en-US"/>
          </a:p>
        </p:txBody>
      </p:sp>
      <p:graphicFrame>
        <p:nvGraphicFramePr>
          <p:cNvPr id="5" name="Table 4">
            <a:extLst>
              <a:ext uri="{FF2B5EF4-FFF2-40B4-BE49-F238E27FC236}">
                <a16:creationId xmlns:a16="http://schemas.microsoft.com/office/drawing/2014/main" id="{5FC63BD7-D69F-739B-4773-0CEF55F58E4F}"/>
              </a:ext>
            </a:extLst>
          </p:cNvPr>
          <p:cNvGraphicFramePr>
            <a:graphicFrameLocks noGrp="1"/>
          </p:cNvGraphicFramePr>
          <p:nvPr>
            <p:extLst>
              <p:ext uri="{D42A27DB-BD31-4B8C-83A1-F6EECF244321}">
                <p14:modId xmlns:p14="http://schemas.microsoft.com/office/powerpoint/2010/main" val="1760528372"/>
              </p:ext>
            </p:extLst>
          </p:nvPr>
        </p:nvGraphicFramePr>
        <p:xfrm>
          <a:off x="2031998" y="1974972"/>
          <a:ext cx="8128000" cy="4079240"/>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2809683417"/>
                    </a:ext>
                  </a:extLst>
                </a:gridCol>
                <a:gridCol w="1625600">
                  <a:extLst>
                    <a:ext uri="{9D8B030D-6E8A-4147-A177-3AD203B41FA5}">
                      <a16:colId xmlns:a16="http://schemas.microsoft.com/office/drawing/2014/main" val="4250993145"/>
                    </a:ext>
                  </a:extLst>
                </a:gridCol>
                <a:gridCol w="1625600">
                  <a:extLst>
                    <a:ext uri="{9D8B030D-6E8A-4147-A177-3AD203B41FA5}">
                      <a16:colId xmlns:a16="http://schemas.microsoft.com/office/drawing/2014/main" val="3247285612"/>
                    </a:ext>
                  </a:extLst>
                </a:gridCol>
                <a:gridCol w="1625600">
                  <a:extLst>
                    <a:ext uri="{9D8B030D-6E8A-4147-A177-3AD203B41FA5}">
                      <a16:colId xmlns:a16="http://schemas.microsoft.com/office/drawing/2014/main" val="1094859020"/>
                    </a:ext>
                  </a:extLst>
                </a:gridCol>
                <a:gridCol w="1625600">
                  <a:extLst>
                    <a:ext uri="{9D8B030D-6E8A-4147-A177-3AD203B41FA5}">
                      <a16:colId xmlns:a16="http://schemas.microsoft.com/office/drawing/2014/main" val="3256326961"/>
                    </a:ext>
                  </a:extLst>
                </a:gridCol>
              </a:tblGrid>
              <a:tr h="370840">
                <a:tc gridSpan="5">
                  <a:txBody>
                    <a:bodyPr/>
                    <a:lstStyle/>
                    <a:p>
                      <a:r>
                        <a:rPr lang="en-US" sz="1200" dirty="0">
                          <a:solidFill>
                            <a:schemeClr val="accent1"/>
                          </a:solidFill>
                          <a:latin typeface="Arial" panose="020B0604020202020204" pitchFamily="34" charset="0"/>
                          <a:cs typeface="Arial" panose="020B0604020202020204" pitchFamily="34" charset="0"/>
                        </a:rPr>
                        <a:t>Table Title</a:t>
                      </a:r>
                    </a:p>
                  </a:txBody>
                  <a:tcPr marT="91440" marB="9144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latin typeface="Arial" panose="020B0604020202020204" pitchFamily="34" charset="0"/>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dirty="0">
                        <a:ln>
                          <a:noFill/>
                        </a:ln>
                        <a:solidFill>
                          <a:prstClr val="white"/>
                        </a:solidFill>
                        <a:effectLst/>
                        <a:uLnTx/>
                        <a:uFillTx/>
                        <a:latin typeface="Arial" panose="020B0604020202020204" pitchFamily="34" charset="0"/>
                        <a:ea typeface="+mn-ea"/>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dirty="0">
                        <a:ln>
                          <a:noFill/>
                        </a:ln>
                        <a:solidFill>
                          <a:prstClr val="white"/>
                        </a:solidFill>
                        <a:effectLst/>
                        <a:uLnTx/>
                        <a:uFillTx/>
                        <a:latin typeface="Arial" panose="020B0604020202020204" pitchFamily="34" charset="0"/>
                        <a:ea typeface="+mn-ea"/>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dirty="0">
                        <a:ln>
                          <a:noFill/>
                        </a:ln>
                        <a:solidFill>
                          <a:prstClr val="white"/>
                        </a:solidFill>
                        <a:effectLst/>
                        <a:uLnTx/>
                        <a:uFillTx/>
                        <a:latin typeface="Arial" panose="020B0604020202020204" pitchFamily="34" charset="0"/>
                        <a:ea typeface="+mn-ea"/>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58967690"/>
                  </a:ext>
                </a:extLst>
              </a:tr>
              <a:tr h="370840">
                <a:tc>
                  <a:txBody>
                    <a:bodyPr/>
                    <a:lstStyle/>
                    <a:p>
                      <a:r>
                        <a:rPr lang="en-US" sz="1200" b="1" dirty="0">
                          <a:solidFill>
                            <a:schemeClr val="bg1"/>
                          </a:solidFill>
                          <a:latin typeface="Arial" panose="020B0604020202020204" pitchFamily="34" charset="0"/>
                          <a:cs typeface="Arial" panose="020B0604020202020204" pitchFamily="34" charset="0"/>
                        </a:rPr>
                        <a:t>Table Header</a:t>
                      </a:r>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dirty="0">
                          <a:solidFill>
                            <a:schemeClr val="bg1"/>
                          </a:solidFill>
                          <a:latin typeface="Arial" panose="020B0604020202020204" pitchFamily="34" charset="0"/>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chemeClr val="bg1"/>
                          </a:solidFill>
                          <a:effectLst/>
                          <a:uLnTx/>
                          <a:uFillTx/>
                          <a:latin typeface="Arial" panose="020B0604020202020204" pitchFamily="34" charset="0"/>
                          <a:ea typeface="+mn-ea"/>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chemeClr val="bg1"/>
                          </a:solidFill>
                          <a:effectLst/>
                          <a:uLnTx/>
                          <a:uFillTx/>
                          <a:latin typeface="Arial" panose="020B0604020202020204" pitchFamily="34" charset="0"/>
                          <a:ea typeface="+mn-ea"/>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chemeClr val="bg1"/>
                          </a:solidFill>
                          <a:effectLst/>
                          <a:uLnTx/>
                          <a:uFillTx/>
                          <a:latin typeface="Arial" panose="020B0604020202020204" pitchFamily="34" charset="0"/>
                          <a:ea typeface="+mn-ea"/>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4111402699"/>
                  </a:ext>
                </a:extLst>
              </a:tr>
              <a:tr h="370840">
                <a:tc>
                  <a:txBody>
                    <a:bodyPr/>
                    <a:lstStyle/>
                    <a:p>
                      <a:r>
                        <a:rPr lang="en-US" sz="1200" dirty="0"/>
                        <a:t>Table Text</a:t>
                      </a:r>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664164795"/>
                  </a:ext>
                </a:extLst>
              </a:tr>
              <a:tr h="370840">
                <a:tc>
                  <a:txBody>
                    <a:bodyPr/>
                    <a:lstStyle/>
                    <a:p>
                      <a:endParaRPr lang="en-US" sz="1200" dirty="0">
                        <a:solidFill>
                          <a:schemeClr val="tx2"/>
                        </a:solidFill>
                      </a:endParaRPr>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dirty="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dirty="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dirty="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dirty="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250705999"/>
                  </a:ext>
                </a:extLst>
              </a:tr>
              <a:tr h="370840">
                <a:tc>
                  <a:txBody>
                    <a:bodyPr/>
                    <a:lstStyle/>
                    <a:p>
                      <a:endParaRPr lang="en-US" sz="1200" dirty="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60551889"/>
                  </a:ext>
                </a:extLst>
              </a:tr>
              <a:tr h="370840">
                <a:tc>
                  <a:txBody>
                    <a:bodyPr/>
                    <a:lstStyle/>
                    <a:p>
                      <a:endParaRPr lang="en-US" sz="1200" dirty="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3608178714"/>
                  </a:ext>
                </a:extLst>
              </a:tr>
              <a:tr h="370840">
                <a:tc>
                  <a:txBody>
                    <a:bodyPr/>
                    <a:lstStyle/>
                    <a:p>
                      <a:endParaRPr lang="en-US" sz="1200" dirty="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65490040"/>
                  </a:ext>
                </a:extLst>
              </a:tr>
              <a:tr h="370840">
                <a:tc>
                  <a:txBody>
                    <a:bodyPr/>
                    <a:lstStyle/>
                    <a:p>
                      <a:endParaRPr lang="en-US" sz="1200" dirty="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2560988192"/>
                  </a:ext>
                </a:extLst>
              </a:tr>
              <a:tr h="370840">
                <a:tc>
                  <a:txBody>
                    <a:bodyPr/>
                    <a:lstStyle/>
                    <a:p>
                      <a:endParaRPr lang="en-US" sz="1200" dirty="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42008024"/>
                  </a:ext>
                </a:extLst>
              </a:tr>
              <a:tr h="370840">
                <a:tc>
                  <a:txBody>
                    <a:bodyPr/>
                    <a:lstStyle/>
                    <a:p>
                      <a:endParaRPr lang="en-US" sz="1200" dirty="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862364967"/>
                  </a:ext>
                </a:extLst>
              </a:tr>
              <a:tr h="370840">
                <a:tc>
                  <a:txBody>
                    <a:bodyPr/>
                    <a:lstStyle/>
                    <a:p>
                      <a:endParaRPr lang="en-US" sz="1200" dirty="0"/>
                    </a:p>
                  </a:txBody>
                  <a:tcPr marT="91440" marB="91440" anchor="ctr">
                    <a:lnL w="12700" cmpd="sng">
                      <a:noFill/>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dirty="0"/>
                    </a:p>
                  </a:txBody>
                  <a:tcPr marT="91440" marB="9144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dirty="0"/>
                    </a:p>
                  </a:txBody>
                  <a:tcPr marT="91440" marB="9144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dirty="0"/>
                    </a:p>
                  </a:txBody>
                  <a:tcPr marT="91440" marB="9144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dirty="0"/>
                    </a:p>
                  </a:txBody>
                  <a:tcPr marT="91440" marB="91440" anchor="ctr">
                    <a:lnL w="6350" cap="flat" cmpd="sng" algn="ctr">
                      <a:solidFill>
                        <a:schemeClr val="bg1"/>
                      </a:solidFill>
                      <a:prstDash val="solid"/>
                      <a:round/>
                      <a:headEnd type="none" w="med" len="med"/>
                      <a:tailEnd type="none" w="med" len="med"/>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67593374"/>
                  </a:ext>
                </a:extLst>
              </a:tr>
            </a:tbl>
          </a:graphicData>
        </a:graphic>
      </p:graphicFrame>
    </p:spTree>
    <p:extLst>
      <p:ext uri="{BB962C8B-B14F-4D97-AF65-F5344CB8AC3E}">
        <p14:creationId xmlns:p14="http://schemas.microsoft.com/office/powerpoint/2010/main" val="2812805014"/>
      </p:ext>
    </p:extLst>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02856"/>
                </a:solidFill>
                <a:latin typeface="Arial"/>
              </a:rPr>
              <a:t>Client Use Case: Why Michigan?</a:t>
            </a:r>
          </a:p>
        </p:txBody>
      </p:sp>
      <p:sp>
        <p:nvSpPr>
          <p:cNvPr id="3" name="TextBox 2"/>
          <p:cNvSpPr txBox="1"/>
          <p:nvPr/>
        </p:nvSpPr>
        <p:spPr>
          <a:xfrm>
            <a:off x="457200" y="914400"/>
            <a:ext cx="11247120" cy="365760"/>
          </a:xfrm>
          <a:prstGeom prst="rect">
            <a:avLst/>
          </a:prstGeom>
          <a:noFill/>
        </p:spPr>
        <p:txBody>
          <a:bodyPr wrap="square">
            <a:spAutoFit/>
          </a:bodyPr>
          <a:lstStyle/>
          <a:p>
            <a:r>
              <a:rPr sz="1300" i="1">
                <a:solidFill>
                  <a:srgbClr val="404040"/>
                </a:solidFill>
                <a:latin typeface="Arial"/>
              </a:rPr>
              <a:t>Michigan presents the strongest combination of regulatory need, storage demand, and pilot feasibility.</a:t>
            </a:r>
          </a:p>
        </p:txBody>
      </p:sp>
      <p:sp>
        <p:nvSpPr>
          <p:cNvPr id="4" name="Rounded Rectangle 3"/>
          <p:cNvSpPr/>
          <p:nvPr/>
        </p:nvSpPr>
        <p:spPr>
          <a:xfrm>
            <a:off x="457200" y="1508760"/>
            <a:ext cx="5410047" cy="3931920"/>
          </a:xfrm>
          <a:prstGeom prst="roundRect">
            <a:avLst>
              <a:gd name="adj" fmla="val 6000"/>
            </a:avLst>
          </a:prstGeom>
          <a:solidFill>
            <a:srgbClr val="002856"/>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274320" tIns="228600" rIns="228600"/>
          <a:lstStyle/>
          <a:p>
            <a:pPr algn="ctr">
              <a:spcAft>
                <a:spcPts val="1000"/>
              </a:spcAft>
            </a:pPr>
            <a:r>
              <a:rPr b="1" sz="1800">
                <a:solidFill>
                  <a:srgbClr val="FFB71B"/>
                </a:solidFill>
                <a:latin typeface="Arial"/>
              </a:rPr>
              <a:t>Why Michigan?</a:t>
            </a:r>
            <a:r>
              <a:rPr b="1" sz="1400">
                <a:solidFill>
                  <a:srgbClr val="FFB71B"/>
                </a:solidFill>
                <a:latin typeface="Arial"/>
              </a:rPr>
              <a:t>✓  </a:t>
            </a:r>
            <a:r>
              <a:rPr sz="1400">
                <a:solidFill>
                  <a:srgbClr val="FFFFFF"/>
                </a:solidFill>
                <a:latin typeface="Arial"/>
              </a:rPr>
              <a:t>2,500 MW statewide storage target</a:t>
            </a:r>
          </a:p>
          <a:p>
            <a:pPr>
              <a:spcAft>
                <a:spcPts val="1000"/>
              </a:spcAft>
            </a:pPr>
            <a:r>
              <a:rPr b="1" sz="1400">
                <a:solidFill>
                  <a:srgbClr val="FFB71B"/>
                </a:solidFill>
                <a:latin typeface="Arial"/>
              </a:rPr>
              <a:t>✓  </a:t>
            </a:r>
            <a:r>
              <a:rPr sz="1400">
                <a:solidFill>
                  <a:srgbClr val="FFFFFF"/>
                </a:solidFill>
                <a:latin typeface="Arial"/>
              </a:rPr>
              <a:t>DTE identified 850+ MW storage need</a:t>
            </a:r>
          </a:p>
          <a:p>
            <a:pPr>
              <a:spcAft>
                <a:spcPts val="1000"/>
              </a:spcAft>
            </a:pPr>
            <a:r>
              <a:rPr b="1" sz="1400">
                <a:solidFill>
                  <a:srgbClr val="FFB71B"/>
                </a:solidFill>
                <a:latin typeface="Arial"/>
              </a:rPr>
              <a:t>✓  </a:t>
            </a:r>
            <a:r>
              <a:rPr sz="1400">
                <a:solidFill>
                  <a:srgbClr val="FFFFFF"/>
                </a:solidFill>
                <a:latin typeface="Arial"/>
              </a:rPr>
              <a:t>Growing demand from electrification and data centers</a:t>
            </a:r>
          </a:p>
          <a:p>
            <a:pPr>
              <a:spcAft>
                <a:spcPts val="1000"/>
              </a:spcAft>
            </a:pPr>
            <a:r>
              <a:rPr b="1" sz="1400">
                <a:solidFill>
                  <a:srgbClr val="FFB71B"/>
                </a:solidFill>
                <a:latin typeface="Arial"/>
              </a:rPr>
              <a:t>✓  </a:t>
            </a:r>
            <a:r>
              <a:rPr sz="1400">
                <a:solidFill>
                  <a:srgbClr val="FFFFFF"/>
                </a:solidFill>
                <a:latin typeface="Arial"/>
              </a:rPr>
              <a:t>Utility-scale battery deployment already underway</a:t>
            </a:r>
          </a:p>
        </p:txBody>
      </p:sp>
      <p:sp>
        <p:nvSpPr>
          <p:cNvPr id="5" name="Rounded Rectangle 4"/>
          <p:cNvSpPr/>
          <p:nvPr/>
        </p:nvSpPr>
        <p:spPr>
          <a:xfrm>
            <a:off x="6324447" y="1508760"/>
            <a:ext cx="5410047" cy="3931920"/>
          </a:xfrm>
          <a:prstGeom prst="roundRect">
            <a:avLst>
              <a:gd name="adj" fmla="val 6000"/>
            </a:avLst>
          </a:prstGeom>
          <a:solidFill>
            <a:srgbClr val="00A19B"/>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274320" tIns="228600" rIns="228600"/>
          <a:lstStyle/>
          <a:p>
            <a:pPr algn="ctr">
              <a:spcAft>
                <a:spcPts val="1000"/>
              </a:spcAft>
            </a:pPr>
            <a:r>
              <a:rPr b="1" sz="1800">
                <a:solidFill>
                  <a:srgbClr val="FFFFFF"/>
                </a:solidFill>
                <a:latin typeface="Arial"/>
              </a:rPr>
              <a:t>Why Ann Arbor?</a:t>
            </a:r>
            <a:r>
              <a:rPr b="1" sz="1400">
                <a:solidFill>
                  <a:srgbClr val="E8FFFC"/>
                </a:solidFill>
                <a:latin typeface="Arial"/>
              </a:rPr>
              <a:t>✓  </a:t>
            </a:r>
            <a:r>
              <a:rPr sz="1400">
                <a:solidFill>
                  <a:srgbClr val="FFFFFF"/>
                </a:solidFill>
                <a:latin typeface="Arial"/>
              </a:rPr>
              <a:t>DTE service territory</a:t>
            </a:r>
          </a:p>
          <a:p>
            <a:pPr>
              <a:spcAft>
                <a:spcPts val="1000"/>
              </a:spcAft>
            </a:pPr>
            <a:r>
              <a:rPr b="1" sz="1400">
                <a:solidFill>
                  <a:srgbClr val="E8FFFC"/>
                </a:solidFill>
                <a:latin typeface="Arial"/>
              </a:rPr>
              <a:t>✓  </a:t>
            </a:r>
            <a:r>
              <a:rPr sz="1400">
                <a:solidFill>
                  <a:srgbClr val="FFFFFF"/>
                </a:solidFill>
                <a:latin typeface="Arial"/>
              </a:rPr>
              <a:t>50,000+ households</a:t>
            </a:r>
          </a:p>
          <a:p>
            <a:pPr>
              <a:spcAft>
                <a:spcPts val="1000"/>
              </a:spcAft>
            </a:pPr>
            <a:r>
              <a:rPr b="1" sz="1400">
                <a:solidFill>
                  <a:srgbClr val="E8FFFC"/>
                </a:solidFill>
                <a:latin typeface="Arial"/>
              </a:rPr>
              <a:t>✓  </a:t>
            </a:r>
            <a:r>
              <a:rPr sz="1400">
                <a:solidFill>
                  <a:srgbClr val="FFFFFF"/>
                </a:solidFill>
                <a:latin typeface="Arial"/>
              </a:rPr>
              <a:t>Strong sustainability culture</a:t>
            </a:r>
          </a:p>
          <a:p>
            <a:pPr>
              <a:spcAft>
                <a:spcPts val="1000"/>
              </a:spcAft>
            </a:pPr>
            <a:r>
              <a:rPr b="1" sz="1400">
                <a:solidFill>
                  <a:srgbClr val="E8FFFC"/>
                </a:solidFill>
                <a:latin typeface="Arial"/>
              </a:rPr>
              <a:t>✓  </a:t>
            </a:r>
            <a:r>
              <a:rPr sz="1400">
                <a:solidFill>
                  <a:srgbClr val="FFFFFF"/>
                </a:solidFill>
                <a:latin typeface="Arial"/>
              </a:rPr>
              <a:t>High solar adoption potential</a:t>
            </a:r>
          </a:p>
          <a:p>
            <a:pPr>
              <a:spcAft>
                <a:spcPts val="1000"/>
              </a:spcAft>
            </a:pPr>
            <a:r>
              <a:rPr b="1" sz="1400">
                <a:solidFill>
                  <a:srgbClr val="E8FFFC"/>
                </a:solidFill>
                <a:latin typeface="Arial"/>
              </a:rPr>
              <a:t>✓  </a:t>
            </a:r>
            <a:r>
              <a:rPr sz="1400">
                <a:solidFill>
                  <a:srgbClr val="FFFFFF"/>
                </a:solidFill>
                <a:latin typeface="Arial"/>
              </a:rPr>
              <a:t>Pilot participation target = ~1% of households</a:t>
            </a:r>
          </a:p>
        </p:txBody>
      </p:sp>
      <p:sp>
        <p:nvSpPr>
          <p:cNvPr id="6" name="Rounded Rectangle 5"/>
          <p:cNvSpPr/>
          <p:nvPr/>
        </p:nvSpPr>
        <p:spPr>
          <a:xfrm>
            <a:off x="457200" y="5623560"/>
            <a:ext cx="11247120" cy="777240"/>
          </a:xfrm>
          <a:prstGeom prst="roundRect">
            <a:avLst>
              <a:gd name="adj" fmla="val 6000"/>
            </a:avLst>
          </a:prstGeom>
          <a:solidFill>
            <a:srgbClr val="FF8200"/>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ctr"/>
            <a:r>
              <a:rPr sz="1400" b="1">
                <a:solidFill>
                  <a:srgbClr val="FFFFFF"/>
                </a:solidFill>
                <a:latin typeface="Arial"/>
              </a:rPr>
              <a:t>Michigan's storage mandate, growing demand, and favorable customer demographics make Ann Arbor an ideal pilot location for a utility-owned residential battery fleet.</a:t>
            </a:r>
          </a:p>
        </p:txBody>
      </p:sp>
      <p:sp>
        <p:nvSpPr>
          <p:cNvPr id="7" name="TextBox 6"/>
          <p:cNvSpPr txBox="1"/>
          <p:nvPr/>
        </p:nvSpPr>
        <p:spPr>
          <a:xfrm>
            <a:off x="274320" y="6537960"/>
            <a:ext cx="9144000" cy="274320"/>
          </a:xfrm>
          <a:prstGeom prst="rect">
            <a:avLst/>
          </a:prstGeom>
          <a:noFill/>
        </p:spPr>
        <p:txBody>
          <a:bodyPr wrap="none">
            <a:spAutoFit/>
          </a:bodyPr>
          <a:lstStyle/>
          <a:p>
            <a:r>
              <a:rPr sz="800">
                <a:solidFill>
                  <a:srgbClr val="888888"/>
                </a:solidFill>
                <a:latin typeface="Arial"/>
              </a:rPr>
              <a:t>Confidential. Not to be copied, distributed, or reproduced without prior approval. © 2026 APTIM - All rights reserved.</a:t>
            </a:r>
          </a:p>
        </p:txBody>
      </p:sp>
      <p:sp>
        <p:nvSpPr>
          <p:cNvPr id="8" name="TextBox 7"/>
          <p:cNvSpPr txBox="1"/>
          <p:nvPr/>
        </p:nvSpPr>
        <p:spPr>
          <a:xfrm>
            <a:off x="11612880" y="6537960"/>
            <a:ext cx="457200" cy="274320"/>
          </a:xfrm>
          <a:prstGeom prst="rect">
            <a:avLst/>
          </a:prstGeom>
          <a:noFill/>
        </p:spPr>
        <p:txBody>
          <a:bodyPr wrap="none">
            <a:spAutoFit/>
          </a:bodyPr>
          <a:lstStyle/>
          <a:p>
            <a:r>
              <a:rPr sz="800">
                <a:solidFill>
                  <a:srgbClr val="888888"/>
                </a:solidFill>
                <a:latin typeface="Arial"/>
              </a:rPr>
              <a:t>15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02856"/>
                </a:solidFill>
                <a:latin typeface="Arial"/>
              </a:rPr>
              <a:t>Michigan Pilot Deployment Model</a:t>
            </a:r>
          </a:p>
        </p:txBody>
      </p:sp>
      <p:sp>
        <p:nvSpPr>
          <p:cNvPr id="3" name="TextBox 2"/>
          <p:cNvSpPr txBox="1"/>
          <p:nvPr/>
        </p:nvSpPr>
        <p:spPr>
          <a:xfrm>
            <a:off x="457200" y="914400"/>
            <a:ext cx="11247120" cy="365760"/>
          </a:xfrm>
          <a:prstGeom prst="rect">
            <a:avLst/>
          </a:prstGeom>
          <a:noFill/>
        </p:spPr>
        <p:txBody>
          <a:bodyPr wrap="none">
            <a:spAutoFit/>
          </a:bodyPr>
          <a:lstStyle/>
          <a:p>
            <a:r>
              <a:rPr sz="1300" i="1">
                <a:solidFill>
                  <a:srgbClr val="404040"/>
                </a:solidFill>
                <a:latin typeface="Arial"/>
              </a:rPr>
              <a:t>This is exactly how the pilot would operate.</a:t>
            </a:r>
          </a:p>
        </p:txBody>
      </p:sp>
      <p:sp>
        <p:nvSpPr>
          <p:cNvPr id="4" name="Rounded Rectangle 3"/>
          <p:cNvSpPr/>
          <p:nvPr/>
        </p:nvSpPr>
        <p:spPr>
          <a:xfrm>
            <a:off x="365760" y="1417320"/>
            <a:ext cx="2514600" cy="4480560"/>
          </a:xfrm>
          <a:prstGeom prst="roundRect">
            <a:avLst>
              <a:gd name="adj" fmla="val 6000"/>
            </a:avLst>
          </a:prstGeom>
          <a:solidFill>
            <a:srgbClr val="F4F6F9"/>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164592" tIns="164592" rIns="109728"/>
          <a:lstStyle/>
          <a:p>
            <a:pPr algn="ctr">
              <a:spcAft>
                <a:spcPts val="700"/>
              </a:spcAft>
            </a:pPr>
            <a:r>
              <a:rPr b="1" sz="1300">
                <a:solidFill>
                  <a:srgbClr val="002856"/>
                </a:solidFill>
                <a:latin typeface="Arial"/>
              </a:rPr>
              <a:t>Participant
Requirements</a:t>
            </a:r>
            <a:r>
              <a:rPr b="1" sz="1100">
                <a:solidFill>
                  <a:srgbClr val="FF8200"/>
                </a:solidFill>
                <a:latin typeface="Arial"/>
              </a:rPr>
              <a:t>•  </a:t>
            </a:r>
            <a:r>
              <a:rPr sz="1100">
                <a:solidFill>
                  <a:srgbClr val="404040"/>
                </a:solidFill>
                <a:latin typeface="Arial"/>
              </a:rPr>
              <a:t>DTE customer</a:t>
            </a:r>
          </a:p>
          <a:p>
            <a:pPr>
              <a:spcAft>
                <a:spcPts val="700"/>
              </a:spcAft>
            </a:pPr>
            <a:r>
              <a:rPr b="1" sz="1100">
                <a:solidFill>
                  <a:srgbClr val="FF8200"/>
                </a:solidFill>
                <a:latin typeface="Arial"/>
              </a:rPr>
              <a:t>•  </a:t>
            </a:r>
            <a:r>
              <a:rPr sz="1100">
                <a:solidFill>
                  <a:srgbClr val="404040"/>
                </a:solidFill>
                <a:latin typeface="Arial"/>
              </a:rPr>
              <a:t>Owner occupied</a:t>
            </a:r>
          </a:p>
          <a:p>
            <a:pPr>
              <a:spcAft>
                <a:spcPts val="700"/>
              </a:spcAft>
            </a:pPr>
            <a:r>
              <a:rPr b="1" sz="1100">
                <a:solidFill>
                  <a:srgbClr val="FF8200"/>
                </a:solidFill>
                <a:latin typeface="Arial"/>
              </a:rPr>
              <a:t>•  </a:t>
            </a:r>
            <a:r>
              <a:rPr sz="1100">
                <a:solidFill>
                  <a:srgbClr val="404040"/>
                </a:solidFill>
                <a:latin typeface="Arial"/>
              </a:rPr>
              <a:t>Suitable roof condition</a:t>
            </a:r>
          </a:p>
          <a:p>
            <a:pPr>
              <a:spcAft>
                <a:spcPts val="700"/>
              </a:spcAft>
            </a:pPr>
            <a:r>
              <a:rPr b="1" sz="1100">
                <a:solidFill>
                  <a:srgbClr val="FF8200"/>
                </a:solidFill>
                <a:latin typeface="Arial"/>
              </a:rPr>
              <a:t>•  </a:t>
            </a:r>
            <a:r>
              <a:rPr sz="1100">
                <a:solidFill>
                  <a:srgbClr val="404040"/>
                </a:solidFill>
                <a:latin typeface="Arial"/>
              </a:rPr>
              <a:t>Minimal shading</a:t>
            </a:r>
          </a:p>
          <a:p>
            <a:pPr>
              <a:spcAft>
                <a:spcPts val="700"/>
              </a:spcAft>
            </a:pPr>
            <a:r>
              <a:rPr b="1" sz="1100">
                <a:solidFill>
                  <a:srgbClr val="FF8200"/>
                </a:solidFill>
                <a:latin typeface="Arial"/>
              </a:rPr>
              <a:t>•  </a:t>
            </a:r>
            <a:r>
              <a:rPr sz="1100">
                <a:solidFill>
                  <a:srgbClr val="404040"/>
                </a:solidFill>
                <a:latin typeface="Arial"/>
              </a:rPr>
              <a:t>South-facing roof preferred</a:t>
            </a:r>
          </a:p>
          <a:p>
            <a:pPr>
              <a:spcAft>
                <a:spcPts val="700"/>
              </a:spcAft>
            </a:pPr>
            <a:r>
              <a:rPr b="1" sz="1100">
                <a:solidFill>
                  <a:srgbClr val="FF8200"/>
                </a:solidFill>
                <a:latin typeface="Arial"/>
              </a:rPr>
              <a:t>•  </a:t>
            </a:r>
            <a:r>
              <a:rPr sz="1100">
                <a:solidFill>
                  <a:srgbClr val="404040"/>
                </a:solidFill>
                <a:latin typeface="Arial"/>
              </a:rPr>
              <a:t>Long-term residency likelihood</a:t>
            </a:r>
          </a:p>
        </p:txBody>
      </p:sp>
      <p:sp>
        <p:nvSpPr>
          <p:cNvPr id="5" name="Rounded Rectangle 4"/>
          <p:cNvSpPr/>
          <p:nvPr/>
        </p:nvSpPr>
        <p:spPr>
          <a:xfrm>
            <a:off x="9311335" y="1417320"/>
            <a:ext cx="2514600" cy="4480560"/>
          </a:xfrm>
          <a:prstGeom prst="roundRect">
            <a:avLst>
              <a:gd name="adj" fmla="val 6000"/>
            </a:avLst>
          </a:prstGeom>
          <a:solidFill>
            <a:srgbClr val="F4F6F9"/>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164592" tIns="164592" rIns="109728"/>
          <a:lstStyle/>
          <a:p>
            <a:pPr algn="ctr">
              <a:spcAft>
                <a:spcPts val="700"/>
              </a:spcAft>
            </a:pPr>
            <a:r>
              <a:rPr b="1" sz="1300">
                <a:solidFill>
                  <a:srgbClr val="002856"/>
                </a:solidFill>
                <a:latin typeface="Arial"/>
              </a:rPr>
              <a:t>Pilot
Specifications</a:t>
            </a:r>
            <a:r>
              <a:rPr b="1" sz="1100">
                <a:solidFill>
                  <a:srgbClr val="FF8200"/>
                </a:solidFill>
                <a:latin typeface="Arial"/>
              </a:rPr>
              <a:t>•  </a:t>
            </a:r>
            <a:r>
              <a:rPr sz="1100">
                <a:solidFill>
                  <a:srgbClr val="404040"/>
                </a:solidFill>
                <a:latin typeface="Arial"/>
              </a:rPr>
              <a:t>500 qualified homes</a:t>
            </a:r>
          </a:p>
          <a:p>
            <a:pPr>
              <a:spcAft>
                <a:spcPts val="700"/>
              </a:spcAft>
            </a:pPr>
            <a:r>
              <a:rPr b="1" sz="1100">
                <a:solidFill>
                  <a:srgbClr val="FF8200"/>
                </a:solidFill>
                <a:latin typeface="Arial"/>
              </a:rPr>
              <a:t>•  </a:t>
            </a:r>
            <a:r>
              <a:rPr sz="1100">
                <a:solidFill>
                  <a:srgbClr val="404040"/>
                </a:solidFill>
                <a:latin typeface="Arial"/>
              </a:rPr>
              <a:t>6 kW solar / home</a:t>
            </a:r>
          </a:p>
          <a:p>
            <a:pPr>
              <a:spcAft>
                <a:spcPts val="700"/>
              </a:spcAft>
            </a:pPr>
            <a:r>
              <a:rPr b="1" sz="1100">
                <a:solidFill>
                  <a:srgbClr val="FF8200"/>
                </a:solidFill>
                <a:latin typeface="Arial"/>
              </a:rPr>
              <a:t>•  </a:t>
            </a:r>
            <a:r>
              <a:rPr sz="1100">
                <a:solidFill>
                  <a:srgbClr val="404040"/>
                </a:solidFill>
                <a:latin typeface="Arial"/>
              </a:rPr>
              <a:t>15 kWh battery / home</a:t>
            </a:r>
          </a:p>
          <a:p>
            <a:pPr>
              <a:spcAft>
                <a:spcPts val="700"/>
              </a:spcAft>
            </a:pPr>
            <a:r>
              <a:rPr b="1" sz="1100">
                <a:solidFill>
                  <a:srgbClr val="FF8200"/>
                </a:solidFill>
                <a:latin typeface="Arial"/>
              </a:rPr>
              <a:t>•  </a:t>
            </a:r>
            <a:r>
              <a:rPr sz="1100">
                <a:solidFill>
                  <a:srgbClr val="404040"/>
                </a:solidFill>
                <a:latin typeface="Arial"/>
              </a:rPr>
              <a:t>3-year pilot</a:t>
            </a:r>
          </a:p>
          <a:p>
            <a:pPr>
              <a:spcAft>
                <a:spcPts val="700"/>
              </a:spcAft>
            </a:pPr>
            <a:r>
              <a:rPr b="1" sz="1100">
                <a:solidFill>
                  <a:srgbClr val="FF8200"/>
                </a:solidFill>
                <a:latin typeface="Arial"/>
              </a:rPr>
              <a:t>•  </a:t>
            </a:r>
            <a:r>
              <a:rPr sz="1100">
                <a:solidFill>
                  <a:srgbClr val="404040"/>
                </a:solidFill>
                <a:latin typeface="Arial"/>
              </a:rPr>
              <a:t>Utility-owned assets</a:t>
            </a:r>
          </a:p>
        </p:txBody>
      </p:sp>
      <p:sp>
        <p:nvSpPr>
          <p:cNvPr id="6" name="TextBox 5"/>
          <p:cNvSpPr txBox="1"/>
          <p:nvPr/>
        </p:nvSpPr>
        <p:spPr>
          <a:xfrm>
            <a:off x="3200400" y="2468880"/>
            <a:ext cx="5790895" cy="320040"/>
          </a:xfrm>
          <a:prstGeom prst="rect">
            <a:avLst/>
          </a:prstGeom>
          <a:noFill/>
        </p:spPr>
        <p:txBody>
          <a:bodyPr wrap="none">
            <a:spAutoFit/>
          </a:bodyPr>
          <a:lstStyle/>
          <a:p>
            <a:pPr algn="ctr"/>
            <a:r>
              <a:rPr b="1" sz="1100">
                <a:solidFill>
                  <a:srgbClr val="FF8200"/>
                </a:solidFill>
                <a:latin typeface="Arial"/>
              </a:rPr>
              <a:t>THE PILOT FLOW</a:t>
            </a:r>
          </a:p>
        </p:txBody>
      </p:sp>
      <p:sp>
        <p:nvSpPr>
          <p:cNvPr id="7" name="Chevron 6"/>
          <p:cNvSpPr/>
          <p:nvPr/>
        </p:nvSpPr>
        <p:spPr>
          <a:xfrm>
            <a:off x="3200400" y="2880360"/>
            <a:ext cx="1319113" cy="960120"/>
          </a:xfrm>
          <a:prstGeom prst="chevron">
            <a:avLst>
              <a:gd name="adj" fmla="val 30000"/>
            </a:avLst>
          </a:prstGeom>
          <a:solidFill>
            <a:srgbClr val="002856"/>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45720" rIns="228600"/>
          <a:lstStyle/>
          <a:p>
            <a:pPr algn="ctr"/>
            <a:r>
              <a:rPr b="1" sz="1050">
                <a:solidFill>
                  <a:srgbClr val="FFFFFF"/>
                </a:solidFill>
                <a:latin typeface="Arial"/>
              </a:rPr>
              <a:t>DTE Energy</a:t>
            </a:r>
          </a:p>
          <a:p>
            <a:pPr algn="ctr"/>
            <a:r>
              <a:rPr sz="800" i="1">
                <a:solidFill>
                  <a:srgbClr val="FFFFFF"/>
                </a:solidFill>
                <a:latin typeface="Arial"/>
              </a:rPr>
              <a:t>Owns Assets</a:t>
            </a:r>
          </a:p>
        </p:txBody>
      </p:sp>
      <p:sp>
        <p:nvSpPr>
          <p:cNvPr id="8" name="Chevron 7"/>
          <p:cNvSpPr/>
          <p:nvPr/>
        </p:nvSpPr>
        <p:spPr>
          <a:xfrm>
            <a:off x="4318345" y="2880360"/>
            <a:ext cx="1319113" cy="960120"/>
          </a:xfrm>
          <a:prstGeom prst="chevron">
            <a:avLst>
              <a:gd name="adj" fmla="val 30000"/>
            </a:avLst>
          </a:prstGeom>
          <a:solidFill>
            <a:srgbClr val="FF82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45720" rIns="228600"/>
          <a:lstStyle/>
          <a:p>
            <a:pPr algn="ctr"/>
            <a:r>
              <a:rPr b="1" sz="1050">
                <a:solidFill>
                  <a:srgbClr val="FFFFFF"/>
                </a:solidFill>
                <a:latin typeface="Arial"/>
              </a:rPr>
              <a:t>APTIM</a:t>
            </a:r>
          </a:p>
          <a:p>
            <a:pPr algn="ctr"/>
            <a:r>
              <a:rPr sz="800" i="1">
                <a:solidFill>
                  <a:srgbClr val="FFFFFF"/>
                </a:solidFill>
                <a:latin typeface="Arial"/>
              </a:rPr>
              <a:t>Administers</a:t>
            </a:r>
          </a:p>
        </p:txBody>
      </p:sp>
      <p:sp>
        <p:nvSpPr>
          <p:cNvPr id="9" name="Chevron 8"/>
          <p:cNvSpPr/>
          <p:nvPr/>
        </p:nvSpPr>
        <p:spPr>
          <a:xfrm>
            <a:off x="5436290" y="2880360"/>
            <a:ext cx="1319113" cy="960120"/>
          </a:xfrm>
          <a:prstGeom prst="chevron">
            <a:avLst>
              <a:gd name="adj" fmla="val 30000"/>
            </a:avLst>
          </a:prstGeom>
          <a:solidFill>
            <a:srgbClr val="3D7CC9"/>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45720" rIns="228600"/>
          <a:lstStyle/>
          <a:p>
            <a:pPr algn="ctr"/>
            <a:r>
              <a:rPr b="1" sz="1050">
                <a:solidFill>
                  <a:srgbClr val="FFFFFF"/>
                </a:solidFill>
                <a:latin typeface="Arial"/>
              </a:rPr>
              <a:t>Certified Installers</a:t>
            </a:r>
          </a:p>
        </p:txBody>
      </p:sp>
      <p:sp>
        <p:nvSpPr>
          <p:cNvPr id="10" name="Chevron 9"/>
          <p:cNvSpPr/>
          <p:nvPr/>
        </p:nvSpPr>
        <p:spPr>
          <a:xfrm>
            <a:off x="6554235" y="2880360"/>
            <a:ext cx="1319113" cy="960120"/>
          </a:xfrm>
          <a:prstGeom prst="chevron">
            <a:avLst>
              <a:gd name="adj" fmla="val 30000"/>
            </a:avLst>
          </a:prstGeom>
          <a:solidFill>
            <a:srgbClr val="00A19B"/>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45720" rIns="228600"/>
          <a:lstStyle/>
          <a:p>
            <a:pPr algn="ctr"/>
            <a:r>
              <a:rPr b="1" sz="1050">
                <a:solidFill>
                  <a:srgbClr val="FFFFFF"/>
                </a:solidFill>
                <a:latin typeface="Arial"/>
              </a:rPr>
              <a:t>500 Homes</a:t>
            </a:r>
          </a:p>
        </p:txBody>
      </p:sp>
      <p:sp>
        <p:nvSpPr>
          <p:cNvPr id="11" name="Chevron 10"/>
          <p:cNvSpPr/>
          <p:nvPr/>
        </p:nvSpPr>
        <p:spPr>
          <a:xfrm>
            <a:off x="7672180" y="2880360"/>
            <a:ext cx="1319113" cy="960120"/>
          </a:xfrm>
          <a:prstGeom prst="chevron">
            <a:avLst>
              <a:gd name="adj" fmla="val 30000"/>
            </a:avLst>
          </a:prstGeom>
          <a:solidFill>
            <a:srgbClr val="A32036"/>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45720" rIns="228600"/>
          <a:lstStyle/>
          <a:p>
            <a:pPr algn="ctr"/>
            <a:r>
              <a:rPr b="1" sz="1050">
                <a:solidFill>
                  <a:srgbClr val="FFFFFF"/>
                </a:solidFill>
                <a:latin typeface="Arial"/>
              </a:rPr>
              <a:t>3 MW Solar + 7.5 MWh</a:t>
            </a:r>
          </a:p>
        </p:txBody>
      </p:sp>
      <p:sp>
        <p:nvSpPr>
          <p:cNvPr id="12" name="Rounded Rectangle 11"/>
          <p:cNvSpPr/>
          <p:nvPr/>
        </p:nvSpPr>
        <p:spPr>
          <a:xfrm>
            <a:off x="457200" y="5623560"/>
            <a:ext cx="11247120" cy="777240"/>
          </a:xfrm>
          <a:prstGeom prst="roundRect">
            <a:avLst>
              <a:gd name="adj" fmla="val 6000"/>
            </a:avLst>
          </a:prstGeom>
          <a:solidFill>
            <a:srgbClr val="002856"/>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ctr"/>
            <a:r>
              <a:rPr sz="1300" b="1">
                <a:solidFill>
                  <a:srgbClr val="FFFFFF"/>
                </a:solidFill>
                <a:latin typeface="Arial"/>
              </a:rPr>
              <a:t>APTIM leverages existing program administration, contractor management, inspection, and reporting capabilities to support DTE-owned distributed energy assets.</a:t>
            </a:r>
          </a:p>
        </p:txBody>
      </p:sp>
      <p:sp>
        <p:nvSpPr>
          <p:cNvPr id="13" name="TextBox 12"/>
          <p:cNvSpPr txBox="1"/>
          <p:nvPr/>
        </p:nvSpPr>
        <p:spPr>
          <a:xfrm>
            <a:off x="274320" y="6537960"/>
            <a:ext cx="9144000" cy="274320"/>
          </a:xfrm>
          <a:prstGeom prst="rect">
            <a:avLst/>
          </a:prstGeom>
          <a:noFill/>
        </p:spPr>
        <p:txBody>
          <a:bodyPr wrap="none">
            <a:spAutoFit/>
          </a:bodyPr>
          <a:lstStyle/>
          <a:p>
            <a:r>
              <a:rPr sz="800">
                <a:solidFill>
                  <a:srgbClr val="888888"/>
                </a:solidFill>
                <a:latin typeface="Arial"/>
              </a:rPr>
              <a:t>Confidential. Not to be copied, distributed, or reproduced without prior approval. © 2026 APTIM - All rights reserved.</a:t>
            </a:r>
          </a:p>
        </p:txBody>
      </p:sp>
      <p:sp>
        <p:nvSpPr>
          <p:cNvPr id="14" name="TextBox 13"/>
          <p:cNvSpPr txBox="1"/>
          <p:nvPr/>
        </p:nvSpPr>
        <p:spPr>
          <a:xfrm>
            <a:off x="11612880" y="6537960"/>
            <a:ext cx="457200" cy="274320"/>
          </a:xfrm>
          <a:prstGeom prst="rect">
            <a:avLst/>
          </a:prstGeom>
          <a:noFill/>
        </p:spPr>
        <p:txBody>
          <a:bodyPr wrap="none">
            <a:spAutoFit/>
          </a:bodyPr>
          <a:lstStyle/>
          <a:p>
            <a:r>
              <a:rPr sz="800">
                <a:solidFill>
                  <a:srgbClr val="888888"/>
                </a:solidFill>
                <a:latin typeface="Arial"/>
              </a:rPr>
              <a:t>16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02856"/>
                </a:solidFill>
                <a:latin typeface="Arial"/>
              </a:rPr>
              <a:t>Michigan Pilot Business Case</a:t>
            </a:r>
          </a:p>
        </p:txBody>
      </p:sp>
      <p:sp>
        <p:nvSpPr>
          <p:cNvPr id="3" name="TextBox 2"/>
          <p:cNvSpPr txBox="1"/>
          <p:nvPr/>
        </p:nvSpPr>
        <p:spPr>
          <a:xfrm>
            <a:off x="457200" y="914400"/>
            <a:ext cx="11247120" cy="365760"/>
          </a:xfrm>
          <a:prstGeom prst="rect">
            <a:avLst/>
          </a:prstGeom>
          <a:noFill/>
        </p:spPr>
        <p:txBody>
          <a:bodyPr wrap="none">
            <a:spAutoFit/>
          </a:bodyPr>
          <a:lstStyle/>
          <a:p>
            <a:r>
              <a:rPr sz="1300" i="1">
                <a:solidFill>
                  <a:srgbClr val="404040"/>
                </a:solidFill>
                <a:latin typeface="Arial"/>
              </a:rPr>
              <a:t>The pilot creates value for DTE, homeowners, and APTIM.</a:t>
            </a:r>
          </a:p>
        </p:txBody>
      </p:sp>
      <p:sp>
        <p:nvSpPr>
          <p:cNvPr id="4" name="Rounded Rectangle 3"/>
          <p:cNvSpPr/>
          <p:nvPr/>
        </p:nvSpPr>
        <p:spPr>
          <a:xfrm>
            <a:off x="365760" y="1463040"/>
            <a:ext cx="3637178" cy="3794760"/>
          </a:xfrm>
          <a:prstGeom prst="roundRect">
            <a:avLst>
              <a:gd name="adj" fmla="val 6000"/>
            </a:avLst>
          </a:prstGeom>
          <a:solidFill>
            <a:srgbClr val="FFFFFF"/>
          </a:solidFill>
          <a:ln w="19050">
            <a:solidFill>
              <a:srgbClr val="002856"/>
            </a:solid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65760" y="1463040"/>
            <a:ext cx="3637178" cy="502920"/>
          </a:xfrm>
          <a:prstGeom prst="roundRect">
            <a:avLst>
              <a:gd name="adj" fmla="val 12000"/>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1400">
                <a:solidFill>
                  <a:srgbClr val="FFFFFF"/>
                </a:solidFill>
                <a:latin typeface="Arial"/>
              </a:rPr>
              <a:t>Project Investment</a:t>
            </a:r>
          </a:p>
        </p:txBody>
      </p:sp>
      <p:sp>
        <p:nvSpPr>
          <p:cNvPr id="6" name="TextBox 5"/>
          <p:cNvSpPr txBox="1"/>
          <p:nvPr/>
        </p:nvSpPr>
        <p:spPr>
          <a:xfrm>
            <a:off x="548640" y="2148840"/>
            <a:ext cx="3271418" cy="2926080"/>
          </a:xfrm>
          <a:prstGeom prst="rect">
            <a:avLst/>
          </a:prstGeom>
          <a:noFill/>
        </p:spPr>
        <p:txBody>
          <a:bodyPr wrap="square">
            <a:spAutoFit/>
          </a:bodyPr>
          <a:lstStyle/>
          <a:p>
            <a:pPr>
              <a:spcAft>
                <a:spcPts val="0"/>
              </a:spcAft>
            </a:pPr>
            <a:r>
              <a:rPr b="1" sz="1700">
                <a:solidFill>
                  <a:srgbClr val="002856"/>
                </a:solidFill>
                <a:latin typeface="Arial"/>
              </a:rPr>
              <a:t>500</a:t>
            </a:r>
          </a:p>
          <a:p>
            <a:pPr>
              <a:spcAft>
                <a:spcPts val="900"/>
              </a:spcAft>
            </a:pPr>
            <a:r>
              <a:rPr sz="1000">
                <a:solidFill>
                  <a:srgbClr val="404040"/>
                </a:solidFill>
                <a:latin typeface="Arial"/>
              </a:rPr>
              <a:t>Homes</a:t>
            </a:r>
          </a:p>
          <a:p>
            <a:pPr>
              <a:spcAft>
                <a:spcPts val="0"/>
              </a:spcAft>
            </a:pPr>
            <a:r>
              <a:rPr b="1" sz="1700">
                <a:solidFill>
                  <a:srgbClr val="002856"/>
                </a:solidFill>
                <a:latin typeface="Arial"/>
              </a:rPr>
              <a:t>3 MW</a:t>
            </a:r>
          </a:p>
          <a:p>
            <a:pPr>
              <a:spcAft>
                <a:spcPts val="900"/>
              </a:spcAft>
            </a:pPr>
            <a:r>
              <a:rPr sz="1000">
                <a:solidFill>
                  <a:srgbClr val="404040"/>
                </a:solidFill>
                <a:latin typeface="Arial"/>
              </a:rPr>
              <a:t>Solar Capacity</a:t>
            </a:r>
          </a:p>
          <a:p>
            <a:pPr>
              <a:spcAft>
                <a:spcPts val="0"/>
              </a:spcAft>
            </a:pPr>
            <a:r>
              <a:rPr b="1" sz="1700">
                <a:solidFill>
                  <a:srgbClr val="002856"/>
                </a:solidFill>
                <a:latin typeface="Arial"/>
              </a:rPr>
              <a:t>7.5 MWh</a:t>
            </a:r>
          </a:p>
          <a:p>
            <a:pPr>
              <a:spcAft>
                <a:spcPts val="900"/>
              </a:spcAft>
            </a:pPr>
            <a:r>
              <a:rPr sz="1000">
                <a:solidFill>
                  <a:srgbClr val="404040"/>
                </a:solidFill>
                <a:latin typeface="Arial"/>
              </a:rPr>
              <a:t>Battery Capacity</a:t>
            </a:r>
          </a:p>
          <a:p>
            <a:pPr>
              <a:spcAft>
                <a:spcPts val="0"/>
              </a:spcAft>
            </a:pPr>
            <a:r>
              <a:rPr b="1" sz="1700">
                <a:solidFill>
                  <a:srgbClr val="002856"/>
                </a:solidFill>
                <a:latin typeface="Arial"/>
              </a:rPr>
              <a:t>$34,500</a:t>
            </a:r>
          </a:p>
          <a:p>
            <a:pPr>
              <a:spcAft>
                <a:spcPts val="900"/>
              </a:spcAft>
            </a:pPr>
            <a:r>
              <a:rPr sz="1000">
                <a:solidFill>
                  <a:srgbClr val="404040"/>
                </a:solidFill>
                <a:latin typeface="Arial"/>
              </a:rPr>
              <a:t>Cost per Home</a:t>
            </a:r>
          </a:p>
          <a:p>
            <a:pPr>
              <a:spcAft>
                <a:spcPts val="0"/>
              </a:spcAft>
            </a:pPr>
            <a:r>
              <a:rPr b="1" sz="1700">
                <a:solidFill>
                  <a:srgbClr val="002856"/>
                </a:solidFill>
                <a:latin typeface="Arial"/>
              </a:rPr>
              <a:t>$17.25M</a:t>
            </a:r>
          </a:p>
          <a:p>
            <a:pPr>
              <a:spcAft>
                <a:spcPts val="900"/>
              </a:spcAft>
            </a:pPr>
            <a:r>
              <a:rPr sz="1000">
                <a:solidFill>
                  <a:srgbClr val="404040"/>
                </a:solidFill>
                <a:latin typeface="Arial"/>
              </a:rPr>
              <a:t>Gross CAPEX</a:t>
            </a:r>
          </a:p>
        </p:txBody>
      </p:sp>
      <p:sp>
        <p:nvSpPr>
          <p:cNvPr id="7" name="Rounded Rectangle 6"/>
          <p:cNvSpPr/>
          <p:nvPr/>
        </p:nvSpPr>
        <p:spPr>
          <a:xfrm>
            <a:off x="4277258" y="1463040"/>
            <a:ext cx="3637178" cy="3794760"/>
          </a:xfrm>
          <a:prstGeom prst="roundRect">
            <a:avLst>
              <a:gd name="adj" fmla="val 6000"/>
            </a:avLst>
          </a:prstGeom>
          <a:solidFill>
            <a:srgbClr val="FFFFFF"/>
          </a:solidFill>
          <a:ln w="19050">
            <a:solidFill>
              <a:srgbClr val="FF8200"/>
            </a:solid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277258" y="1463040"/>
            <a:ext cx="3637178" cy="502920"/>
          </a:xfrm>
          <a:prstGeom prst="roundRect">
            <a:avLst>
              <a:gd name="adj" fmla="val 12000"/>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1400">
                <a:solidFill>
                  <a:srgbClr val="FFFFFF"/>
                </a:solidFill>
                <a:latin typeface="Arial"/>
              </a:rPr>
              <a:t>APTIM Revenue</a:t>
            </a:r>
          </a:p>
        </p:txBody>
      </p:sp>
      <p:sp>
        <p:nvSpPr>
          <p:cNvPr id="9" name="TextBox 8"/>
          <p:cNvSpPr txBox="1"/>
          <p:nvPr/>
        </p:nvSpPr>
        <p:spPr>
          <a:xfrm>
            <a:off x="4460138" y="2148840"/>
            <a:ext cx="3271418" cy="2926080"/>
          </a:xfrm>
          <a:prstGeom prst="rect">
            <a:avLst/>
          </a:prstGeom>
          <a:noFill/>
        </p:spPr>
        <p:txBody>
          <a:bodyPr wrap="square">
            <a:spAutoFit/>
          </a:bodyPr>
          <a:lstStyle/>
          <a:p>
            <a:pPr>
              <a:spcAft>
                <a:spcPts val="0"/>
              </a:spcAft>
            </a:pPr>
            <a:r>
              <a:rPr b="1" sz="1700">
                <a:solidFill>
                  <a:srgbClr val="FF8200"/>
                </a:solidFill>
                <a:latin typeface="Arial"/>
              </a:rPr>
              <a:t>$1.5M</a:t>
            </a:r>
          </a:p>
          <a:p>
            <a:pPr>
              <a:spcAft>
                <a:spcPts val="900"/>
              </a:spcAft>
            </a:pPr>
            <a:r>
              <a:rPr sz="1000">
                <a:solidFill>
                  <a:srgbClr val="404040"/>
                </a:solidFill>
                <a:latin typeface="Arial"/>
              </a:rPr>
              <a:t>Annual Contract</a:t>
            </a:r>
          </a:p>
          <a:p>
            <a:pPr>
              <a:spcAft>
                <a:spcPts val="0"/>
              </a:spcAft>
            </a:pPr>
            <a:r>
              <a:rPr b="1" sz="1700">
                <a:solidFill>
                  <a:srgbClr val="FF8200"/>
                </a:solidFill>
                <a:latin typeface="Arial"/>
              </a:rPr>
              <a:t>3 Years</a:t>
            </a:r>
          </a:p>
          <a:p>
            <a:pPr>
              <a:spcAft>
                <a:spcPts val="900"/>
              </a:spcAft>
            </a:pPr>
            <a:r>
              <a:rPr sz="1000">
                <a:solidFill>
                  <a:srgbClr val="404040"/>
                </a:solidFill>
                <a:latin typeface="Arial"/>
              </a:rPr>
              <a:t>Pilot Length</a:t>
            </a:r>
          </a:p>
          <a:p>
            <a:pPr>
              <a:spcAft>
                <a:spcPts val="0"/>
              </a:spcAft>
            </a:pPr>
            <a:r>
              <a:rPr b="1" sz="1700">
                <a:solidFill>
                  <a:srgbClr val="FF8200"/>
                </a:solidFill>
                <a:latin typeface="Arial"/>
              </a:rPr>
              <a:t>$4.5M</a:t>
            </a:r>
          </a:p>
          <a:p>
            <a:pPr>
              <a:spcAft>
                <a:spcPts val="900"/>
              </a:spcAft>
            </a:pPr>
            <a:r>
              <a:rPr sz="1000">
                <a:solidFill>
                  <a:srgbClr val="404040"/>
                </a:solidFill>
                <a:latin typeface="Arial"/>
              </a:rPr>
              <a:t>Total Revenue</a:t>
            </a:r>
          </a:p>
        </p:txBody>
      </p:sp>
      <p:sp>
        <p:nvSpPr>
          <p:cNvPr id="10" name="Rounded Rectangle 9"/>
          <p:cNvSpPr/>
          <p:nvPr/>
        </p:nvSpPr>
        <p:spPr>
          <a:xfrm>
            <a:off x="8188756" y="1463040"/>
            <a:ext cx="3637178" cy="3794760"/>
          </a:xfrm>
          <a:prstGeom prst="roundRect">
            <a:avLst>
              <a:gd name="adj" fmla="val 6000"/>
            </a:avLst>
          </a:prstGeom>
          <a:solidFill>
            <a:srgbClr val="FFFFFF"/>
          </a:solidFill>
          <a:ln w="19050">
            <a:solidFill>
              <a:srgbClr val="00A19B"/>
            </a:solid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188756" y="1463040"/>
            <a:ext cx="3637178" cy="502920"/>
          </a:xfrm>
          <a:prstGeom prst="roundRect">
            <a:avLst>
              <a:gd name="adj" fmla="val 12000"/>
            </a:avLst>
          </a:prstGeom>
          <a:solidFill>
            <a:srgbClr val="00A1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1400">
                <a:solidFill>
                  <a:srgbClr val="FFFFFF"/>
                </a:solidFill>
                <a:latin typeface="Arial"/>
              </a:rPr>
              <a:t>Customer Benefits</a:t>
            </a:r>
          </a:p>
        </p:txBody>
      </p:sp>
      <p:sp>
        <p:nvSpPr>
          <p:cNvPr id="12" name="TextBox 11"/>
          <p:cNvSpPr txBox="1"/>
          <p:nvPr/>
        </p:nvSpPr>
        <p:spPr>
          <a:xfrm>
            <a:off x="8371636" y="2240280"/>
            <a:ext cx="3271418" cy="2834640"/>
          </a:xfrm>
          <a:prstGeom prst="rect">
            <a:avLst/>
          </a:prstGeom>
          <a:noFill/>
        </p:spPr>
        <p:txBody>
          <a:bodyPr wrap="square">
            <a:spAutoFit/>
          </a:bodyPr>
          <a:lstStyle/>
          <a:p>
            <a:pPr>
              <a:spcAft>
                <a:spcPts val="1000"/>
              </a:spcAft>
            </a:pPr>
            <a:r>
              <a:rPr b="1" sz="1300">
                <a:solidFill>
                  <a:srgbClr val="00A19B"/>
                </a:solidFill>
                <a:latin typeface="Arial"/>
              </a:rPr>
              <a:t>✓  </a:t>
            </a:r>
            <a:r>
              <a:rPr sz="1300">
                <a:solidFill>
                  <a:srgbClr val="404040"/>
                </a:solidFill>
                <a:latin typeface="Arial"/>
              </a:rPr>
              <a:t>~$700 annual savings</a:t>
            </a:r>
          </a:p>
          <a:p>
            <a:pPr>
              <a:spcAft>
                <a:spcPts val="1000"/>
              </a:spcAft>
            </a:pPr>
            <a:r>
              <a:rPr b="1" sz="1300">
                <a:solidFill>
                  <a:srgbClr val="00A19B"/>
                </a:solidFill>
                <a:latin typeface="Arial"/>
              </a:rPr>
              <a:t>✓  </a:t>
            </a:r>
            <a:r>
              <a:rPr sz="1300">
                <a:solidFill>
                  <a:srgbClr val="404040"/>
                </a:solidFill>
                <a:latin typeface="Arial"/>
              </a:rPr>
              <a:t>40-50% bill reduction</a:t>
            </a:r>
          </a:p>
          <a:p>
            <a:pPr>
              <a:spcAft>
                <a:spcPts val="1000"/>
              </a:spcAft>
            </a:pPr>
            <a:r>
              <a:rPr b="1" sz="1300">
                <a:solidFill>
                  <a:srgbClr val="00A19B"/>
                </a:solidFill>
                <a:latin typeface="Arial"/>
              </a:rPr>
              <a:t>✓  </a:t>
            </a:r>
            <a:r>
              <a:rPr sz="1300">
                <a:solidFill>
                  <a:srgbClr val="404040"/>
                </a:solidFill>
                <a:latin typeface="Arial"/>
              </a:rPr>
              <a:t>Backup power</a:t>
            </a:r>
          </a:p>
          <a:p>
            <a:pPr>
              <a:spcAft>
                <a:spcPts val="1000"/>
              </a:spcAft>
            </a:pPr>
            <a:r>
              <a:rPr b="1" sz="1300">
                <a:solidFill>
                  <a:srgbClr val="00A19B"/>
                </a:solidFill>
                <a:latin typeface="Arial"/>
              </a:rPr>
              <a:t>✓  </a:t>
            </a:r>
            <a:r>
              <a:rPr sz="1300">
                <a:solidFill>
                  <a:srgbClr val="404040"/>
                </a:solidFill>
                <a:latin typeface="Arial"/>
              </a:rPr>
              <a:t>No upfront investment</a:t>
            </a:r>
          </a:p>
        </p:txBody>
      </p:sp>
      <p:sp>
        <p:nvSpPr>
          <p:cNvPr id="13" name="Rounded Rectangle 12"/>
          <p:cNvSpPr/>
          <p:nvPr/>
        </p:nvSpPr>
        <p:spPr>
          <a:xfrm>
            <a:off x="457200" y="5486400"/>
            <a:ext cx="11247120" cy="868680"/>
          </a:xfrm>
          <a:prstGeom prst="roundRect">
            <a:avLst>
              <a:gd name="adj" fmla="val 6000"/>
            </a:avLst>
          </a:prstGeom>
          <a:solidFill>
            <a:srgbClr val="002856"/>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ctr"/>
            <a:r>
              <a:rPr sz="1500" b="1">
                <a:solidFill>
                  <a:srgbClr val="FFFFFF"/>
                </a:solidFill>
                <a:latin typeface="Arial"/>
              </a:rPr>
              <a:t>Launch a 500-home Ann Arbor pilot to demonstrate a scalable utility-owned solar and battery fleet model while supporting Michigan's long-term storage objectives.</a:t>
            </a:r>
          </a:p>
        </p:txBody>
      </p:sp>
      <p:sp>
        <p:nvSpPr>
          <p:cNvPr id="14" name="TextBox 13"/>
          <p:cNvSpPr txBox="1"/>
          <p:nvPr/>
        </p:nvSpPr>
        <p:spPr>
          <a:xfrm>
            <a:off x="274320" y="6537960"/>
            <a:ext cx="9144000" cy="274320"/>
          </a:xfrm>
          <a:prstGeom prst="rect">
            <a:avLst/>
          </a:prstGeom>
          <a:noFill/>
        </p:spPr>
        <p:txBody>
          <a:bodyPr wrap="none">
            <a:spAutoFit/>
          </a:bodyPr>
          <a:lstStyle/>
          <a:p>
            <a:r>
              <a:rPr sz="800">
                <a:solidFill>
                  <a:srgbClr val="888888"/>
                </a:solidFill>
                <a:latin typeface="Arial"/>
              </a:rPr>
              <a:t>Confidential. Not to be copied, distributed, or reproduced without prior approval. © 2026 APTIM - All rights reserved.</a:t>
            </a:r>
          </a:p>
        </p:txBody>
      </p:sp>
      <p:sp>
        <p:nvSpPr>
          <p:cNvPr id="15" name="TextBox 14"/>
          <p:cNvSpPr txBox="1"/>
          <p:nvPr/>
        </p:nvSpPr>
        <p:spPr>
          <a:xfrm>
            <a:off x="11612880" y="6537960"/>
            <a:ext cx="457200" cy="274320"/>
          </a:xfrm>
          <a:prstGeom prst="rect">
            <a:avLst/>
          </a:prstGeom>
          <a:noFill/>
        </p:spPr>
        <p:txBody>
          <a:bodyPr wrap="none">
            <a:spAutoFit/>
          </a:bodyPr>
          <a:lstStyle/>
          <a:p>
            <a:r>
              <a:rPr sz="800">
                <a:solidFill>
                  <a:srgbClr val="888888"/>
                </a:solidFill>
                <a:latin typeface="Arial"/>
              </a:rPr>
              <a:t>17</a:t>
            </a:r>
          </a:p>
        </p:txBody>
      </p:sp>
    </p:spTree>
  </p:cSld>
  <p:clrMapOvr>
    <a:masterClrMapping/>
  </p:clrMapOvr>
</p:sld>
</file>

<file path=ppt/theme/theme1.xml><?xml version="1.0" encoding="utf-8"?>
<a:theme xmlns:a="http://schemas.openxmlformats.org/drawingml/2006/main" name="1_APTIM THEME">
  <a:themeElements>
    <a:clrScheme name="2025_APTIM_Colors">
      <a:dk1>
        <a:sysClr val="windowText" lastClr="000000"/>
      </a:dk1>
      <a:lt1>
        <a:sysClr val="window" lastClr="FFFFFF"/>
      </a:lt1>
      <a:dk2>
        <a:srgbClr val="404040"/>
      </a:dk2>
      <a:lt2>
        <a:srgbClr val="D0CFCD"/>
      </a:lt2>
      <a:accent1>
        <a:srgbClr val="002856"/>
      </a:accent1>
      <a:accent2>
        <a:srgbClr val="FF8200"/>
      </a:accent2>
      <a:accent3>
        <a:srgbClr val="3D7CC9"/>
      </a:accent3>
      <a:accent4>
        <a:srgbClr val="00A19B"/>
      </a:accent4>
      <a:accent5>
        <a:srgbClr val="A32036"/>
      </a:accent5>
      <a:accent6>
        <a:srgbClr val="FFB71B"/>
      </a:accent6>
      <a:hlink>
        <a:srgbClr val="3D7CC9"/>
      </a:hlink>
      <a:folHlink>
        <a:srgbClr val="FF8200"/>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20260101_APTIM_General_PR_TM_rev9.pptx" id="{19C27BBF-5620-4B65-ADED-6C779E989189}" vid="{947FF4B4-2A4E-4E0E-9AA8-A170C790CFA8}"/>
    </a:ext>
  </a:extLst>
</a:theme>
</file>

<file path=ppt/theme/theme2.xml><?xml version="1.0" encoding="utf-8"?>
<a:theme xmlns:a="http://schemas.openxmlformats.org/drawingml/2006/main" name="2_APTIM THEME TITLES">
  <a:themeElements>
    <a:clrScheme name="2025_APTIM_Colors">
      <a:dk1>
        <a:sysClr val="windowText" lastClr="000000"/>
      </a:dk1>
      <a:lt1>
        <a:sysClr val="window" lastClr="FFFFFF"/>
      </a:lt1>
      <a:dk2>
        <a:srgbClr val="404040"/>
      </a:dk2>
      <a:lt2>
        <a:srgbClr val="D0CFCD"/>
      </a:lt2>
      <a:accent1>
        <a:srgbClr val="002856"/>
      </a:accent1>
      <a:accent2>
        <a:srgbClr val="FF8200"/>
      </a:accent2>
      <a:accent3>
        <a:srgbClr val="3D7CC9"/>
      </a:accent3>
      <a:accent4>
        <a:srgbClr val="00A19B"/>
      </a:accent4>
      <a:accent5>
        <a:srgbClr val="A32036"/>
      </a:accent5>
      <a:accent6>
        <a:srgbClr val="FFB71B"/>
      </a:accent6>
      <a:hlink>
        <a:srgbClr val="3D7CC9"/>
      </a:hlink>
      <a:folHlink>
        <a:srgbClr val="FF8200"/>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20260101_APTIM_General_PR_TM_rev9.pptx" id="{19C27BBF-5620-4B65-ADED-6C779E989189}" vid="{42F5EDCE-6B25-4972-AA1F-9C1F30ADC879}"/>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SharedContentType xmlns="Microsoft.SharePoint.Taxonomy.ContentTypeSync" SourceId="daf5a3b8-19fe-4aaf-8551-0b725c993cda" ContentTypeId="0x0101" PreviousValue="false"/>
</file>

<file path=customXml/item2.xml><?xml version="1.0" encoding="utf-8"?>
<ct:contentTypeSchema xmlns:ct="http://schemas.microsoft.com/office/2006/metadata/contentType" xmlns:ma="http://schemas.microsoft.com/office/2006/metadata/properties/metaAttributes" ct:_="" ma:_="" ma:contentTypeName="Document" ma:contentTypeID="0x0101009D83D8A17B64F1409CB10E760AC3010A" ma:contentTypeVersion="7" ma:contentTypeDescription="Create a new document." ma:contentTypeScope="" ma:versionID="d4641c6c4f173511658f296f0e247815">
  <xsd:schema xmlns:xsd="http://www.w3.org/2001/XMLSchema" xmlns:xs="http://www.w3.org/2001/XMLSchema" xmlns:p="http://schemas.microsoft.com/office/2006/metadata/properties" xmlns:ns2="6cb61cf8-a1b1-4278-9585-9a56d9b9b454" targetNamespace="http://schemas.microsoft.com/office/2006/metadata/properties" ma:root="true" ma:fieldsID="1a9972942c6238e0919299bf21f7ef2d" ns2:_="">
    <xsd:import namespace="6cb61cf8-a1b1-4278-9585-9a56d9b9b454"/>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cb61cf8-a1b1-4278-9585-9a56d9b9b45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4.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0230C146-E824-4515-851C-F7A124164F59}"/>
</file>

<file path=customXml/itemProps2.xml><?xml version="1.0" encoding="utf-8"?>
<ds:datastoreItem xmlns:ds="http://schemas.openxmlformats.org/officeDocument/2006/customXml" ds:itemID="{F48DA0E0-1EA8-474F-9718-4791250C4862}"/>
</file>

<file path=customXml/itemProps3.xml><?xml version="1.0" encoding="utf-8"?>
<ds:datastoreItem xmlns:ds="http://schemas.openxmlformats.org/officeDocument/2006/customXml" ds:itemID="{2A3605C4-03E5-4AAA-A5E9-706881023D5D}"/>
</file>

<file path=customXml/itemProps4.xml><?xml version="1.0" encoding="utf-8"?>
<ds:datastoreItem xmlns:ds="http://schemas.openxmlformats.org/officeDocument/2006/customXml" ds:itemID="{C55B5BE0-1FD9-4B5D-8EE8-533F4F958440}"/>
</file>

<file path=docProps/app.xml><?xml version="1.0" encoding="utf-8"?>
<Properties xmlns="http://schemas.openxmlformats.org/officeDocument/2006/extended-properties" xmlns:vt="http://schemas.openxmlformats.org/officeDocument/2006/docPropsVTypes">
  <Template/>
  <TotalTime>1472</TotalTime>
  <Words>1593</Words>
  <Application>Microsoft Office PowerPoint</Application>
  <PresentationFormat>Widescreen</PresentationFormat>
  <Paragraphs>149</Paragraphs>
  <Slides>19</Slides>
  <Notes>0</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19</vt:i4>
      </vt:variant>
    </vt:vector>
  </HeadingPairs>
  <TitlesOfParts>
    <vt:vector size="25" baseType="lpstr">
      <vt:lpstr>Aptos</vt:lpstr>
      <vt:lpstr>Arial</vt:lpstr>
      <vt:lpstr>Arial Black</vt:lpstr>
      <vt:lpstr>Arial Rounded MT Bold</vt:lpstr>
      <vt:lpstr>1_APTIM THEME</vt:lpstr>
      <vt:lpstr>2_APTIM THEME TITLES</vt:lpstr>
      <vt:lpstr>APTIM PowerPoint  Template Guidelines</vt:lpstr>
      <vt:lpstr>About the Template &amp; Formatting</vt:lpstr>
      <vt:lpstr>How to Use</vt:lpstr>
      <vt:lpstr>Basics</vt:lpstr>
      <vt:lpstr>Bullets</vt:lpstr>
      <vt:lpstr>Insert Photos &amp; Graphics</vt:lpstr>
      <vt:lpstr>Crop Photos</vt:lpstr>
      <vt:lpstr>Adding Text Over a Photo</vt:lpstr>
      <vt:lpstr>Presentation Title</vt:lpstr>
      <vt:lpstr>PowerPoint Presentation</vt:lpstr>
      <vt:lpstr>PowerPoint Presentation</vt:lpstr>
      <vt:lpstr>PowerPoint Presentation</vt:lpstr>
      <vt:lpstr>Section Title</vt:lpstr>
      <vt:lpstr>PowerPoint Presentation</vt:lpstr>
      <vt:lpstr>PowerPoint Presentation</vt:lpstr>
      <vt:lpstr>PowerPoint Presentation</vt:lpstr>
      <vt:lpstr>PowerPoint Presentation</vt:lpstr>
      <vt:lpstr>Elements to Pick Up/Use</vt:lpstr>
      <vt:lpstr>Sample Table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Popp, Marcia J</dc:creator>
  <cp:lastModifiedBy>Popp, Marcia J</cp:lastModifiedBy>
  <cp:revision>13</cp:revision>
  <dcterms:created xsi:type="dcterms:W3CDTF">2025-11-04T14:56:54Z</dcterms:created>
  <dcterms:modified xsi:type="dcterms:W3CDTF">2026-04-29T17:20:04Z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0x0101009D83D8A17B64F1409CB10E760AC3010A</vt:lpwstr>
  </property>
</Properties>
</file>