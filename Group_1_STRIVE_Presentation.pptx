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9.svg" ContentType="image/svg+xml"/>
  <Override PartName="/ppt/media/image20.svg" ContentType="image/svg+xml"/>
  <Override PartName="/ppt/media/image21.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60" r:id="rId6"/>
  </p:sldMasterIdLst>
  <p:notesMasterIdLst>
    <p:notesMasterId r:id="rId55"/>
  </p:notesMasterIdLst>
  <p:sldIdLst>
    <p:sldId id="261" r:id="rId7"/>
    <p:sldId id="563" r:id="rId8"/>
    <p:sldId id="567" r:id="rId9"/>
    <p:sldId id="571" r:id="rId10"/>
    <p:sldId id="569" r:id="rId11"/>
    <p:sldId id="256" r:id="rId19"/>
    <p:sldId id="295" r:id="rId12"/>
    <p:sldId id="576" r:id="rId13"/>
    <p:sldId id="579" r:id="rId62"/>
    <p:sldId id="258" r:id="rId18"/>
    <p:sldId id="580" r:id="rId63"/>
    <p:sldId id="304" r:id="rId14"/>
    <p:sldId id="305" r:id="rId15"/>
    <p:sldId id="306" r:id="rId16"/>
    <p:sldId id="575" r:id="rId20"/>
    <p:sldId id="299" r:id="rId21"/>
    <p:sldId id="573" r:id="rId22"/>
    <p:sldId id="578" r:id="rId17"/>
    <p:sldId id="570" r:id="rId23"/>
    <p:sldId id="274" r:id="rId24"/>
    <p:sldId id="296" r:id="rId25"/>
    <p:sldId id="577" r:id="rId26"/>
    <p:sldId id="300" r:id="rId27"/>
    <p:sldId id="302" r:id="rId28"/>
    <p:sldId id="275" r:id="rId29"/>
    <p:sldId id="292" r:id="rId30"/>
    <p:sldId id="307" r:id="rId31"/>
    <p:sldId id="565" r:id="rId32"/>
    <p:sldId id="566" r:id="rId33"/>
    <p:sldId id="564" r:id="rId34"/>
    <p:sldId id="574" r:id="rId35"/>
    <p:sldId id="572" r:id="rId36"/>
    <p:sldId id="297" r:id="rId37"/>
    <p:sldId id="568" r:id="rId38"/>
    <p:sldId id="285" r:id="rId39"/>
    <p:sldId id="279" r:id="rId40"/>
    <p:sldId id="281" r:id="rId41"/>
    <p:sldId id="282" r:id="rId42"/>
    <p:sldId id="283" r:id="rId43"/>
    <p:sldId id="284" r:id="rId44"/>
    <p:sldId id="291" r:id="rId45"/>
    <p:sldId id="287" r:id="rId46"/>
    <p:sldId id="288" r:id="rId47"/>
    <p:sldId id="290" r:id="rId48"/>
    <p:sldId id="264" r:id="rId49"/>
    <p:sldId id="289" r:id="rId50"/>
    <p:sldId id="276" r:id="rId51"/>
    <p:sldId id="277" r:id="rId52"/>
    <p:sldId id="267" r:id="rId53"/>
    <p:sldId id="27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D096BDF2-302C-458D-8E99-977910712164}">
          <p14:sldIdLst>
            <p14:sldId id="261"/>
            <p14:sldId id="563"/>
            <p14:sldId id="567"/>
            <p14:sldId id="571"/>
            <p14:sldId id="569"/>
            <p14:sldId id="295"/>
            <p14:sldId id="576"/>
            <p14:sldId id="304"/>
            <p14:sldId id="305"/>
            <p14:sldId id="306"/>
            <p14:sldId id="578"/>
            <p14:sldId id="258"/>
            <p14:sldId id="256"/>
            <p14:sldId id="575"/>
            <p14:sldId id="299"/>
            <p14:sldId id="573"/>
            <p14:sldId id="570"/>
            <p14:sldId id="274"/>
          </p14:sldIdLst>
        </p14:section>
        <p14:section name="Draft/Prompt Slides" id="{C2FC1F15-DB02-426B-B197-995664422535}">
          <p14:sldIdLst>
            <p14:sldId id="296"/>
            <p14:sldId id="577"/>
            <p14:sldId id="300"/>
            <p14:sldId id="302"/>
            <p14:sldId id="275"/>
            <p14:sldId id="292"/>
            <p14:sldId id="307"/>
            <p14:sldId id="565"/>
            <p14:sldId id="566"/>
            <p14:sldId id="564"/>
            <p14:sldId id="574"/>
            <p14:sldId id="572"/>
            <p14:sldId id="297"/>
            <p14:sldId id="568"/>
          </p14:sldIdLst>
        </p14:section>
        <p14:section name="APTIM Slides" id="{8173148A-A6F9-4113-81F7-ECE031B97E68}">
          <p14:sldIdLst>
            <p14:sldId id="285"/>
            <p14:sldId id="279"/>
            <p14:sldId id="281"/>
            <p14:sldId id="282"/>
            <p14:sldId id="283"/>
            <p14:sldId id="284"/>
            <p14:sldId id="291"/>
            <p14:sldId id="287"/>
            <p14:sldId id="288"/>
            <p14:sldId id="290"/>
            <p14:sldId id="264"/>
            <p14:sldId id="289"/>
            <p14:sldId id="276"/>
            <p14:sldId id="277"/>
            <p14:sldId id="267"/>
            <p14:sldId id="27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DAA2F0-B172-9297-46A0-769BFF532222}" name="Popp, Marcia J" initials="MP" userId="S::marcia.popp@aptim.com::f0295421-d505-4fae-8fd4-148b70ef5ec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F6F54F-9B34-1888-7193-6073DFC88332}" v="115" dt="2026-07-22T18:29:47.015"/>
    <p1510:client id="{59249B63-8882-4CDB-BAD3-FE5B1693C1FE}" v="18" dt="2026-07-23T17:11:14.234"/>
    <p1510:client id="{787387E4-86D2-7F9E-74B5-464197686477}" v="1339" dt="2026-07-22T17:24:50.303"/>
    <p1510:client id="{8559E0C1-5AA9-E0A4-05E5-01378189A90D}" v="84" dt="2026-07-23T19:55:07.856"/>
    <p1510:client id="{A71D0A26-5D96-CD32-CFD7-A66CE5B6B761}" v="82" dt="2026-07-22T21:09:59.070"/>
    <p1510:client id="{ED18C9C9-4FC3-F97B-D3FB-0B2224BC2A8A}" v="17" dt="2026-07-23T12:34:00.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7.xml"/><Relationship Id="rId18" Type="http://schemas.openxmlformats.org/officeDocument/2006/relationships/slide" Target="slides/slide10.xml"/><Relationship Id="rId19" Type="http://schemas.openxmlformats.org/officeDocument/2006/relationships/slide" Target="slides/slide6.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60" Type="http://schemas.microsoft.com/office/2015/10/relationships/revisionInfo" Target="revisionInfo.xml"/><Relationship Id="rId61" Type="http://schemas.microsoft.com/office/2018/10/relationships/authors" Target="authors.xml"/><Relationship Id="rId62" Type="http://schemas.openxmlformats.org/officeDocument/2006/relationships/slide" Target="slides/slide9.xml"/><Relationship Id="rId63" Type="http://schemas.openxmlformats.org/officeDocument/2006/relationships/slide" Target="slides/slide5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35E784-6F17-44A8-A786-4C9580DEBC54}" type="doc">
      <dgm:prSet loTypeId="urn:microsoft.com/office/officeart/2005/8/layout/arrow3" loCatId="relationship" qsTypeId="urn:microsoft.com/office/officeart/2005/8/quickstyle/simple1" qsCatId="simple" csTypeId="urn:microsoft.com/office/officeart/2005/8/colors/accent1_2" csCatId="accent1" phldr="1"/>
      <dgm:spPr/>
      <dgm:t>
        <a:bodyPr/>
        <a:lstStyle/>
        <a:p>
          <a:endParaRPr lang="en-US"/>
        </a:p>
      </dgm:t>
    </dgm:pt>
    <dgm:pt modelId="{DDFE7638-8CD1-43E1-9B31-D548E5206749}">
      <dgm:prSet phldrT="[Text]" phldr="0"/>
      <dgm:spPr/>
      <dgm:t>
        <a:bodyPr/>
        <a:lstStyle/>
        <a:p>
          <a:r>
            <a:rPr lang="en-US"/>
            <a:t>Constraints </a:t>
          </a:r>
        </a:p>
      </dgm:t>
    </dgm:pt>
    <dgm:pt modelId="{3EF4084A-28ED-4AFF-9A20-403A524C0BE8}" type="parTrans" cxnId="{5AC8A6D6-0168-4073-A3C8-296184BF2B20}">
      <dgm:prSet/>
      <dgm:spPr/>
      <dgm:t>
        <a:bodyPr/>
        <a:lstStyle/>
        <a:p>
          <a:endParaRPr lang="en-US"/>
        </a:p>
      </dgm:t>
    </dgm:pt>
    <dgm:pt modelId="{CB41EE61-C508-4F62-BC6F-D1BE622726B2}" type="sibTrans" cxnId="{5AC8A6D6-0168-4073-A3C8-296184BF2B20}">
      <dgm:prSet/>
      <dgm:spPr/>
      <dgm:t>
        <a:bodyPr/>
        <a:lstStyle/>
        <a:p>
          <a:endParaRPr lang="en-US"/>
        </a:p>
      </dgm:t>
    </dgm:pt>
    <dgm:pt modelId="{BD88967C-5EE0-446C-A30E-AEE06FB40E5B}">
      <dgm:prSet phldrT="[Text]" phldr="0"/>
      <dgm:spPr/>
      <dgm:t>
        <a:bodyPr/>
        <a:lstStyle/>
        <a:p>
          <a:r>
            <a:rPr lang="en-US"/>
            <a:t>Federal Funding Uncertainty</a:t>
          </a:r>
        </a:p>
      </dgm:t>
    </dgm:pt>
    <dgm:pt modelId="{22DAFC6F-7008-456A-B428-0D8390473261}" type="parTrans" cxnId="{57550FDD-BD11-494F-A99B-332B69B2719F}">
      <dgm:prSet/>
      <dgm:spPr/>
      <dgm:t>
        <a:bodyPr/>
        <a:lstStyle/>
        <a:p>
          <a:endParaRPr lang="en-US"/>
        </a:p>
      </dgm:t>
    </dgm:pt>
    <dgm:pt modelId="{AD1D2F9B-31FF-4173-941C-195906D11917}" type="sibTrans" cxnId="{57550FDD-BD11-494F-A99B-332B69B2719F}">
      <dgm:prSet/>
      <dgm:spPr/>
      <dgm:t>
        <a:bodyPr/>
        <a:lstStyle/>
        <a:p>
          <a:endParaRPr lang="en-US"/>
        </a:p>
      </dgm:t>
    </dgm:pt>
    <dgm:pt modelId="{1AE44E74-97CF-479C-914D-423F4065ABF3}">
      <dgm:prSet/>
      <dgm:spPr/>
      <dgm:t>
        <a:bodyPr/>
        <a:lstStyle/>
        <a:p>
          <a:r>
            <a:rPr lang="en-US"/>
            <a:t>Changing Incentive Structure </a:t>
          </a:r>
        </a:p>
      </dgm:t>
    </dgm:pt>
    <dgm:pt modelId="{EFF59727-7AF6-4565-9C77-EFF8A1E79EFE}" type="parTrans" cxnId="{88BA81B3-56A1-4BA5-BD2C-F77FC6C2628D}">
      <dgm:prSet/>
      <dgm:spPr/>
      <dgm:t>
        <a:bodyPr/>
        <a:lstStyle/>
        <a:p>
          <a:endParaRPr lang="en-US"/>
        </a:p>
      </dgm:t>
    </dgm:pt>
    <dgm:pt modelId="{FAC1CC9C-ACD5-47BE-BDD0-8D4785F9BABB}" type="sibTrans" cxnId="{88BA81B3-56A1-4BA5-BD2C-F77FC6C2628D}">
      <dgm:prSet/>
      <dgm:spPr/>
      <dgm:t>
        <a:bodyPr/>
        <a:lstStyle/>
        <a:p>
          <a:endParaRPr lang="en-US"/>
        </a:p>
      </dgm:t>
    </dgm:pt>
    <dgm:pt modelId="{7CB07658-EE47-46E9-8595-0BFD8BAE936E}">
      <dgm:prSet/>
      <dgm:spPr/>
      <dgm:t>
        <a:bodyPr/>
        <a:lstStyle/>
        <a:p>
          <a:r>
            <a:rPr lang="en-US"/>
            <a:t>Operational Complexity </a:t>
          </a:r>
        </a:p>
      </dgm:t>
    </dgm:pt>
    <dgm:pt modelId="{CA839E47-4C28-48F6-B3BD-72AAFBECFAC6}" type="parTrans" cxnId="{2FFD2F44-7E25-4BFC-9F00-77D005CC2D31}">
      <dgm:prSet/>
      <dgm:spPr/>
      <dgm:t>
        <a:bodyPr/>
        <a:lstStyle/>
        <a:p>
          <a:endParaRPr lang="en-US"/>
        </a:p>
      </dgm:t>
    </dgm:pt>
    <dgm:pt modelId="{870635BE-A339-4B3A-A004-FFD09E63B64B}" type="sibTrans" cxnId="{2FFD2F44-7E25-4BFC-9F00-77D005CC2D31}">
      <dgm:prSet/>
      <dgm:spPr/>
      <dgm:t>
        <a:bodyPr/>
        <a:lstStyle/>
        <a:p>
          <a:endParaRPr lang="en-US"/>
        </a:p>
      </dgm:t>
    </dgm:pt>
    <dgm:pt modelId="{4DB905CD-BC51-448A-9C15-792753A58177}">
      <dgm:prSet/>
      <dgm:spPr/>
      <dgm:t>
        <a:bodyPr/>
        <a:lstStyle/>
        <a:p>
          <a:r>
            <a:rPr lang="en-US"/>
            <a:t>Aging Infrastructure </a:t>
          </a:r>
        </a:p>
      </dgm:t>
    </dgm:pt>
    <dgm:pt modelId="{67842171-0865-43BE-88D2-3F87571A98EA}" type="parTrans" cxnId="{55F3BDA1-E9D6-4C0C-A523-051488B1AABA}">
      <dgm:prSet/>
      <dgm:spPr/>
      <dgm:t>
        <a:bodyPr/>
        <a:lstStyle/>
        <a:p>
          <a:endParaRPr lang="en-US"/>
        </a:p>
      </dgm:t>
    </dgm:pt>
    <dgm:pt modelId="{2A516D90-AF25-4232-8D5F-AAA08E3E0147}" type="sibTrans" cxnId="{55F3BDA1-E9D6-4C0C-A523-051488B1AABA}">
      <dgm:prSet/>
      <dgm:spPr/>
      <dgm:t>
        <a:bodyPr/>
        <a:lstStyle/>
        <a:p>
          <a:endParaRPr lang="en-US"/>
        </a:p>
      </dgm:t>
    </dgm:pt>
    <dgm:pt modelId="{7CBBD09E-9D92-457F-AE87-852FD33D8A17}">
      <dgm:prSet phldrT="[Text]" phldr="0"/>
      <dgm:spPr/>
      <dgm:t>
        <a:bodyPr/>
        <a:lstStyle/>
        <a:p>
          <a:r>
            <a:rPr lang="en-US"/>
            <a:t>Expectations </a:t>
          </a:r>
        </a:p>
      </dgm:t>
    </dgm:pt>
    <dgm:pt modelId="{79918CF5-4EBD-4108-A40E-82FA7CBDB76B}" type="parTrans" cxnId="{236BF949-BB2A-450F-B493-CB58BB7DFBB2}">
      <dgm:prSet/>
      <dgm:spPr/>
      <dgm:t>
        <a:bodyPr/>
        <a:lstStyle/>
        <a:p>
          <a:endParaRPr lang="en-US"/>
        </a:p>
      </dgm:t>
    </dgm:pt>
    <dgm:pt modelId="{831F0DF7-6C74-43C6-B13E-A906979E2252}" type="sibTrans" cxnId="{236BF949-BB2A-450F-B493-CB58BB7DFBB2}">
      <dgm:prSet/>
      <dgm:spPr/>
      <dgm:t>
        <a:bodyPr/>
        <a:lstStyle/>
        <a:p>
          <a:endParaRPr lang="en-US"/>
        </a:p>
      </dgm:t>
    </dgm:pt>
    <dgm:pt modelId="{5A6D8044-9C46-49DB-897A-C03D4709A09C}">
      <dgm:prSet phldrT="[Text]" phldr="0"/>
      <dgm:spPr/>
      <dgm:t>
        <a:bodyPr/>
        <a:lstStyle/>
        <a:p>
          <a:r>
            <a:rPr lang="en-US"/>
            <a:t>Energy efficiency</a:t>
          </a:r>
        </a:p>
      </dgm:t>
    </dgm:pt>
    <dgm:pt modelId="{86D7CDE7-2FA9-48EE-A441-95575A7D129E}" type="parTrans" cxnId="{3565DA8B-2F74-49A4-AF5E-75AECC7B1409}">
      <dgm:prSet/>
      <dgm:spPr/>
      <dgm:t>
        <a:bodyPr/>
        <a:lstStyle/>
        <a:p>
          <a:endParaRPr lang="en-US"/>
        </a:p>
      </dgm:t>
    </dgm:pt>
    <dgm:pt modelId="{E5BD6444-BD3B-4FF1-9956-E4B6BAAF8E12}" type="sibTrans" cxnId="{3565DA8B-2F74-49A4-AF5E-75AECC7B1409}">
      <dgm:prSet/>
      <dgm:spPr/>
      <dgm:t>
        <a:bodyPr/>
        <a:lstStyle/>
        <a:p>
          <a:endParaRPr lang="en-US"/>
        </a:p>
      </dgm:t>
    </dgm:pt>
    <dgm:pt modelId="{F67991DF-DAC3-4281-85FF-BA5CF53A7EB0}">
      <dgm:prSet/>
      <dgm:spPr/>
      <dgm:t>
        <a:bodyPr/>
        <a:lstStyle/>
        <a:p>
          <a:r>
            <a:rPr lang="en-US"/>
            <a:t>Sustainability Initiatives</a:t>
          </a:r>
        </a:p>
      </dgm:t>
    </dgm:pt>
    <dgm:pt modelId="{A83080CC-35E7-4A36-A540-CF5D5A8DCA7B}" type="parTrans" cxnId="{6D816BCD-8A49-431B-B652-53C871B8C958}">
      <dgm:prSet/>
      <dgm:spPr/>
      <dgm:t>
        <a:bodyPr/>
        <a:lstStyle/>
        <a:p>
          <a:endParaRPr lang="en-US"/>
        </a:p>
      </dgm:t>
    </dgm:pt>
    <dgm:pt modelId="{D2283B01-C28B-4941-AE4E-E83A31AB129E}" type="sibTrans" cxnId="{6D816BCD-8A49-431B-B652-53C871B8C958}">
      <dgm:prSet/>
      <dgm:spPr/>
      <dgm:t>
        <a:bodyPr/>
        <a:lstStyle/>
        <a:p>
          <a:endParaRPr lang="en-US"/>
        </a:p>
      </dgm:t>
    </dgm:pt>
    <dgm:pt modelId="{F3235FEB-127A-4F30-B008-F0CB2568BBAD}">
      <dgm:prSet/>
      <dgm:spPr/>
      <dgm:t>
        <a:bodyPr/>
        <a:lstStyle/>
        <a:p>
          <a:r>
            <a:rPr lang="en-US"/>
            <a:t>Grid Resilience </a:t>
          </a:r>
        </a:p>
      </dgm:t>
    </dgm:pt>
    <dgm:pt modelId="{81BD81E8-77C1-4238-8AA8-575854A19CD0}" type="parTrans" cxnId="{E877519C-C311-42CF-B2E8-9E10BF76F7CA}">
      <dgm:prSet/>
      <dgm:spPr/>
      <dgm:t>
        <a:bodyPr/>
        <a:lstStyle/>
        <a:p>
          <a:endParaRPr lang="en-US"/>
        </a:p>
      </dgm:t>
    </dgm:pt>
    <dgm:pt modelId="{21C2D1E1-9F5D-4A0B-99D2-16D64B022D16}" type="sibTrans" cxnId="{E877519C-C311-42CF-B2E8-9E10BF76F7CA}">
      <dgm:prSet/>
      <dgm:spPr/>
      <dgm:t>
        <a:bodyPr/>
        <a:lstStyle/>
        <a:p>
          <a:endParaRPr lang="en-US"/>
        </a:p>
      </dgm:t>
    </dgm:pt>
    <dgm:pt modelId="{2129D946-ABA5-40D1-8A3D-353A9DFC185F}">
      <dgm:prSet/>
      <dgm:spPr/>
      <dgm:t>
        <a:bodyPr/>
        <a:lstStyle/>
        <a:p>
          <a:r>
            <a:rPr lang="en-US"/>
            <a:t>Electrification </a:t>
          </a:r>
        </a:p>
      </dgm:t>
    </dgm:pt>
    <dgm:pt modelId="{3D6B06D3-AB80-40CE-B0BB-9F3F46F3A304}" type="parTrans" cxnId="{0ED3DEDE-E55E-4F76-9A07-E2DE4C78EB05}">
      <dgm:prSet/>
      <dgm:spPr/>
      <dgm:t>
        <a:bodyPr/>
        <a:lstStyle/>
        <a:p>
          <a:endParaRPr lang="en-US"/>
        </a:p>
      </dgm:t>
    </dgm:pt>
    <dgm:pt modelId="{8E04A0BE-FE0F-4304-9701-8F02C851A607}" type="sibTrans" cxnId="{0ED3DEDE-E55E-4F76-9A07-E2DE4C78EB05}">
      <dgm:prSet/>
      <dgm:spPr/>
      <dgm:t>
        <a:bodyPr/>
        <a:lstStyle/>
        <a:p>
          <a:endParaRPr lang="en-US"/>
        </a:p>
      </dgm:t>
    </dgm:pt>
    <dgm:pt modelId="{5DD2DAF5-CC74-49BD-8AF4-5444DBB29DAD}">
      <dgm:prSet/>
      <dgm:spPr/>
      <dgm:t>
        <a:bodyPr/>
        <a:lstStyle/>
        <a:p>
          <a:r>
            <a:rPr lang="en-US"/>
            <a:t>Implementation Support</a:t>
          </a:r>
        </a:p>
      </dgm:t>
    </dgm:pt>
    <dgm:pt modelId="{7013EB33-C841-4422-881D-B0ACEDF85E1D}" type="parTrans" cxnId="{76F8544E-727D-4709-B0DB-C42956085DB4}">
      <dgm:prSet/>
      <dgm:spPr/>
      <dgm:t>
        <a:bodyPr/>
        <a:lstStyle/>
        <a:p>
          <a:endParaRPr lang="en-US"/>
        </a:p>
      </dgm:t>
    </dgm:pt>
    <dgm:pt modelId="{419D9818-5FBE-4215-ABCE-89204C754B36}" type="sibTrans" cxnId="{76F8544E-727D-4709-B0DB-C42956085DB4}">
      <dgm:prSet/>
      <dgm:spPr/>
      <dgm:t>
        <a:bodyPr/>
        <a:lstStyle/>
        <a:p>
          <a:endParaRPr lang="en-US"/>
        </a:p>
      </dgm:t>
    </dgm:pt>
    <dgm:pt modelId="{0C908299-D4C4-4F3A-9D60-6FEDB4B17B82}">
      <dgm:prSet/>
      <dgm:spPr/>
      <dgm:t>
        <a:bodyPr/>
        <a:lstStyle/>
        <a:p>
          <a:r>
            <a:rPr lang="en-US"/>
            <a:t>Cost Effective Solutions </a:t>
          </a:r>
        </a:p>
      </dgm:t>
    </dgm:pt>
    <dgm:pt modelId="{B94B8C2B-F5C6-426B-94DB-616B97DB576B}" type="parTrans" cxnId="{90019330-DCCC-4329-A8A7-D05251AFCAB8}">
      <dgm:prSet/>
      <dgm:spPr/>
      <dgm:t>
        <a:bodyPr/>
        <a:lstStyle/>
        <a:p>
          <a:endParaRPr lang="en-US"/>
        </a:p>
      </dgm:t>
    </dgm:pt>
    <dgm:pt modelId="{46B44C3C-B7F2-4447-9DAA-97C34F00DEE1}" type="sibTrans" cxnId="{90019330-DCCC-4329-A8A7-D05251AFCAB8}">
      <dgm:prSet/>
      <dgm:spPr/>
      <dgm:t>
        <a:bodyPr/>
        <a:lstStyle/>
        <a:p>
          <a:endParaRPr lang="en-US"/>
        </a:p>
      </dgm:t>
    </dgm:pt>
    <dgm:pt modelId="{53622A99-1BCB-43D8-9486-7998C7E12EFA}" type="pres">
      <dgm:prSet presAssocID="{0235E784-6F17-44A8-A786-4C9580DEBC54}" presName="compositeShape" presStyleCnt="0">
        <dgm:presLayoutVars>
          <dgm:chMax val="2"/>
          <dgm:dir/>
          <dgm:resizeHandles val="exact"/>
        </dgm:presLayoutVars>
      </dgm:prSet>
      <dgm:spPr/>
    </dgm:pt>
    <dgm:pt modelId="{451FF72D-63D4-4A90-9965-B8F50F6FE5BC}" type="pres">
      <dgm:prSet presAssocID="{0235E784-6F17-44A8-A786-4C9580DEBC54}" presName="divider" presStyleLbl="fgShp" presStyleIdx="0" presStyleCnt="1"/>
      <dgm:spPr/>
    </dgm:pt>
    <dgm:pt modelId="{93D79611-A6DE-4722-A42C-0C331B4E849F}" type="pres">
      <dgm:prSet presAssocID="{DDFE7638-8CD1-43E1-9B31-D548E5206749}" presName="downArrow" presStyleLbl="node1" presStyleIdx="0" presStyleCnt="2"/>
      <dgm:spPr/>
    </dgm:pt>
    <dgm:pt modelId="{659C2A45-CF4C-4339-9956-A511F6C85AF7}" type="pres">
      <dgm:prSet presAssocID="{DDFE7638-8CD1-43E1-9B31-D548E5206749}" presName="downArrowText" presStyleLbl="revTx" presStyleIdx="0" presStyleCnt="2">
        <dgm:presLayoutVars>
          <dgm:bulletEnabled val="1"/>
        </dgm:presLayoutVars>
      </dgm:prSet>
      <dgm:spPr/>
    </dgm:pt>
    <dgm:pt modelId="{189AC72A-0A3D-4414-A927-122AE92A79D5}" type="pres">
      <dgm:prSet presAssocID="{7CBBD09E-9D92-457F-AE87-852FD33D8A17}" presName="upArrow" presStyleLbl="node1" presStyleIdx="1" presStyleCnt="2"/>
      <dgm:spPr/>
    </dgm:pt>
    <dgm:pt modelId="{3998BFF2-713E-488A-BFF5-B414323A050E}" type="pres">
      <dgm:prSet presAssocID="{7CBBD09E-9D92-457F-AE87-852FD33D8A17}" presName="upArrowText" presStyleLbl="revTx" presStyleIdx="1" presStyleCnt="2">
        <dgm:presLayoutVars>
          <dgm:bulletEnabled val="1"/>
        </dgm:presLayoutVars>
      </dgm:prSet>
      <dgm:spPr/>
    </dgm:pt>
  </dgm:ptLst>
  <dgm:cxnLst>
    <dgm:cxn modelId="{C8F43302-4058-4C51-A35B-F00905EBA84F}" type="presOf" srcId="{F3235FEB-127A-4F30-B008-F0CB2568BBAD}" destId="{3998BFF2-713E-488A-BFF5-B414323A050E}" srcOrd="0" destOrd="3" presId="urn:microsoft.com/office/officeart/2005/8/layout/arrow3"/>
    <dgm:cxn modelId="{FB86E713-51B0-4873-BAE5-0FE7F0A6D383}" type="presOf" srcId="{5DD2DAF5-CC74-49BD-8AF4-5444DBB29DAD}" destId="{3998BFF2-713E-488A-BFF5-B414323A050E}" srcOrd="0" destOrd="5" presId="urn:microsoft.com/office/officeart/2005/8/layout/arrow3"/>
    <dgm:cxn modelId="{90019330-DCCC-4329-A8A7-D05251AFCAB8}" srcId="{7CBBD09E-9D92-457F-AE87-852FD33D8A17}" destId="{0C908299-D4C4-4F3A-9D60-6FEDB4B17B82}" srcOrd="5" destOrd="0" parTransId="{B94B8C2B-F5C6-426B-94DB-616B97DB576B}" sibTransId="{46B44C3C-B7F2-4447-9DAA-97C34F00DEE1}"/>
    <dgm:cxn modelId="{1753DD3D-1047-414D-9A3D-B0AB12BC01B7}" type="presOf" srcId="{BD88967C-5EE0-446C-A30E-AEE06FB40E5B}" destId="{659C2A45-CF4C-4339-9956-A511F6C85AF7}" srcOrd="0" destOrd="1" presId="urn:microsoft.com/office/officeart/2005/8/layout/arrow3"/>
    <dgm:cxn modelId="{D29FCB60-16F4-426E-B495-BB5A62A92258}" type="presOf" srcId="{0C908299-D4C4-4F3A-9D60-6FEDB4B17B82}" destId="{3998BFF2-713E-488A-BFF5-B414323A050E}" srcOrd="0" destOrd="6" presId="urn:microsoft.com/office/officeart/2005/8/layout/arrow3"/>
    <dgm:cxn modelId="{C5CEBE61-7491-4588-B04D-34C7E2AC0BA8}" type="presOf" srcId="{0235E784-6F17-44A8-A786-4C9580DEBC54}" destId="{53622A99-1BCB-43D8-9486-7998C7E12EFA}" srcOrd="0" destOrd="0" presId="urn:microsoft.com/office/officeart/2005/8/layout/arrow3"/>
    <dgm:cxn modelId="{652FD861-FCB0-4B61-8AD4-FE4A1A09A69D}" type="presOf" srcId="{7CB07658-EE47-46E9-8595-0BFD8BAE936E}" destId="{659C2A45-CF4C-4339-9956-A511F6C85AF7}" srcOrd="0" destOrd="3" presId="urn:microsoft.com/office/officeart/2005/8/layout/arrow3"/>
    <dgm:cxn modelId="{2FFD2F44-7E25-4BFC-9F00-77D005CC2D31}" srcId="{DDFE7638-8CD1-43E1-9B31-D548E5206749}" destId="{7CB07658-EE47-46E9-8595-0BFD8BAE936E}" srcOrd="2" destOrd="0" parTransId="{CA839E47-4C28-48F6-B3BD-72AAFBECFAC6}" sibTransId="{870635BE-A339-4B3A-A004-FFD09E63B64B}"/>
    <dgm:cxn modelId="{6C5FAC66-0F9E-4672-9FF0-19147E35FB2C}" type="presOf" srcId="{1AE44E74-97CF-479C-914D-423F4065ABF3}" destId="{659C2A45-CF4C-4339-9956-A511F6C85AF7}" srcOrd="0" destOrd="2" presId="urn:microsoft.com/office/officeart/2005/8/layout/arrow3"/>
    <dgm:cxn modelId="{236BF949-BB2A-450F-B493-CB58BB7DFBB2}" srcId="{0235E784-6F17-44A8-A786-4C9580DEBC54}" destId="{7CBBD09E-9D92-457F-AE87-852FD33D8A17}" srcOrd="1" destOrd="0" parTransId="{79918CF5-4EBD-4108-A40E-82FA7CBDB76B}" sibTransId="{831F0DF7-6C74-43C6-B13E-A906979E2252}"/>
    <dgm:cxn modelId="{76F8544E-727D-4709-B0DB-C42956085DB4}" srcId="{7CBBD09E-9D92-457F-AE87-852FD33D8A17}" destId="{5DD2DAF5-CC74-49BD-8AF4-5444DBB29DAD}" srcOrd="4" destOrd="0" parTransId="{7013EB33-C841-4422-881D-B0ACEDF85E1D}" sibTransId="{419D9818-5FBE-4215-ABCE-89204C754B36}"/>
    <dgm:cxn modelId="{22A8C270-4579-4F33-925A-2FE564E3D624}" type="presOf" srcId="{7CBBD09E-9D92-457F-AE87-852FD33D8A17}" destId="{3998BFF2-713E-488A-BFF5-B414323A050E}" srcOrd="0" destOrd="0" presId="urn:microsoft.com/office/officeart/2005/8/layout/arrow3"/>
    <dgm:cxn modelId="{6FBB1C7F-9E92-47FD-900F-BC4ED0B44008}" type="presOf" srcId="{5A6D8044-9C46-49DB-897A-C03D4709A09C}" destId="{3998BFF2-713E-488A-BFF5-B414323A050E}" srcOrd="0" destOrd="1" presId="urn:microsoft.com/office/officeart/2005/8/layout/arrow3"/>
    <dgm:cxn modelId="{3565DA8B-2F74-49A4-AF5E-75AECC7B1409}" srcId="{7CBBD09E-9D92-457F-AE87-852FD33D8A17}" destId="{5A6D8044-9C46-49DB-897A-C03D4709A09C}" srcOrd="0" destOrd="0" parTransId="{86D7CDE7-2FA9-48EE-A441-95575A7D129E}" sibTransId="{E5BD6444-BD3B-4FF1-9956-E4B6BAAF8E12}"/>
    <dgm:cxn modelId="{E877519C-C311-42CF-B2E8-9E10BF76F7CA}" srcId="{7CBBD09E-9D92-457F-AE87-852FD33D8A17}" destId="{F3235FEB-127A-4F30-B008-F0CB2568BBAD}" srcOrd="2" destOrd="0" parTransId="{81BD81E8-77C1-4238-8AA8-575854A19CD0}" sibTransId="{21C2D1E1-9F5D-4A0B-99D2-16D64B022D16}"/>
    <dgm:cxn modelId="{55F3BDA1-E9D6-4C0C-A523-051488B1AABA}" srcId="{DDFE7638-8CD1-43E1-9B31-D548E5206749}" destId="{4DB905CD-BC51-448A-9C15-792753A58177}" srcOrd="3" destOrd="0" parTransId="{67842171-0865-43BE-88D2-3F87571A98EA}" sibTransId="{2A516D90-AF25-4232-8D5F-AAA08E3E0147}"/>
    <dgm:cxn modelId="{88BA81B3-56A1-4BA5-BD2C-F77FC6C2628D}" srcId="{DDFE7638-8CD1-43E1-9B31-D548E5206749}" destId="{1AE44E74-97CF-479C-914D-423F4065ABF3}" srcOrd="1" destOrd="0" parTransId="{EFF59727-7AF6-4565-9C77-EFF8A1E79EFE}" sibTransId="{FAC1CC9C-ACD5-47BE-BDD0-8D4785F9BABB}"/>
    <dgm:cxn modelId="{6D816BCD-8A49-431B-B652-53C871B8C958}" srcId="{7CBBD09E-9D92-457F-AE87-852FD33D8A17}" destId="{F67991DF-DAC3-4281-85FF-BA5CF53A7EB0}" srcOrd="1" destOrd="0" parTransId="{A83080CC-35E7-4A36-A540-CF5D5A8DCA7B}" sibTransId="{D2283B01-C28B-4941-AE4E-E83A31AB129E}"/>
    <dgm:cxn modelId="{5AC8A6D6-0168-4073-A3C8-296184BF2B20}" srcId="{0235E784-6F17-44A8-A786-4C9580DEBC54}" destId="{DDFE7638-8CD1-43E1-9B31-D548E5206749}" srcOrd="0" destOrd="0" parTransId="{3EF4084A-28ED-4AFF-9A20-403A524C0BE8}" sibTransId="{CB41EE61-C508-4F62-BC6F-D1BE622726B2}"/>
    <dgm:cxn modelId="{43F123D7-0DE1-4E89-9A02-B4B1EFB7FD4B}" type="presOf" srcId="{F67991DF-DAC3-4281-85FF-BA5CF53A7EB0}" destId="{3998BFF2-713E-488A-BFF5-B414323A050E}" srcOrd="0" destOrd="2" presId="urn:microsoft.com/office/officeart/2005/8/layout/arrow3"/>
    <dgm:cxn modelId="{57550FDD-BD11-494F-A99B-332B69B2719F}" srcId="{DDFE7638-8CD1-43E1-9B31-D548E5206749}" destId="{BD88967C-5EE0-446C-A30E-AEE06FB40E5B}" srcOrd="0" destOrd="0" parTransId="{22DAFC6F-7008-456A-B428-0D8390473261}" sibTransId="{AD1D2F9B-31FF-4173-941C-195906D11917}"/>
    <dgm:cxn modelId="{0ED3DEDE-E55E-4F76-9A07-E2DE4C78EB05}" srcId="{7CBBD09E-9D92-457F-AE87-852FD33D8A17}" destId="{2129D946-ABA5-40D1-8A3D-353A9DFC185F}" srcOrd="3" destOrd="0" parTransId="{3D6B06D3-AB80-40CE-B0BB-9F3F46F3A304}" sibTransId="{8E04A0BE-FE0F-4304-9701-8F02C851A607}"/>
    <dgm:cxn modelId="{3B75D1E2-C45D-48E5-99AE-DC9D1CA5D6FD}" type="presOf" srcId="{2129D946-ABA5-40D1-8A3D-353A9DFC185F}" destId="{3998BFF2-713E-488A-BFF5-B414323A050E}" srcOrd="0" destOrd="4" presId="urn:microsoft.com/office/officeart/2005/8/layout/arrow3"/>
    <dgm:cxn modelId="{0AFA60E7-3040-4A16-91A6-1DDD09EF0A38}" type="presOf" srcId="{DDFE7638-8CD1-43E1-9B31-D548E5206749}" destId="{659C2A45-CF4C-4339-9956-A511F6C85AF7}" srcOrd="0" destOrd="0" presId="urn:microsoft.com/office/officeart/2005/8/layout/arrow3"/>
    <dgm:cxn modelId="{551643E9-DB6B-4B4F-9D7E-EF2B96465825}" type="presOf" srcId="{4DB905CD-BC51-448A-9C15-792753A58177}" destId="{659C2A45-CF4C-4339-9956-A511F6C85AF7}" srcOrd="0" destOrd="4" presId="urn:microsoft.com/office/officeart/2005/8/layout/arrow3"/>
    <dgm:cxn modelId="{7756DC42-122D-42B9-A479-3B930314688D}" type="presParOf" srcId="{53622A99-1BCB-43D8-9486-7998C7E12EFA}" destId="{451FF72D-63D4-4A90-9965-B8F50F6FE5BC}" srcOrd="0" destOrd="0" presId="urn:microsoft.com/office/officeart/2005/8/layout/arrow3"/>
    <dgm:cxn modelId="{29579487-227A-4827-B3F5-B37EB44FA710}" type="presParOf" srcId="{53622A99-1BCB-43D8-9486-7998C7E12EFA}" destId="{93D79611-A6DE-4722-A42C-0C331B4E849F}" srcOrd="1" destOrd="0" presId="urn:microsoft.com/office/officeart/2005/8/layout/arrow3"/>
    <dgm:cxn modelId="{0AAE892D-8FA5-49EA-85AD-CC892A43CEF7}" type="presParOf" srcId="{53622A99-1BCB-43D8-9486-7998C7E12EFA}" destId="{659C2A45-CF4C-4339-9956-A511F6C85AF7}" srcOrd="2" destOrd="0" presId="urn:microsoft.com/office/officeart/2005/8/layout/arrow3"/>
    <dgm:cxn modelId="{05649FEC-25DD-4606-BD4A-53A01D5F50F8}" type="presParOf" srcId="{53622A99-1BCB-43D8-9486-7998C7E12EFA}" destId="{189AC72A-0A3D-4414-A927-122AE92A79D5}" srcOrd="3" destOrd="0" presId="urn:microsoft.com/office/officeart/2005/8/layout/arrow3"/>
    <dgm:cxn modelId="{951698F0-0294-4F1C-BFFB-E9CC8E56531B}" type="presParOf" srcId="{53622A99-1BCB-43D8-9486-7998C7E12EFA}" destId="{3998BFF2-713E-488A-BFF5-B414323A050E}"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C7EBA9-46FD-4965-B9DA-3EF5F3DCE64E}"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7B6DA0FB-60D3-4B6F-B2DB-2D745FF9465C}">
      <dgm:prSet phldrT="[Text]" phldr="0" custT="1"/>
      <dgm:spPr/>
      <dgm:t>
        <a:bodyPr/>
        <a:lstStyle/>
        <a:p>
          <a:pPr rtl="0"/>
          <a:r>
            <a:rPr lang="en-US" sz="2000">
              <a:latin typeface="Aptos Display" panose="02110004020202020204"/>
            </a:rPr>
            <a:t>Utilities – focus area</a:t>
          </a:r>
          <a:endParaRPr lang="en-US" sz="2000"/>
        </a:p>
      </dgm:t>
    </dgm:pt>
    <dgm:pt modelId="{600B3083-CD1B-4E7C-834F-084FCC787A4B}" type="parTrans" cxnId="{8DB365A3-341F-4308-8754-81A8E1ED23A5}">
      <dgm:prSet/>
      <dgm:spPr/>
      <dgm:t>
        <a:bodyPr/>
        <a:lstStyle/>
        <a:p>
          <a:endParaRPr lang="en-US" sz="2000"/>
        </a:p>
      </dgm:t>
    </dgm:pt>
    <dgm:pt modelId="{E2E006D9-DE9B-4CFB-8E68-83D535D14D96}" type="sibTrans" cxnId="{8DB365A3-341F-4308-8754-81A8E1ED23A5}">
      <dgm:prSet/>
      <dgm:spPr/>
      <dgm:t>
        <a:bodyPr/>
        <a:lstStyle/>
        <a:p>
          <a:endParaRPr lang="en-US" sz="2000"/>
        </a:p>
      </dgm:t>
    </dgm:pt>
    <dgm:pt modelId="{97F487B4-A981-499F-B760-FAA583874895}">
      <dgm:prSet phldrT="[Text]" phldr="0" custT="1"/>
      <dgm:spPr/>
      <dgm:t>
        <a:bodyPr/>
        <a:lstStyle/>
        <a:p>
          <a:pPr rtl="0"/>
          <a:r>
            <a:rPr lang="en-US" sz="2000">
              <a:latin typeface="Aptos Display" panose="02110004020202020204"/>
            </a:rPr>
            <a:t>Residential Solar and Battery Programs </a:t>
          </a:r>
          <a:endParaRPr lang="en-US" sz="2000"/>
        </a:p>
      </dgm:t>
    </dgm:pt>
    <dgm:pt modelId="{85A8B658-8FFA-4D00-875A-5AE1A78197DD}" type="parTrans" cxnId="{461BD007-9B51-4AFF-887C-F5DF4142DAC8}">
      <dgm:prSet/>
      <dgm:spPr/>
      <dgm:t>
        <a:bodyPr/>
        <a:lstStyle/>
        <a:p>
          <a:endParaRPr lang="en-US" sz="2000"/>
        </a:p>
      </dgm:t>
    </dgm:pt>
    <dgm:pt modelId="{55CBAA50-FA77-48A9-9D55-264AE7DCEF1E}" type="sibTrans" cxnId="{461BD007-9B51-4AFF-887C-F5DF4142DAC8}">
      <dgm:prSet/>
      <dgm:spPr/>
      <dgm:t>
        <a:bodyPr/>
        <a:lstStyle/>
        <a:p>
          <a:endParaRPr lang="en-US" sz="2000"/>
        </a:p>
      </dgm:t>
    </dgm:pt>
    <dgm:pt modelId="{FA62B1A3-E142-464E-9287-CAC6740FCDD4}">
      <dgm:prSet phldrT="[Text]" phldr="0" custT="1"/>
      <dgm:spPr/>
      <dgm:t>
        <a:bodyPr/>
        <a:lstStyle/>
        <a:p>
          <a:pPr rtl="0"/>
          <a:r>
            <a:rPr lang="en-US" sz="2000">
              <a:latin typeface="Aptos Display" panose="02110004020202020204"/>
            </a:rPr>
            <a:t>APTIM to work as administer for these programs</a:t>
          </a:r>
          <a:endParaRPr lang="en-US" sz="2000"/>
        </a:p>
      </dgm:t>
    </dgm:pt>
    <dgm:pt modelId="{D01FEC8C-BCB7-419A-B34A-05003C8BEAD1}" type="parTrans" cxnId="{0D9C8401-5F99-4DF4-AD63-B46743EDA09B}">
      <dgm:prSet/>
      <dgm:spPr/>
      <dgm:t>
        <a:bodyPr/>
        <a:lstStyle/>
        <a:p>
          <a:endParaRPr lang="en-US" sz="2000"/>
        </a:p>
      </dgm:t>
    </dgm:pt>
    <dgm:pt modelId="{46854C33-3006-46A0-A026-E744D17BF744}" type="sibTrans" cxnId="{0D9C8401-5F99-4DF4-AD63-B46743EDA09B}">
      <dgm:prSet/>
      <dgm:spPr/>
      <dgm:t>
        <a:bodyPr/>
        <a:lstStyle/>
        <a:p>
          <a:endParaRPr lang="en-US" sz="2000"/>
        </a:p>
      </dgm:t>
    </dgm:pt>
    <dgm:pt modelId="{65C9D182-9585-4C12-B2DD-9F298ECE308E}">
      <dgm:prSet phldrT="[Text]" phldr="0" custT="1"/>
      <dgm:spPr/>
      <dgm:t>
        <a:bodyPr/>
        <a:lstStyle/>
        <a:p>
          <a:pPr rtl="0"/>
          <a:r>
            <a:rPr lang="en-US" sz="2000">
              <a:latin typeface="Aptos Display" panose="02110004020202020204"/>
            </a:rPr>
            <a:t>Start with states that have begun the process of  implementing similar programs.</a:t>
          </a:r>
          <a:endParaRPr lang="en-US" sz="2000"/>
        </a:p>
      </dgm:t>
    </dgm:pt>
    <dgm:pt modelId="{634F6525-4B1E-4178-9B85-02D3EDF9DD9D}" type="parTrans" cxnId="{623FA3F0-EC8C-4D33-B222-5FE117BC3C64}">
      <dgm:prSet/>
      <dgm:spPr/>
      <dgm:t>
        <a:bodyPr/>
        <a:lstStyle/>
        <a:p>
          <a:endParaRPr lang="en-US" sz="2000"/>
        </a:p>
      </dgm:t>
    </dgm:pt>
    <dgm:pt modelId="{2B9FB737-3D5F-4CF7-8F45-901213399DBD}" type="sibTrans" cxnId="{623FA3F0-EC8C-4D33-B222-5FE117BC3C64}">
      <dgm:prSet/>
      <dgm:spPr/>
      <dgm:t>
        <a:bodyPr/>
        <a:lstStyle/>
        <a:p>
          <a:endParaRPr lang="en-US" sz="2000"/>
        </a:p>
      </dgm:t>
    </dgm:pt>
    <dgm:pt modelId="{E057409B-32C3-4500-A228-9F413B9C35E9}">
      <dgm:prSet phldrT="[Text]" phldr="0" custT="1"/>
      <dgm:spPr/>
      <dgm:t>
        <a:bodyPr/>
        <a:lstStyle/>
        <a:p>
          <a:pPr rtl="0"/>
          <a:r>
            <a:rPr lang="en-US" sz="2000">
              <a:latin typeface="Aptos Display" panose="02110004020202020204"/>
            </a:rPr>
            <a:t>Small scale 1 to 3-year pilot programs could show what long-term implementation could look like. </a:t>
          </a:r>
          <a:endParaRPr lang="en-US" sz="2000"/>
        </a:p>
      </dgm:t>
    </dgm:pt>
    <dgm:pt modelId="{1F61F698-844C-40DC-B737-9C4C615BEA2A}" type="parTrans" cxnId="{D55AB58B-DD7F-4BEE-826C-057DBE4CBA41}">
      <dgm:prSet/>
      <dgm:spPr/>
      <dgm:t>
        <a:bodyPr/>
        <a:lstStyle/>
        <a:p>
          <a:endParaRPr lang="en-US" sz="2000"/>
        </a:p>
      </dgm:t>
    </dgm:pt>
    <dgm:pt modelId="{9C967A68-88C9-4AF3-9E3B-7DF0B1C5720E}" type="sibTrans" cxnId="{D55AB58B-DD7F-4BEE-826C-057DBE4CBA41}">
      <dgm:prSet/>
      <dgm:spPr/>
      <dgm:t>
        <a:bodyPr/>
        <a:lstStyle/>
        <a:p>
          <a:endParaRPr lang="en-US" sz="2000"/>
        </a:p>
      </dgm:t>
    </dgm:pt>
    <dgm:pt modelId="{1B7D0041-ED16-4C3C-B710-D0F4C99556D3}" type="pres">
      <dgm:prSet presAssocID="{43C7EBA9-46FD-4965-B9DA-3EF5F3DCE64E}" presName="Name0" presStyleCnt="0">
        <dgm:presLayoutVars>
          <dgm:chMax val="7"/>
          <dgm:chPref val="7"/>
          <dgm:dir/>
        </dgm:presLayoutVars>
      </dgm:prSet>
      <dgm:spPr/>
    </dgm:pt>
    <dgm:pt modelId="{A64A8141-8531-403D-B402-0A813F76D387}" type="pres">
      <dgm:prSet presAssocID="{43C7EBA9-46FD-4965-B9DA-3EF5F3DCE64E}" presName="Name1" presStyleCnt="0"/>
      <dgm:spPr/>
    </dgm:pt>
    <dgm:pt modelId="{A0A5CD93-9B79-432A-8E94-B067CB7E5B90}" type="pres">
      <dgm:prSet presAssocID="{43C7EBA9-46FD-4965-B9DA-3EF5F3DCE64E}" presName="cycle" presStyleCnt="0"/>
      <dgm:spPr/>
    </dgm:pt>
    <dgm:pt modelId="{82393F02-626D-451D-9EE4-9162DC3178B1}" type="pres">
      <dgm:prSet presAssocID="{43C7EBA9-46FD-4965-B9DA-3EF5F3DCE64E}" presName="srcNode" presStyleLbl="node1" presStyleIdx="0" presStyleCnt="5"/>
      <dgm:spPr/>
    </dgm:pt>
    <dgm:pt modelId="{9F9C8BC5-6838-437E-9064-AC07E117019C}" type="pres">
      <dgm:prSet presAssocID="{43C7EBA9-46FD-4965-B9DA-3EF5F3DCE64E}" presName="conn" presStyleLbl="parChTrans1D2" presStyleIdx="0" presStyleCnt="1"/>
      <dgm:spPr/>
    </dgm:pt>
    <dgm:pt modelId="{4430FDAD-A709-45E0-9151-D4ECE967B7BE}" type="pres">
      <dgm:prSet presAssocID="{43C7EBA9-46FD-4965-B9DA-3EF5F3DCE64E}" presName="extraNode" presStyleLbl="node1" presStyleIdx="0" presStyleCnt="5"/>
      <dgm:spPr/>
    </dgm:pt>
    <dgm:pt modelId="{8E332095-9866-46B0-8B32-963921D1F389}" type="pres">
      <dgm:prSet presAssocID="{43C7EBA9-46FD-4965-B9DA-3EF5F3DCE64E}" presName="dstNode" presStyleLbl="node1" presStyleIdx="0" presStyleCnt="5"/>
      <dgm:spPr/>
    </dgm:pt>
    <dgm:pt modelId="{A935DD0E-C4CC-4293-A8B4-253CD901785D}" type="pres">
      <dgm:prSet presAssocID="{7B6DA0FB-60D3-4B6F-B2DB-2D745FF9465C}" presName="text_1" presStyleLbl="node1" presStyleIdx="0" presStyleCnt="5">
        <dgm:presLayoutVars>
          <dgm:bulletEnabled val="1"/>
        </dgm:presLayoutVars>
      </dgm:prSet>
      <dgm:spPr/>
    </dgm:pt>
    <dgm:pt modelId="{D939E7F2-D238-4DCA-A376-13147728B619}" type="pres">
      <dgm:prSet presAssocID="{7B6DA0FB-60D3-4B6F-B2DB-2D745FF9465C}" presName="accent_1" presStyleCnt="0"/>
      <dgm:spPr/>
    </dgm:pt>
    <dgm:pt modelId="{220FF578-9C43-4C28-AA19-F1F121D68F37}" type="pres">
      <dgm:prSet presAssocID="{7B6DA0FB-60D3-4B6F-B2DB-2D745FF9465C}" presName="accentRepeatNode" presStyleLbl="solidFgAcc1" presStyleIdx="0" presStyleCnt="5"/>
      <dgm:spPr/>
    </dgm:pt>
    <dgm:pt modelId="{C7283F4E-E42F-4502-B638-C9CE17B739A4}" type="pres">
      <dgm:prSet presAssocID="{97F487B4-A981-499F-B760-FAA583874895}" presName="text_2" presStyleLbl="node1" presStyleIdx="1" presStyleCnt="5">
        <dgm:presLayoutVars>
          <dgm:bulletEnabled val="1"/>
        </dgm:presLayoutVars>
      </dgm:prSet>
      <dgm:spPr/>
    </dgm:pt>
    <dgm:pt modelId="{E8043088-F410-4FE3-9735-D84EFAD3EF91}" type="pres">
      <dgm:prSet presAssocID="{97F487B4-A981-499F-B760-FAA583874895}" presName="accent_2" presStyleCnt="0"/>
      <dgm:spPr/>
    </dgm:pt>
    <dgm:pt modelId="{188558B0-6B78-4E6C-8C95-56F9B7D46801}" type="pres">
      <dgm:prSet presAssocID="{97F487B4-A981-499F-B760-FAA583874895}" presName="accentRepeatNode" presStyleLbl="solidFgAcc1" presStyleIdx="1" presStyleCnt="5"/>
      <dgm:spPr/>
    </dgm:pt>
    <dgm:pt modelId="{838A5405-7054-41C1-BDEE-5D2AD8AB73C4}" type="pres">
      <dgm:prSet presAssocID="{FA62B1A3-E142-464E-9287-CAC6740FCDD4}" presName="text_3" presStyleLbl="node1" presStyleIdx="2" presStyleCnt="5">
        <dgm:presLayoutVars>
          <dgm:bulletEnabled val="1"/>
        </dgm:presLayoutVars>
      </dgm:prSet>
      <dgm:spPr/>
    </dgm:pt>
    <dgm:pt modelId="{0314E415-2308-41F0-990D-A0535582CB0A}" type="pres">
      <dgm:prSet presAssocID="{FA62B1A3-E142-464E-9287-CAC6740FCDD4}" presName="accent_3" presStyleCnt="0"/>
      <dgm:spPr/>
    </dgm:pt>
    <dgm:pt modelId="{C264BFE1-C5D0-4ADB-94AC-0DFD3F7C06CE}" type="pres">
      <dgm:prSet presAssocID="{FA62B1A3-E142-464E-9287-CAC6740FCDD4}" presName="accentRepeatNode" presStyleLbl="solidFgAcc1" presStyleIdx="2" presStyleCnt="5"/>
      <dgm:spPr/>
    </dgm:pt>
    <dgm:pt modelId="{9F3C44DB-7786-452A-8820-A2CA46EF21E7}" type="pres">
      <dgm:prSet presAssocID="{65C9D182-9585-4C12-B2DD-9F298ECE308E}" presName="text_4" presStyleLbl="node1" presStyleIdx="3" presStyleCnt="5">
        <dgm:presLayoutVars>
          <dgm:bulletEnabled val="1"/>
        </dgm:presLayoutVars>
      </dgm:prSet>
      <dgm:spPr/>
    </dgm:pt>
    <dgm:pt modelId="{D2C86652-70EE-4C68-9119-CB0782D86D40}" type="pres">
      <dgm:prSet presAssocID="{65C9D182-9585-4C12-B2DD-9F298ECE308E}" presName="accent_4" presStyleCnt="0"/>
      <dgm:spPr/>
    </dgm:pt>
    <dgm:pt modelId="{43AC0EA1-D545-47D4-985E-07C91EBD6BBD}" type="pres">
      <dgm:prSet presAssocID="{65C9D182-9585-4C12-B2DD-9F298ECE308E}" presName="accentRepeatNode" presStyleLbl="solidFgAcc1" presStyleIdx="3" presStyleCnt="5"/>
      <dgm:spPr/>
    </dgm:pt>
    <dgm:pt modelId="{CFAD6485-486B-4D5D-BFB1-31C3CBB66F98}" type="pres">
      <dgm:prSet presAssocID="{E057409B-32C3-4500-A228-9F413B9C35E9}" presName="text_5" presStyleLbl="node1" presStyleIdx="4" presStyleCnt="5">
        <dgm:presLayoutVars>
          <dgm:bulletEnabled val="1"/>
        </dgm:presLayoutVars>
      </dgm:prSet>
      <dgm:spPr/>
    </dgm:pt>
    <dgm:pt modelId="{9AE79EBF-B205-48E7-B70D-B7367E8690F3}" type="pres">
      <dgm:prSet presAssocID="{E057409B-32C3-4500-A228-9F413B9C35E9}" presName="accent_5" presStyleCnt="0"/>
      <dgm:spPr/>
    </dgm:pt>
    <dgm:pt modelId="{BF7085C7-35D4-4051-A8C0-7D0871C7FC61}" type="pres">
      <dgm:prSet presAssocID="{E057409B-32C3-4500-A228-9F413B9C35E9}" presName="accentRepeatNode" presStyleLbl="solidFgAcc1" presStyleIdx="4" presStyleCnt="5"/>
      <dgm:spPr/>
    </dgm:pt>
  </dgm:ptLst>
  <dgm:cxnLst>
    <dgm:cxn modelId="{0D9C8401-5F99-4DF4-AD63-B46743EDA09B}" srcId="{43C7EBA9-46FD-4965-B9DA-3EF5F3DCE64E}" destId="{FA62B1A3-E142-464E-9287-CAC6740FCDD4}" srcOrd="2" destOrd="0" parTransId="{D01FEC8C-BCB7-419A-B34A-05003C8BEAD1}" sibTransId="{46854C33-3006-46A0-A026-E744D17BF744}"/>
    <dgm:cxn modelId="{461BD007-9B51-4AFF-887C-F5DF4142DAC8}" srcId="{43C7EBA9-46FD-4965-B9DA-3EF5F3DCE64E}" destId="{97F487B4-A981-499F-B760-FAA583874895}" srcOrd="1" destOrd="0" parTransId="{85A8B658-8FFA-4D00-875A-5AE1A78197DD}" sibTransId="{55CBAA50-FA77-48A9-9D55-264AE7DCEF1E}"/>
    <dgm:cxn modelId="{43EFD96D-A81D-4F34-BFFE-278C2241F5F1}" type="presOf" srcId="{65C9D182-9585-4C12-B2DD-9F298ECE308E}" destId="{9F3C44DB-7786-452A-8820-A2CA46EF21E7}" srcOrd="0" destOrd="0" presId="urn:microsoft.com/office/officeart/2008/layout/VerticalCurvedList"/>
    <dgm:cxn modelId="{D8AC6872-62A8-4D0F-B54A-811D2661FC66}" type="presOf" srcId="{43C7EBA9-46FD-4965-B9DA-3EF5F3DCE64E}" destId="{1B7D0041-ED16-4C3C-B710-D0F4C99556D3}" srcOrd="0" destOrd="0" presId="urn:microsoft.com/office/officeart/2008/layout/VerticalCurvedList"/>
    <dgm:cxn modelId="{51E5748A-42C3-41C9-8F3E-9831FD19865B}" type="presOf" srcId="{97F487B4-A981-499F-B760-FAA583874895}" destId="{C7283F4E-E42F-4502-B638-C9CE17B739A4}" srcOrd="0" destOrd="0" presId="urn:microsoft.com/office/officeart/2008/layout/VerticalCurvedList"/>
    <dgm:cxn modelId="{D55AB58B-DD7F-4BEE-826C-057DBE4CBA41}" srcId="{43C7EBA9-46FD-4965-B9DA-3EF5F3DCE64E}" destId="{E057409B-32C3-4500-A228-9F413B9C35E9}" srcOrd="4" destOrd="0" parTransId="{1F61F698-844C-40DC-B737-9C4C615BEA2A}" sibTransId="{9C967A68-88C9-4AF3-9E3B-7DF0B1C5720E}"/>
    <dgm:cxn modelId="{BFE44D8F-0547-4FE9-9CE8-2D46F4AE8938}" type="presOf" srcId="{E057409B-32C3-4500-A228-9F413B9C35E9}" destId="{CFAD6485-486B-4D5D-BFB1-31C3CBB66F98}" srcOrd="0" destOrd="0" presId="urn:microsoft.com/office/officeart/2008/layout/VerticalCurvedList"/>
    <dgm:cxn modelId="{8DB365A3-341F-4308-8754-81A8E1ED23A5}" srcId="{43C7EBA9-46FD-4965-B9DA-3EF5F3DCE64E}" destId="{7B6DA0FB-60D3-4B6F-B2DB-2D745FF9465C}" srcOrd="0" destOrd="0" parTransId="{600B3083-CD1B-4E7C-834F-084FCC787A4B}" sibTransId="{E2E006D9-DE9B-4CFB-8E68-83D535D14D96}"/>
    <dgm:cxn modelId="{E75935DE-157E-4C29-A58F-7B6B3377A1E8}" type="presOf" srcId="{7B6DA0FB-60D3-4B6F-B2DB-2D745FF9465C}" destId="{A935DD0E-C4CC-4293-A8B4-253CD901785D}" srcOrd="0" destOrd="0" presId="urn:microsoft.com/office/officeart/2008/layout/VerticalCurvedList"/>
    <dgm:cxn modelId="{1CB0B6E3-CCE8-4B9C-B309-18C3C09689EC}" type="presOf" srcId="{FA62B1A3-E142-464E-9287-CAC6740FCDD4}" destId="{838A5405-7054-41C1-BDEE-5D2AD8AB73C4}" srcOrd="0" destOrd="0" presId="urn:microsoft.com/office/officeart/2008/layout/VerticalCurvedList"/>
    <dgm:cxn modelId="{623FA3F0-EC8C-4D33-B222-5FE117BC3C64}" srcId="{43C7EBA9-46FD-4965-B9DA-3EF5F3DCE64E}" destId="{65C9D182-9585-4C12-B2DD-9F298ECE308E}" srcOrd="3" destOrd="0" parTransId="{634F6525-4B1E-4178-9B85-02D3EDF9DD9D}" sibTransId="{2B9FB737-3D5F-4CF7-8F45-901213399DBD}"/>
    <dgm:cxn modelId="{56FFC5FB-D15A-43CA-9A91-6B8F728464E4}" type="presOf" srcId="{E2E006D9-DE9B-4CFB-8E68-83D535D14D96}" destId="{9F9C8BC5-6838-437E-9064-AC07E117019C}" srcOrd="0" destOrd="0" presId="urn:microsoft.com/office/officeart/2008/layout/VerticalCurvedList"/>
    <dgm:cxn modelId="{48D4982E-EBE0-4BE3-A740-26E199EC6CDC}" type="presParOf" srcId="{1B7D0041-ED16-4C3C-B710-D0F4C99556D3}" destId="{A64A8141-8531-403D-B402-0A813F76D387}" srcOrd="0" destOrd="0" presId="urn:microsoft.com/office/officeart/2008/layout/VerticalCurvedList"/>
    <dgm:cxn modelId="{B570E722-5AA7-41CA-ADEE-93D4C72051F2}" type="presParOf" srcId="{A64A8141-8531-403D-B402-0A813F76D387}" destId="{A0A5CD93-9B79-432A-8E94-B067CB7E5B90}" srcOrd="0" destOrd="0" presId="urn:microsoft.com/office/officeart/2008/layout/VerticalCurvedList"/>
    <dgm:cxn modelId="{20F61412-F4AA-4B49-A992-D3D393042D2B}" type="presParOf" srcId="{A0A5CD93-9B79-432A-8E94-B067CB7E5B90}" destId="{82393F02-626D-451D-9EE4-9162DC3178B1}" srcOrd="0" destOrd="0" presId="urn:microsoft.com/office/officeart/2008/layout/VerticalCurvedList"/>
    <dgm:cxn modelId="{B70DCA45-442B-4F65-9119-F7316F85F72F}" type="presParOf" srcId="{A0A5CD93-9B79-432A-8E94-B067CB7E5B90}" destId="{9F9C8BC5-6838-437E-9064-AC07E117019C}" srcOrd="1" destOrd="0" presId="urn:microsoft.com/office/officeart/2008/layout/VerticalCurvedList"/>
    <dgm:cxn modelId="{35D4E526-62F9-476D-A2BB-938F2B14F209}" type="presParOf" srcId="{A0A5CD93-9B79-432A-8E94-B067CB7E5B90}" destId="{4430FDAD-A709-45E0-9151-D4ECE967B7BE}" srcOrd="2" destOrd="0" presId="urn:microsoft.com/office/officeart/2008/layout/VerticalCurvedList"/>
    <dgm:cxn modelId="{C6A7C170-28ED-430E-A042-1F9598E458F5}" type="presParOf" srcId="{A0A5CD93-9B79-432A-8E94-B067CB7E5B90}" destId="{8E332095-9866-46B0-8B32-963921D1F389}" srcOrd="3" destOrd="0" presId="urn:microsoft.com/office/officeart/2008/layout/VerticalCurvedList"/>
    <dgm:cxn modelId="{85CD60FF-B20B-4744-8066-F20F16251BAB}" type="presParOf" srcId="{A64A8141-8531-403D-B402-0A813F76D387}" destId="{A935DD0E-C4CC-4293-A8B4-253CD901785D}" srcOrd="1" destOrd="0" presId="urn:microsoft.com/office/officeart/2008/layout/VerticalCurvedList"/>
    <dgm:cxn modelId="{9EA24A03-9698-4968-85F5-226317D4942E}" type="presParOf" srcId="{A64A8141-8531-403D-B402-0A813F76D387}" destId="{D939E7F2-D238-4DCA-A376-13147728B619}" srcOrd="2" destOrd="0" presId="urn:microsoft.com/office/officeart/2008/layout/VerticalCurvedList"/>
    <dgm:cxn modelId="{6E0F6A7C-DB0C-4D72-B57E-BBBE0E869837}" type="presParOf" srcId="{D939E7F2-D238-4DCA-A376-13147728B619}" destId="{220FF578-9C43-4C28-AA19-F1F121D68F37}" srcOrd="0" destOrd="0" presId="urn:microsoft.com/office/officeart/2008/layout/VerticalCurvedList"/>
    <dgm:cxn modelId="{7E2FB937-17B5-475D-BDE1-1B6135FF4D5A}" type="presParOf" srcId="{A64A8141-8531-403D-B402-0A813F76D387}" destId="{C7283F4E-E42F-4502-B638-C9CE17B739A4}" srcOrd="3" destOrd="0" presId="urn:microsoft.com/office/officeart/2008/layout/VerticalCurvedList"/>
    <dgm:cxn modelId="{F6FA6670-9598-4E11-8B4C-67A3F7F86D2E}" type="presParOf" srcId="{A64A8141-8531-403D-B402-0A813F76D387}" destId="{E8043088-F410-4FE3-9735-D84EFAD3EF91}" srcOrd="4" destOrd="0" presId="urn:microsoft.com/office/officeart/2008/layout/VerticalCurvedList"/>
    <dgm:cxn modelId="{337D37E3-284A-40A3-B1FB-9BC53D7845DB}" type="presParOf" srcId="{E8043088-F410-4FE3-9735-D84EFAD3EF91}" destId="{188558B0-6B78-4E6C-8C95-56F9B7D46801}" srcOrd="0" destOrd="0" presId="urn:microsoft.com/office/officeart/2008/layout/VerticalCurvedList"/>
    <dgm:cxn modelId="{3AC4E4A5-4DB0-4981-A76A-23576C4BF766}" type="presParOf" srcId="{A64A8141-8531-403D-B402-0A813F76D387}" destId="{838A5405-7054-41C1-BDEE-5D2AD8AB73C4}" srcOrd="5" destOrd="0" presId="urn:microsoft.com/office/officeart/2008/layout/VerticalCurvedList"/>
    <dgm:cxn modelId="{B36E7450-37BD-4089-8197-C904CE8635E2}" type="presParOf" srcId="{A64A8141-8531-403D-B402-0A813F76D387}" destId="{0314E415-2308-41F0-990D-A0535582CB0A}" srcOrd="6" destOrd="0" presId="urn:microsoft.com/office/officeart/2008/layout/VerticalCurvedList"/>
    <dgm:cxn modelId="{D723EFC2-2E31-4697-B4FA-5540BE10FD34}" type="presParOf" srcId="{0314E415-2308-41F0-990D-A0535582CB0A}" destId="{C264BFE1-C5D0-4ADB-94AC-0DFD3F7C06CE}" srcOrd="0" destOrd="0" presId="urn:microsoft.com/office/officeart/2008/layout/VerticalCurvedList"/>
    <dgm:cxn modelId="{10F3CC96-83E5-4DDD-B8B6-5E3458063B57}" type="presParOf" srcId="{A64A8141-8531-403D-B402-0A813F76D387}" destId="{9F3C44DB-7786-452A-8820-A2CA46EF21E7}" srcOrd="7" destOrd="0" presId="urn:microsoft.com/office/officeart/2008/layout/VerticalCurvedList"/>
    <dgm:cxn modelId="{B9E43318-6E12-4CBF-8B87-3A034C147E9D}" type="presParOf" srcId="{A64A8141-8531-403D-B402-0A813F76D387}" destId="{D2C86652-70EE-4C68-9119-CB0782D86D40}" srcOrd="8" destOrd="0" presId="urn:microsoft.com/office/officeart/2008/layout/VerticalCurvedList"/>
    <dgm:cxn modelId="{440CDB6B-D286-43D7-A8EC-74DF7791F224}" type="presParOf" srcId="{D2C86652-70EE-4C68-9119-CB0782D86D40}" destId="{43AC0EA1-D545-47D4-985E-07C91EBD6BBD}" srcOrd="0" destOrd="0" presId="urn:microsoft.com/office/officeart/2008/layout/VerticalCurvedList"/>
    <dgm:cxn modelId="{0BF5529A-90A3-48DC-BA4E-739E522FB9BC}" type="presParOf" srcId="{A64A8141-8531-403D-B402-0A813F76D387}" destId="{CFAD6485-486B-4D5D-BFB1-31C3CBB66F98}" srcOrd="9" destOrd="0" presId="urn:microsoft.com/office/officeart/2008/layout/VerticalCurvedList"/>
    <dgm:cxn modelId="{E27D4B44-BD9F-4DA1-8D70-587C90E96E5F}" type="presParOf" srcId="{A64A8141-8531-403D-B402-0A813F76D387}" destId="{9AE79EBF-B205-48E7-B70D-B7367E8690F3}" srcOrd="10" destOrd="0" presId="urn:microsoft.com/office/officeart/2008/layout/VerticalCurvedList"/>
    <dgm:cxn modelId="{02DA4035-C2FD-4631-82A5-02E6AC6272D5}" type="presParOf" srcId="{9AE79EBF-B205-48E7-B70D-B7367E8690F3}" destId="{BF7085C7-35D4-4051-A8C0-7D0871C7FC61}"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31FB71-9799-448E-9BF2-101CA04F4FAD}"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E9BE064B-2F49-4A8C-8A36-698DABD07017}">
      <dgm:prSet phldrT="[Text]" phldr="0"/>
      <dgm:spPr>
        <a:solidFill>
          <a:schemeClr val="accent1">
            <a:lumMod val="10000"/>
            <a:lumOff val="90000"/>
          </a:schemeClr>
        </a:solidFill>
      </dgm:spPr>
      <dgm:t>
        <a:bodyPr/>
        <a:lstStyle/>
        <a:p>
          <a:r>
            <a:rPr lang="en-US"/>
            <a:t>   </a:t>
          </a:r>
        </a:p>
      </dgm:t>
    </dgm:pt>
    <dgm:pt modelId="{0569903D-06B5-4A2C-84D7-B766159B2777}" type="parTrans" cxnId="{DB5DD88F-8659-4BFF-BEA2-13CC454E3165}">
      <dgm:prSet/>
      <dgm:spPr/>
      <dgm:t>
        <a:bodyPr/>
        <a:lstStyle/>
        <a:p>
          <a:endParaRPr lang="en-US"/>
        </a:p>
      </dgm:t>
    </dgm:pt>
    <dgm:pt modelId="{C1B7C44C-11F5-41C6-8057-C1CFC9E8E2E2}" type="sibTrans" cxnId="{DB5DD88F-8659-4BFF-BEA2-13CC454E3165}">
      <dgm:prSet/>
      <dgm:spPr/>
      <dgm:t>
        <a:bodyPr/>
        <a:lstStyle/>
        <a:p>
          <a:endParaRPr lang="en-US"/>
        </a:p>
      </dgm:t>
    </dgm:pt>
    <dgm:pt modelId="{5E1BBE66-22D8-480D-9DF9-D5528F07122D}">
      <dgm:prSet phldrT="[Text]" custT="1"/>
      <dgm:spPr/>
      <dgm:t>
        <a:bodyPr/>
        <a:lstStyle/>
        <a:p>
          <a:pPr algn="l"/>
          <a:endParaRPr lang="en-US" sz="1800" b="1"/>
        </a:p>
        <a:p>
          <a:pPr algn="l"/>
          <a:r>
            <a:rPr lang="en-US" sz="1800" b="1"/>
            <a:t>Leverages Existing Capabilities</a:t>
          </a:r>
          <a:endParaRPr lang="en-US" sz="1400"/>
        </a:p>
        <a:p>
          <a:pPr algn="l"/>
          <a:r>
            <a:rPr lang="en-US" sz="1400"/>
            <a:t>APTIM already administers utility programs, manages contractor networks, engages customers, and delivers regulatory compliance reporting. The tools that already exist within the organization are utilized for the pilot program, minimizing the need for new operational capabilities.</a:t>
          </a:r>
        </a:p>
      </dgm:t>
    </dgm:pt>
    <dgm:pt modelId="{F7C2E467-402F-4F3B-B114-09D2470CABE8}" type="parTrans" cxnId="{F05DEA8C-6290-4B54-9319-D86AFC6EAC01}">
      <dgm:prSet/>
      <dgm:spPr/>
      <dgm:t>
        <a:bodyPr/>
        <a:lstStyle/>
        <a:p>
          <a:endParaRPr lang="en-US"/>
        </a:p>
      </dgm:t>
    </dgm:pt>
    <dgm:pt modelId="{AEB937BC-7DEA-4A67-BB77-137424F62E68}" type="sibTrans" cxnId="{F05DEA8C-6290-4B54-9319-D86AFC6EAC01}">
      <dgm:prSet/>
      <dgm:spPr/>
      <dgm:t>
        <a:bodyPr/>
        <a:lstStyle/>
        <a:p>
          <a:endParaRPr lang="en-US"/>
        </a:p>
      </dgm:t>
    </dgm:pt>
    <dgm:pt modelId="{A57EBB6D-D543-44DF-BDF5-1C08C9EB31EB}">
      <dgm:prSet phldrT="[Text]" custT="1"/>
      <dgm:spPr/>
      <dgm:t>
        <a:bodyPr/>
        <a:lstStyle/>
        <a:p>
          <a:pPr algn="r"/>
          <a:endParaRPr lang="en-US" sz="1500" b="1"/>
        </a:p>
        <a:p>
          <a:pPr algn="r"/>
          <a:r>
            <a:rPr lang="en-US" sz="1800" b="1"/>
            <a:t>Expands Into New Markets</a:t>
          </a:r>
        </a:p>
        <a:p>
          <a:pPr algn="r"/>
          <a:r>
            <a:rPr lang="en-US" sz="1400"/>
            <a:t>There is little direct competition providing end-to-end administration of utility-owned residential battery fleets. This positions APTIM to establish a differentiated offering within the growing demand response and distributed energy resources market.</a:t>
          </a:r>
        </a:p>
      </dgm:t>
    </dgm:pt>
    <dgm:pt modelId="{0EEADD4E-A063-4265-BC03-1F5AE13BF8DE}" type="parTrans" cxnId="{528883C7-1006-4531-B7F0-7BCE497A0FA0}">
      <dgm:prSet/>
      <dgm:spPr/>
      <dgm:t>
        <a:bodyPr/>
        <a:lstStyle/>
        <a:p>
          <a:endParaRPr lang="en-US"/>
        </a:p>
      </dgm:t>
    </dgm:pt>
    <dgm:pt modelId="{0E76BE03-3C24-4030-B3BD-698C235F6E52}" type="sibTrans" cxnId="{528883C7-1006-4531-B7F0-7BCE497A0FA0}">
      <dgm:prSet/>
      <dgm:spPr/>
      <dgm:t>
        <a:bodyPr/>
        <a:lstStyle/>
        <a:p>
          <a:endParaRPr lang="en-US"/>
        </a:p>
      </dgm:t>
    </dgm:pt>
    <dgm:pt modelId="{97C2E1FC-B64D-459B-93DE-177F9745D912}">
      <dgm:prSet phldrT="[Text]" custT="1"/>
      <dgm:spPr/>
      <dgm:t>
        <a:bodyPr/>
        <a:lstStyle/>
        <a:p>
          <a:pPr algn="l"/>
          <a:r>
            <a:rPr lang="en-US" sz="1800" b="1"/>
            <a:t>Scales Through Existing Relationships </a:t>
          </a:r>
        </a:p>
        <a:p>
          <a:pPr algn="l"/>
          <a:r>
            <a:rPr lang="en-US" sz="1400"/>
            <a:t>APTIM already maintains trusted relationships with utilities through programs in Wisconsin and Louisiana. These partnerships provide a natural pathway to pilot, refine, and expand the utility-owned battery fleet model while reducing implementation challenges and accelerating adoption.</a:t>
          </a:r>
        </a:p>
      </dgm:t>
    </dgm:pt>
    <dgm:pt modelId="{918470C9-B870-4C0C-81E6-29F4AC14412F}" type="parTrans" cxnId="{901077D0-9709-40E0-AC2E-AD37C8176AFE}">
      <dgm:prSet/>
      <dgm:spPr/>
      <dgm:t>
        <a:bodyPr/>
        <a:lstStyle/>
        <a:p>
          <a:endParaRPr lang="en-US"/>
        </a:p>
      </dgm:t>
    </dgm:pt>
    <dgm:pt modelId="{1ECC4728-FD9A-41F5-B76A-C69BD944B462}" type="sibTrans" cxnId="{901077D0-9709-40E0-AC2E-AD37C8176AFE}">
      <dgm:prSet/>
      <dgm:spPr/>
      <dgm:t>
        <a:bodyPr/>
        <a:lstStyle/>
        <a:p>
          <a:endParaRPr lang="en-US"/>
        </a:p>
      </dgm:t>
    </dgm:pt>
    <dgm:pt modelId="{00076127-CDAD-4238-9685-A707C77462D1}">
      <dgm:prSet custT="1"/>
      <dgm:spPr/>
      <dgm:t>
        <a:bodyPr/>
        <a:lstStyle/>
        <a:p>
          <a:pPr algn="r"/>
          <a:r>
            <a:rPr lang="en-US" sz="1800" b="1"/>
            <a:t>Creates Resilient Revenue Streams</a:t>
          </a:r>
        </a:p>
        <a:p>
          <a:pPr algn="r"/>
          <a:r>
            <a:rPr lang="en-US" sz="1400"/>
            <a:t>This program shifts funding away from grants and incentives toward utility infrastructure investments. Reducing reliance on uncertain federal funding creates a more stable revenue source while supporting grid resilience goals.</a:t>
          </a:r>
        </a:p>
        <a:p>
          <a:pPr algn="r"/>
          <a:endParaRPr lang="en-US" sz="1400"/>
        </a:p>
      </dgm:t>
    </dgm:pt>
    <dgm:pt modelId="{A14B9147-F315-4E42-81EE-B95F9B5404D3}" type="parTrans" cxnId="{33353EC6-9D7C-4FB2-BED0-32060656DC07}">
      <dgm:prSet/>
      <dgm:spPr/>
      <dgm:t>
        <a:bodyPr/>
        <a:lstStyle/>
        <a:p>
          <a:endParaRPr lang="en-US"/>
        </a:p>
      </dgm:t>
    </dgm:pt>
    <dgm:pt modelId="{E443308B-D048-4A4A-84C2-4C0E9C349663}" type="sibTrans" cxnId="{33353EC6-9D7C-4FB2-BED0-32060656DC07}">
      <dgm:prSet/>
      <dgm:spPr/>
      <dgm:t>
        <a:bodyPr/>
        <a:lstStyle/>
        <a:p>
          <a:endParaRPr lang="en-US"/>
        </a:p>
      </dgm:t>
    </dgm:pt>
    <dgm:pt modelId="{FEC0AA9B-5D03-4F81-AD7F-572D00FA9EA9}" type="pres">
      <dgm:prSet presAssocID="{0F31FB71-9799-448E-9BF2-101CA04F4FAD}" presName="diagram" presStyleCnt="0">
        <dgm:presLayoutVars>
          <dgm:chMax val="1"/>
          <dgm:dir/>
          <dgm:animLvl val="ctr"/>
          <dgm:resizeHandles val="exact"/>
        </dgm:presLayoutVars>
      </dgm:prSet>
      <dgm:spPr/>
    </dgm:pt>
    <dgm:pt modelId="{B625AA73-A0A1-45A7-BDFC-EBB7FEDDF9BB}" type="pres">
      <dgm:prSet presAssocID="{0F31FB71-9799-448E-9BF2-101CA04F4FAD}" presName="matrix" presStyleCnt="0"/>
      <dgm:spPr/>
    </dgm:pt>
    <dgm:pt modelId="{A0F27E1B-455B-4D7E-AD7B-40CBDA5C618A}" type="pres">
      <dgm:prSet presAssocID="{0F31FB71-9799-448E-9BF2-101CA04F4FAD}" presName="tile1" presStyleLbl="node1" presStyleIdx="0" presStyleCnt="4"/>
      <dgm:spPr/>
    </dgm:pt>
    <dgm:pt modelId="{D8126E92-42E9-42FB-8F6D-202410B15B26}" type="pres">
      <dgm:prSet presAssocID="{0F31FB71-9799-448E-9BF2-101CA04F4FAD}" presName="tile1text" presStyleLbl="node1" presStyleIdx="0" presStyleCnt="4">
        <dgm:presLayoutVars>
          <dgm:chMax val="0"/>
          <dgm:chPref val="0"/>
          <dgm:bulletEnabled val="1"/>
        </dgm:presLayoutVars>
      </dgm:prSet>
      <dgm:spPr/>
    </dgm:pt>
    <dgm:pt modelId="{C1A07BBF-19DB-47F4-9F21-3C0561070890}" type="pres">
      <dgm:prSet presAssocID="{0F31FB71-9799-448E-9BF2-101CA04F4FAD}" presName="tile2" presStyleLbl="node1" presStyleIdx="1" presStyleCnt="4"/>
      <dgm:spPr/>
    </dgm:pt>
    <dgm:pt modelId="{5917CBDD-A583-4693-AB9B-106C5A766EEA}" type="pres">
      <dgm:prSet presAssocID="{0F31FB71-9799-448E-9BF2-101CA04F4FAD}" presName="tile2text" presStyleLbl="node1" presStyleIdx="1" presStyleCnt="4">
        <dgm:presLayoutVars>
          <dgm:chMax val="0"/>
          <dgm:chPref val="0"/>
          <dgm:bulletEnabled val="1"/>
        </dgm:presLayoutVars>
      </dgm:prSet>
      <dgm:spPr/>
    </dgm:pt>
    <dgm:pt modelId="{112ECAE4-7AC8-4FA3-8B8F-551C4FD20EFF}" type="pres">
      <dgm:prSet presAssocID="{0F31FB71-9799-448E-9BF2-101CA04F4FAD}" presName="tile3" presStyleLbl="node1" presStyleIdx="2" presStyleCnt="4"/>
      <dgm:spPr/>
    </dgm:pt>
    <dgm:pt modelId="{875BDCF6-7B33-4626-B395-126961013AFC}" type="pres">
      <dgm:prSet presAssocID="{0F31FB71-9799-448E-9BF2-101CA04F4FAD}" presName="tile3text" presStyleLbl="node1" presStyleIdx="2" presStyleCnt="4">
        <dgm:presLayoutVars>
          <dgm:chMax val="0"/>
          <dgm:chPref val="0"/>
          <dgm:bulletEnabled val="1"/>
        </dgm:presLayoutVars>
      </dgm:prSet>
      <dgm:spPr/>
    </dgm:pt>
    <dgm:pt modelId="{F0217417-7472-463C-831C-1C5DF6C2E09B}" type="pres">
      <dgm:prSet presAssocID="{0F31FB71-9799-448E-9BF2-101CA04F4FAD}" presName="tile4" presStyleLbl="node1" presStyleIdx="3" presStyleCnt="4"/>
      <dgm:spPr/>
    </dgm:pt>
    <dgm:pt modelId="{B5B8AC5F-E43F-4CC0-988F-21512A2D9A02}" type="pres">
      <dgm:prSet presAssocID="{0F31FB71-9799-448E-9BF2-101CA04F4FAD}" presName="tile4text" presStyleLbl="node1" presStyleIdx="3" presStyleCnt="4">
        <dgm:presLayoutVars>
          <dgm:chMax val="0"/>
          <dgm:chPref val="0"/>
          <dgm:bulletEnabled val="1"/>
        </dgm:presLayoutVars>
      </dgm:prSet>
      <dgm:spPr/>
    </dgm:pt>
    <dgm:pt modelId="{5C165AFF-2126-4842-86A3-BA0B41072E73}" type="pres">
      <dgm:prSet presAssocID="{0F31FB71-9799-448E-9BF2-101CA04F4FAD}" presName="centerTile" presStyleLbl="fgShp" presStyleIdx="0" presStyleCnt="1">
        <dgm:presLayoutVars>
          <dgm:chMax val="0"/>
          <dgm:chPref val="0"/>
        </dgm:presLayoutVars>
      </dgm:prSet>
      <dgm:spPr/>
    </dgm:pt>
  </dgm:ptLst>
  <dgm:cxnLst>
    <dgm:cxn modelId="{B2A42918-73C6-4D77-A3FB-06E7C21487AA}" type="presOf" srcId="{A57EBB6D-D543-44DF-BDF5-1C08C9EB31EB}" destId="{5917CBDD-A583-4693-AB9B-106C5A766EEA}" srcOrd="1" destOrd="0" presId="urn:microsoft.com/office/officeart/2005/8/layout/matrix1"/>
    <dgm:cxn modelId="{144E9023-7BB5-4AE7-9A0B-DECE2755E6FF}" type="presOf" srcId="{00076127-CDAD-4238-9685-A707C77462D1}" destId="{B5B8AC5F-E43F-4CC0-988F-21512A2D9A02}" srcOrd="1" destOrd="0" presId="urn:microsoft.com/office/officeart/2005/8/layout/matrix1"/>
    <dgm:cxn modelId="{7B751335-941B-4F14-98C3-0A87E6578193}" type="presOf" srcId="{0F31FB71-9799-448E-9BF2-101CA04F4FAD}" destId="{FEC0AA9B-5D03-4F81-AD7F-572D00FA9EA9}" srcOrd="0" destOrd="0" presId="urn:microsoft.com/office/officeart/2005/8/layout/matrix1"/>
    <dgm:cxn modelId="{5F81603C-0BAC-49A7-AA65-38AB1024B618}" type="presOf" srcId="{00076127-CDAD-4238-9685-A707C77462D1}" destId="{F0217417-7472-463C-831C-1C5DF6C2E09B}" srcOrd="0" destOrd="0" presId="urn:microsoft.com/office/officeart/2005/8/layout/matrix1"/>
    <dgm:cxn modelId="{E5D9E43F-E1B2-4BC4-898C-645B5FFE40F0}" type="presOf" srcId="{E9BE064B-2F49-4A8C-8A36-698DABD07017}" destId="{5C165AFF-2126-4842-86A3-BA0B41072E73}" srcOrd="0" destOrd="0" presId="urn:microsoft.com/office/officeart/2005/8/layout/matrix1"/>
    <dgm:cxn modelId="{2FD7B162-5EE6-433D-8B9A-147FC167A8E3}" type="presOf" srcId="{A57EBB6D-D543-44DF-BDF5-1C08C9EB31EB}" destId="{C1A07BBF-19DB-47F4-9F21-3C0561070890}" srcOrd="0" destOrd="0" presId="urn:microsoft.com/office/officeart/2005/8/layout/matrix1"/>
    <dgm:cxn modelId="{71A60278-CBFF-4EF4-9957-11FD164B6195}" type="presOf" srcId="{97C2E1FC-B64D-459B-93DE-177F9745D912}" destId="{112ECAE4-7AC8-4FA3-8B8F-551C4FD20EFF}" srcOrd="0" destOrd="0" presId="urn:microsoft.com/office/officeart/2005/8/layout/matrix1"/>
    <dgm:cxn modelId="{F05DEA8C-6290-4B54-9319-D86AFC6EAC01}" srcId="{E9BE064B-2F49-4A8C-8A36-698DABD07017}" destId="{5E1BBE66-22D8-480D-9DF9-D5528F07122D}" srcOrd="0" destOrd="0" parTransId="{F7C2E467-402F-4F3B-B114-09D2470CABE8}" sibTransId="{AEB937BC-7DEA-4A67-BB77-137424F62E68}"/>
    <dgm:cxn modelId="{DB5DD88F-8659-4BFF-BEA2-13CC454E3165}" srcId="{0F31FB71-9799-448E-9BF2-101CA04F4FAD}" destId="{E9BE064B-2F49-4A8C-8A36-698DABD07017}" srcOrd="0" destOrd="0" parTransId="{0569903D-06B5-4A2C-84D7-B766159B2777}" sibTransId="{C1B7C44C-11F5-41C6-8057-C1CFC9E8E2E2}"/>
    <dgm:cxn modelId="{4743E09C-BCD1-4491-AFC0-5C50D57FA172}" type="presOf" srcId="{5E1BBE66-22D8-480D-9DF9-D5528F07122D}" destId="{A0F27E1B-455B-4D7E-AD7B-40CBDA5C618A}" srcOrd="0" destOrd="0" presId="urn:microsoft.com/office/officeart/2005/8/layout/matrix1"/>
    <dgm:cxn modelId="{33353EC6-9D7C-4FB2-BED0-32060656DC07}" srcId="{E9BE064B-2F49-4A8C-8A36-698DABD07017}" destId="{00076127-CDAD-4238-9685-A707C77462D1}" srcOrd="3" destOrd="0" parTransId="{A14B9147-F315-4E42-81EE-B95F9B5404D3}" sibTransId="{E443308B-D048-4A4A-84C2-4C0E9C349663}"/>
    <dgm:cxn modelId="{528883C7-1006-4531-B7F0-7BCE497A0FA0}" srcId="{E9BE064B-2F49-4A8C-8A36-698DABD07017}" destId="{A57EBB6D-D543-44DF-BDF5-1C08C9EB31EB}" srcOrd="1" destOrd="0" parTransId="{0EEADD4E-A063-4265-BC03-1F5AE13BF8DE}" sibTransId="{0E76BE03-3C24-4030-B3BD-698C235F6E52}"/>
    <dgm:cxn modelId="{901077D0-9709-40E0-AC2E-AD37C8176AFE}" srcId="{E9BE064B-2F49-4A8C-8A36-698DABD07017}" destId="{97C2E1FC-B64D-459B-93DE-177F9745D912}" srcOrd="2" destOrd="0" parTransId="{918470C9-B870-4C0C-81E6-29F4AC14412F}" sibTransId="{1ECC4728-FD9A-41F5-B76A-C69BD944B462}"/>
    <dgm:cxn modelId="{4FBCEAD3-3B52-46F9-9D15-E8067D9EAA6F}" type="presOf" srcId="{5E1BBE66-22D8-480D-9DF9-D5528F07122D}" destId="{D8126E92-42E9-42FB-8F6D-202410B15B26}" srcOrd="1" destOrd="0" presId="urn:microsoft.com/office/officeart/2005/8/layout/matrix1"/>
    <dgm:cxn modelId="{281958FA-CA61-4622-AB12-28960F8B3B14}" type="presOf" srcId="{97C2E1FC-B64D-459B-93DE-177F9745D912}" destId="{875BDCF6-7B33-4626-B395-126961013AFC}" srcOrd="1" destOrd="0" presId="urn:microsoft.com/office/officeart/2005/8/layout/matrix1"/>
    <dgm:cxn modelId="{E4CD2A79-EA20-4751-ADFE-8D25B1AD064B}" type="presParOf" srcId="{FEC0AA9B-5D03-4F81-AD7F-572D00FA9EA9}" destId="{B625AA73-A0A1-45A7-BDFC-EBB7FEDDF9BB}" srcOrd="0" destOrd="0" presId="urn:microsoft.com/office/officeart/2005/8/layout/matrix1"/>
    <dgm:cxn modelId="{720EF94E-DCD6-47D9-9181-EE2701D93BF8}" type="presParOf" srcId="{B625AA73-A0A1-45A7-BDFC-EBB7FEDDF9BB}" destId="{A0F27E1B-455B-4D7E-AD7B-40CBDA5C618A}" srcOrd="0" destOrd="0" presId="urn:microsoft.com/office/officeart/2005/8/layout/matrix1"/>
    <dgm:cxn modelId="{212B2C3B-9AA1-43A3-9260-B53777C22F7E}" type="presParOf" srcId="{B625AA73-A0A1-45A7-BDFC-EBB7FEDDF9BB}" destId="{D8126E92-42E9-42FB-8F6D-202410B15B26}" srcOrd="1" destOrd="0" presId="urn:microsoft.com/office/officeart/2005/8/layout/matrix1"/>
    <dgm:cxn modelId="{3B53EFA0-7D78-40DF-9135-38680D1C5FEF}" type="presParOf" srcId="{B625AA73-A0A1-45A7-BDFC-EBB7FEDDF9BB}" destId="{C1A07BBF-19DB-47F4-9F21-3C0561070890}" srcOrd="2" destOrd="0" presId="urn:microsoft.com/office/officeart/2005/8/layout/matrix1"/>
    <dgm:cxn modelId="{A9DC49E4-07D0-4938-98BC-DA1AF6E7F294}" type="presParOf" srcId="{B625AA73-A0A1-45A7-BDFC-EBB7FEDDF9BB}" destId="{5917CBDD-A583-4693-AB9B-106C5A766EEA}" srcOrd="3" destOrd="0" presId="urn:microsoft.com/office/officeart/2005/8/layout/matrix1"/>
    <dgm:cxn modelId="{2752875F-73F0-4A7E-B915-C2123945D0F1}" type="presParOf" srcId="{B625AA73-A0A1-45A7-BDFC-EBB7FEDDF9BB}" destId="{112ECAE4-7AC8-4FA3-8B8F-551C4FD20EFF}" srcOrd="4" destOrd="0" presId="urn:microsoft.com/office/officeart/2005/8/layout/matrix1"/>
    <dgm:cxn modelId="{8A018CC6-995D-44C4-8443-911CAC7ABF22}" type="presParOf" srcId="{B625AA73-A0A1-45A7-BDFC-EBB7FEDDF9BB}" destId="{875BDCF6-7B33-4626-B395-126961013AFC}" srcOrd="5" destOrd="0" presId="urn:microsoft.com/office/officeart/2005/8/layout/matrix1"/>
    <dgm:cxn modelId="{BE882077-0677-4F93-8288-33DAEC21CA8A}" type="presParOf" srcId="{B625AA73-A0A1-45A7-BDFC-EBB7FEDDF9BB}" destId="{F0217417-7472-463C-831C-1C5DF6C2E09B}" srcOrd="6" destOrd="0" presId="urn:microsoft.com/office/officeart/2005/8/layout/matrix1"/>
    <dgm:cxn modelId="{523F1411-03B8-4E40-8B28-970614CB4108}" type="presParOf" srcId="{B625AA73-A0A1-45A7-BDFC-EBB7FEDDF9BB}" destId="{B5B8AC5F-E43F-4CC0-988F-21512A2D9A02}" srcOrd="7" destOrd="0" presId="urn:microsoft.com/office/officeart/2005/8/layout/matrix1"/>
    <dgm:cxn modelId="{D8DB6A37-7E0E-44CC-A847-632DF6D64F16}" type="presParOf" srcId="{FEC0AA9B-5D03-4F81-AD7F-572D00FA9EA9}" destId="{5C165AFF-2126-4842-86A3-BA0B41072E73}"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A0C0BF-B40B-45F9-ADF4-8E0F35B0270B}"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US"/>
        </a:p>
      </dgm:t>
    </dgm:pt>
    <dgm:pt modelId="{0EDBB141-A4B1-40B7-8159-ECE65141AC14}">
      <dgm:prSet phldrT="[Text]" phldr="0"/>
      <dgm:spPr/>
      <dgm:t>
        <a:bodyPr/>
        <a:lstStyle/>
        <a:p>
          <a:r>
            <a:rPr lang="en-US"/>
            <a:t>Growing</a:t>
          </a:r>
        </a:p>
        <a:p>
          <a:r>
            <a:rPr lang="en-US"/>
            <a:t>Expectations </a:t>
          </a:r>
        </a:p>
      </dgm:t>
    </dgm:pt>
    <dgm:pt modelId="{0EED7239-4CE4-4CA7-98D2-344EF01FFA6D}" type="parTrans" cxnId="{EF779364-7C6B-4495-A975-6585E9A39209}">
      <dgm:prSet/>
      <dgm:spPr/>
      <dgm:t>
        <a:bodyPr/>
        <a:lstStyle/>
        <a:p>
          <a:endParaRPr lang="en-US"/>
        </a:p>
      </dgm:t>
    </dgm:pt>
    <dgm:pt modelId="{7EF9626C-C4EE-4B23-88E1-0BCDE0ADD6BB}" type="sibTrans" cxnId="{EF779364-7C6B-4495-A975-6585E9A39209}">
      <dgm:prSet/>
      <dgm:spPr/>
      <dgm:t>
        <a:bodyPr/>
        <a:lstStyle/>
        <a:p>
          <a:endParaRPr lang="en-US"/>
        </a:p>
      </dgm:t>
    </dgm:pt>
    <dgm:pt modelId="{5CFA97B4-7505-48BC-9194-A5C9540395FD}">
      <dgm:prSet phldrT="[Text]" phldr="0"/>
      <dgm:spPr/>
      <dgm:t>
        <a:bodyPr/>
        <a:lstStyle/>
        <a:p>
          <a:r>
            <a:rPr lang="en-US"/>
            <a:t>Sustainability Goals</a:t>
          </a:r>
        </a:p>
      </dgm:t>
    </dgm:pt>
    <dgm:pt modelId="{93602B81-FCCD-4F7B-88BD-971D3F3CB1C9}" type="parTrans" cxnId="{4AA4D83F-4BEA-40A3-891F-6734C1DE9CB2}">
      <dgm:prSet/>
      <dgm:spPr/>
      <dgm:t>
        <a:bodyPr/>
        <a:lstStyle/>
        <a:p>
          <a:endParaRPr lang="en-US"/>
        </a:p>
      </dgm:t>
    </dgm:pt>
    <dgm:pt modelId="{C8279A46-C57C-4A98-9EBB-F493E837DAC3}" type="sibTrans" cxnId="{4AA4D83F-4BEA-40A3-891F-6734C1DE9CB2}">
      <dgm:prSet/>
      <dgm:spPr/>
      <dgm:t>
        <a:bodyPr/>
        <a:lstStyle/>
        <a:p>
          <a:endParaRPr lang="en-US"/>
        </a:p>
      </dgm:t>
    </dgm:pt>
    <dgm:pt modelId="{8555DB84-FBC8-47EC-A4CB-E42CEF76F65B}">
      <dgm:prSet phldrT="[Text]" phldr="0"/>
      <dgm:spPr/>
      <dgm:t>
        <a:bodyPr/>
        <a:lstStyle/>
        <a:p>
          <a:r>
            <a:rPr lang="en-US"/>
            <a:t>Grid Resilience </a:t>
          </a:r>
        </a:p>
      </dgm:t>
    </dgm:pt>
    <dgm:pt modelId="{D999B981-B78E-498F-A848-032CFA9E52AB}" type="parTrans" cxnId="{E40F5533-BEBF-4F79-8B5A-72FC77A74FB4}">
      <dgm:prSet/>
      <dgm:spPr/>
      <dgm:t>
        <a:bodyPr/>
        <a:lstStyle/>
        <a:p>
          <a:endParaRPr lang="en-US"/>
        </a:p>
      </dgm:t>
    </dgm:pt>
    <dgm:pt modelId="{F91CDA83-8597-45E4-B877-3AD7FFFE599F}" type="sibTrans" cxnId="{E40F5533-BEBF-4F79-8B5A-72FC77A74FB4}">
      <dgm:prSet/>
      <dgm:spPr/>
      <dgm:t>
        <a:bodyPr/>
        <a:lstStyle/>
        <a:p>
          <a:endParaRPr lang="en-US"/>
        </a:p>
      </dgm:t>
    </dgm:pt>
    <dgm:pt modelId="{F8FE47E8-4E77-45DE-90D8-EE720DEF5CE4}">
      <dgm:prSet phldrT="[Text]" phldr="0"/>
      <dgm:spPr/>
      <dgm:t>
        <a:bodyPr/>
        <a:lstStyle/>
        <a:p>
          <a:r>
            <a:rPr lang="en-US"/>
            <a:t>Growing</a:t>
          </a:r>
        </a:p>
        <a:p>
          <a:r>
            <a:rPr lang="en-US"/>
            <a:t>Constraints</a:t>
          </a:r>
        </a:p>
      </dgm:t>
    </dgm:pt>
    <dgm:pt modelId="{13A1D8E8-23FB-4E08-94D5-75069901CCA9}" type="parTrans" cxnId="{10795458-6477-45C1-B7FA-CFDA4F8D6956}">
      <dgm:prSet/>
      <dgm:spPr/>
      <dgm:t>
        <a:bodyPr/>
        <a:lstStyle/>
        <a:p>
          <a:endParaRPr lang="en-US"/>
        </a:p>
      </dgm:t>
    </dgm:pt>
    <dgm:pt modelId="{A58877F1-C840-413D-A661-7AEFF7466F38}" type="sibTrans" cxnId="{10795458-6477-45C1-B7FA-CFDA4F8D6956}">
      <dgm:prSet/>
      <dgm:spPr/>
      <dgm:t>
        <a:bodyPr/>
        <a:lstStyle/>
        <a:p>
          <a:endParaRPr lang="en-US"/>
        </a:p>
      </dgm:t>
    </dgm:pt>
    <dgm:pt modelId="{70CB69E7-6A7E-4D8E-8AA6-884F84DB7DCD}">
      <dgm:prSet phldrT="[Text]" phldr="0"/>
      <dgm:spPr/>
      <dgm:t>
        <a:bodyPr/>
        <a:lstStyle/>
        <a:p>
          <a:r>
            <a:rPr lang="en-US"/>
            <a:t>Federal Funding </a:t>
          </a:r>
          <a:r>
            <a:rPr lang="en-US" err="1"/>
            <a:t>Avability</a:t>
          </a:r>
          <a:r>
            <a:rPr lang="en-US"/>
            <a:t> </a:t>
          </a:r>
        </a:p>
      </dgm:t>
    </dgm:pt>
    <dgm:pt modelId="{696A3168-D8D0-4112-AA03-6E136A19041E}" type="parTrans" cxnId="{6BEEA845-D96E-4C48-97C9-A975B3B3059F}">
      <dgm:prSet/>
      <dgm:spPr/>
      <dgm:t>
        <a:bodyPr/>
        <a:lstStyle/>
        <a:p>
          <a:endParaRPr lang="en-US"/>
        </a:p>
      </dgm:t>
    </dgm:pt>
    <dgm:pt modelId="{5B51C94B-1CF4-4DFA-8472-3B760B2098A0}" type="sibTrans" cxnId="{6BEEA845-D96E-4C48-97C9-A975B3B3059F}">
      <dgm:prSet/>
      <dgm:spPr/>
      <dgm:t>
        <a:bodyPr/>
        <a:lstStyle/>
        <a:p>
          <a:endParaRPr lang="en-US"/>
        </a:p>
      </dgm:t>
    </dgm:pt>
    <dgm:pt modelId="{00EB1388-0571-456C-B654-7D5CC224590D}">
      <dgm:prSet phldrT="[Text]" phldr="0"/>
      <dgm:spPr/>
      <dgm:t>
        <a:bodyPr/>
        <a:lstStyle/>
        <a:p>
          <a:r>
            <a:rPr lang="en-US"/>
            <a:t>Aging Infrastructure</a:t>
          </a:r>
        </a:p>
      </dgm:t>
    </dgm:pt>
    <dgm:pt modelId="{BD4177A6-474A-4799-926E-CD9265F9D0A8}" type="parTrans" cxnId="{620FAEA3-A167-433D-9F3C-D058933DE2EA}">
      <dgm:prSet/>
      <dgm:spPr/>
      <dgm:t>
        <a:bodyPr/>
        <a:lstStyle/>
        <a:p>
          <a:endParaRPr lang="en-US"/>
        </a:p>
      </dgm:t>
    </dgm:pt>
    <dgm:pt modelId="{592E793D-D316-4BEE-8BEA-C8984B3FA364}" type="sibTrans" cxnId="{620FAEA3-A167-433D-9F3C-D058933DE2EA}">
      <dgm:prSet/>
      <dgm:spPr/>
      <dgm:t>
        <a:bodyPr/>
        <a:lstStyle/>
        <a:p>
          <a:endParaRPr lang="en-US"/>
        </a:p>
      </dgm:t>
    </dgm:pt>
    <dgm:pt modelId="{C9553389-3DDF-4020-93B5-53DCDD383042}">
      <dgm:prSet phldrT="[Text]" phldr="0"/>
      <dgm:spPr/>
      <dgm:t>
        <a:bodyPr/>
        <a:lstStyle/>
        <a:p>
          <a:r>
            <a:rPr lang="en-US"/>
            <a:t>Increased operational complexity</a:t>
          </a:r>
        </a:p>
      </dgm:t>
    </dgm:pt>
    <dgm:pt modelId="{F30ADAA7-0FFD-43CC-BC3A-857FDDD3E4D3}" type="parTrans" cxnId="{B8116DB8-078F-4591-BACD-F3D6630C139D}">
      <dgm:prSet/>
      <dgm:spPr/>
      <dgm:t>
        <a:bodyPr/>
        <a:lstStyle/>
        <a:p>
          <a:endParaRPr lang="en-US"/>
        </a:p>
      </dgm:t>
    </dgm:pt>
    <dgm:pt modelId="{631D86AE-4F8F-48AE-8057-36A678DAC873}" type="sibTrans" cxnId="{B8116DB8-078F-4591-BACD-F3D6630C139D}">
      <dgm:prSet/>
      <dgm:spPr/>
      <dgm:t>
        <a:bodyPr/>
        <a:lstStyle/>
        <a:p>
          <a:endParaRPr lang="en-US"/>
        </a:p>
      </dgm:t>
    </dgm:pt>
    <dgm:pt modelId="{1F986BB0-A67E-4209-A2C7-625638279F3A}">
      <dgm:prSet phldrT="[Text]" phldr="0"/>
      <dgm:spPr/>
      <dgm:t>
        <a:bodyPr/>
        <a:lstStyle/>
        <a:p>
          <a:r>
            <a:rPr lang="en-US"/>
            <a:t>Energy Efficiency </a:t>
          </a:r>
        </a:p>
      </dgm:t>
    </dgm:pt>
    <dgm:pt modelId="{A529A00F-3F39-432A-889E-F5CDB83934A2}" type="parTrans" cxnId="{B44DB256-52C9-46E3-9821-1EC5014323E8}">
      <dgm:prSet/>
      <dgm:spPr/>
      <dgm:t>
        <a:bodyPr/>
        <a:lstStyle/>
        <a:p>
          <a:endParaRPr lang="en-US"/>
        </a:p>
      </dgm:t>
    </dgm:pt>
    <dgm:pt modelId="{FD13D8F5-D752-49F9-A7BB-A182EAE197EB}" type="sibTrans" cxnId="{B44DB256-52C9-46E3-9821-1EC5014323E8}">
      <dgm:prSet/>
      <dgm:spPr/>
      <dgm:t>
        <a:bodyPr/>
        <a:lstStyle/>
        <a:p>
          <a:endParaRPr lang="en-US"/>
        </a:p>
      </dgm:t>
    </dgm:pt>
    <dgm:pt modelId="{291E0261-83AB-4F71-8D2F-06CC95765F25}">
      <dgm:prSet phldrT="[Text]" phldr="0"/>
      <dgm:spPr/>
      <dgm:t>
        <a:bodyPr/>
        <a:lstStyle/>
        <a:p>
          <a:r>
            <a:rPr lang="en-US"/>
            <a:t>Incentive structure changes</a:t>
          </a:r>
        </a:p>
      </dgm:t>
    </dgm:pt>
    <dgm:pt modelId="{CF5D7909-19E9-4521-A879-04220E800709}" type="parTrans" cxnId="{68019E6C-4D87-4A43-8D62-CFFBD520FCDE}">
      <dgm:prSet/>
      <dgm:spPr/>
      <dgm:t>
        <a:bodyPr/>
        <a:lstStyle/>
        <a:p>
          <a:endParaRPr lang="en-US"/>
        </a:p>
      </dgm:t>
    </dgm:pt>
    <dgm:pt modelId="{A38B980B-B137-4BB5-9F06-1152BCD74A29}" type="sibTrans" cxnId="{68019E6C-4D87-4A43-8D62-CFFBD520FCDE}">
      <dgm:prSet/>
      <dgm:spPr/>
      <dgm:t>
        <a:bodyPr/>
        <a:lstStyle/>
        <a:p>
          <a:endParaRPr lang="en-US"/>
        </a:p>
      </dgm:t>
    </dgm:pt>
    <dgm:pt modelId="{1748CBAA-EF1B-4A7E-83C7-C25E9E43F623}" type="pres">
      <dgm:prSet presAssocID="{58A0C0BF-B40B-45F9-ADF4-8E0F35B0270B}" presName="outerComposite" presStyleCnt="0">
        <dgm:presLayoutVars>
          <dgm:chMax val="2"/>
          <dgm:animLvl val="lvl"/>
          <dgm:resizeHandles val="exact"/>
        </dgm:presLayoutVars>
      </dgm:prSet>
      <dgm:spPr/>
    </dgm:pt>
    <dgm:pt modelId="{D0D9CA91-09FB-4D45-AAB8-D8CFFEC7FD43}" type="pres">
      <dgm:prSet presAssocID="{58A0C0BF-B40B-45F9-ADF4-8E0F35B0270B}" presName="dummyMaxCanvas" presStyleCnt="0"/>
      <dgm:spPr/>
    </dgm:pt>
    <dgm:pt modelId="{34C368C8-A8FF-4F73-A3BC-A554431C8F57}" type="pres">
      <dgm:prSet presAssocID="{58A0C0BF-B40B-45F9-ADF4-8E0F35B0270B}" presName="parentComposite" presStyleCnt="0"/>
      <dgm:spPr/>
    </dgm:pt>
    <dgm:pt modelId="{0C2C8C18-BB22-48A0-ADF5-548946CDC08F}" type="pres">
      <dgm:prSet presAssocID="{58A0C0BF-B40B-45F9-ADF4-8E0F35B0270B}" presName="parent1" presStyleLbl="alignAccFollowNode1" presStyleIdx="0" presStyleCnt="4" custLinFactNeighborX="7605" custLinFactNeighborY="61367">
        <dgm:presLayoutVars>
          <dgm:chMax val="4"/>
        </dgm:presLayoutVars>
      </dgm:prSet>
      <dgm:spPr/>
    </dgm:pt>
    <dgm:pt modelId="{3EFDE569-E59E-49B1-928E-B5FDAFF8D823}" type="pres">
      <dgm:prSet presAssocID="{58A0C0BF-B40B-45F9-ADF4-8E0F35B0270B}" presName="parent2" presStyleLbl="alignAccFollowNode1" presStyleIdx="1" presStyleCnt="4" custLinFactNeighborX="11364" custLinFactNeighborY="20456">
        <dgm:presLayoutVars>
          <dgm:chMax val="4"/>
        </dgm:presLayoutVars>
      </dgm:prSet>
      <dgm:spPr/>
    </dgm:pt>
    <dgm:pt modelId="{14522FFE-A6A2-4556-A060-B198680196E7}" type="pres">
      <dgm:prSet presAssocID="{58A0C0BF-B40B-45F9-ADF4-8E0F35B0270B}" presName="childrenComposite" presStyleCnt="0"/>
      <dgm:spPr/>
    </dgm:pt>
    <dgm:pt modelId="{45BCB825-8049-41D4-85D3-AB496D15C016}" type="pres">
      <dgm:prSet presAssocID="{58A0C0BF-B40B-45F9-ADF4-8E0F35B0270B}" presName="dummyMaxCanvas_ChildArea" presStyleCnt="0"/>
      <dgm:spPr/>
    </dgm:pt>
    <dgm:pt modelId="{1F2A4381-1A38-4FCC-B197-636ADD36617A}" type="pres">
      <dgm:prSet presAssocID="{58A0C0BF-B40B-45F9-ADF4-8E0F35B0270B}" presName="fulcrum" presStyleLbl="alignAccFollowNode1" presStyleIdx="2" presStyleCnt="4"/>
      <dgm:spPr/>
    </dgm:pt>
    <dgm:pt modelId="{ECE89A2D-1D2B-4548-BC78-71F9C54134DA}" type="pres">
      <dgm:prSet presAssocID="{58A0C0BF-B40B-45F9-ADF4-8E0F35B0270B}" presName="balance_34" presStyleLbl="alignAccFollowNode1" presStyleIdx="3" presStyleCnt="4">
        <dgm:presLayoutVars>
          <dgm:bulletEnabled val="1"/>
        </dgm:presLayoutVars>
      </dgm:prSet>
      <dgm:spPr/>
    </dgm:pt>
    <dgm:pt modelId="{83A25950-3C51-4F31-A3C1-86C38489660E}" type="pres">
      <dgm:prSet presAssocID="{58A0C0BF-B40B-45F9-ADF4-8E0F35B0270B}" presName="right_34_1" presStyleLbl="node1" presStyleIdx="0" presStyleCnt="7">
        <dgm:presLayoutVars>
          <dgm:bulletEnabled val="1"/>
        </dgm:presLayoutVars>
      </dgm:prSet>
      <dgm:spPr/>
    </dgm:pt>
    <dgm:pt modelId="{178D41AC-DF01-44B8-91F8-2D35A8A99493}" type="pres">
      <dgm:prSet presAssocID="{58A0C0BF-B40B-45F9-ADF4-8E0F35B0270B}" presName="right_34_2" presStyleLbl="node1" presStyleIdx="1" presStyleCnt="7">
        <dgm:presLayoutVars>
          <dgm:bulletEnabled val="1"/>
        </dgm:presLayoutVars>
      </dgm:prSet>
      <dgm:spPr/>
    </dgm:pt>
    <dgm:pt modelId="{9669FBE4-1A05-4A2A-ABA1-47D943FFC35F}" type="pres">
      <dgm:prSet presAssocID="{58A0C0BF-B40B-45F9-ADF4-8E0F35B0270B}" presName="right_34_3" presStyleLbl="node1" presStyleIdx="2" presStyleCnt="7">
        <dgm:presLayoutVars>
          <dgm:bulletEnabled val="1"/>
        </dgm:presLayoutVars>
      </dgm:prSet>
      <dgm:spPr/>
    </dgm:pt>
    <dgm:pt modelId="{D3419466-971C-48A4-840E-53E8156ADD97}" type="pres">
      <dgm:prSet presAssocID="{58A0C0BF-B40B-45F9-ADF4-8E0F35B0270B}" presName="right_34_4" presStyleLbl="node1" presStyleIdx="3" presStyleCnt="7">
        <dgm:presLayoutVars>
          <dgm:bulletEnabled val="1"/>
        </dgm:presLayoutVars>
      </dgm:prSet>
      <dgm:spPr/>
    </dgm:pt>
    <dgm:pt modelId="{8FFAE1D4-E0FD-436A-AFC2-F01A6BA71817}" type="pres">
      <dgm:prSet presAssocID="{58A0C0BF-B40B-45F9-ADF4-8E0F35B0270B}" presName="left_34_1" presStyleLbl="node1" presStyleIdx="4" presStyleCnt="7">
        <dgm:presLayoutVars>
          <dgm:bulletEnabled val="1"/>
        </dgm:presLayoutVars>
      </dgm:prSet>
      <dgm:spPr/>
    </dgm:pt>
    <dgm:pt modelId="{E0232CA3-3AC9-4DBC-8C9E-C4B514E62587}" type="pres">
      <dgm:prSet presAssocID="{58A0C0BF-B40B-45F9-ADF4-8E0F35B0270B}" presName="left_34_2" presStyleLbl="node1" presStyleIdx="5" presStyleCnt="7">
        <dgm:presLayoutVars>
          <dgm:bulletEnabled val="1"/>
        </dgm:presLayoutVars>
      </dgm:prSet>
      <dgm:spPr/>
    </dgm:pt>
    <dgm:pt modelId="{3D080DC1-C13B-473A-93F7-A89C5C67EC88}" type="pres">
      <dgm:prSet presAssocID="{58A0C0BF-B40B-45F9-ADF4-8E0F35B0270B}" presName="left_34_3" presStyleLbl="node1" presStyleIdx="6" presStyleCnt="7">
        <dgm:presLayoutVars>
          <dgm:bulletEnabled val="1"/>
        </dgm:presLayoutVars>
      </dgm:prSet>
      <dgm:spPr/>
    </dgm:pt>
  </dgm:ptLst>
  <dgm:cxnLst>
    <dgm:cxn modelId="{E40F5533-BEBF-4F79-8B5A-72FC77A74FB4}" srcId="{0EDBB141-A4B1-40B7-8159-ECE65141AC14}" destId="{8555DB84-FBC8-47EC-A4CB-E42CEF76F65B}" srcOrd="1" destOrd="0" parTransId="{D999B981-B78E-498F-A848-032CFA9E52AB}" sibTransId="{F91CDA83-8597-45E4-B877-3AD7FFFE599F}"/>
    <dgm:cxn modelId="{04628839-3116-42FA-9D80-E850FBA52460}" type="presOf" srcId="{F8FE47E8-4E77-45DE-90D8-EE720DEF5CE4}" destId="{3EFDE569-E59E-49B1-928E-B5FDAFF8D823}" srcOrd="0" destOrd="0" presId="urn:microsoft.com/office/officeart/2005/8/layout/balance1"/>
    <dgm:cxn modelId="{4264CA3A-F2AE-4531-86B5-7FCA03458A4E}" type="presOf" srcId="{5CFA97B4-7505-48BC-9194-A5C9540395FD}" destId="{8FFAE1D4-E0FD-436A-AFC2-F01A6BA71817}" srcOrd="0" destOrd="0" presId="urn:microsoft.com/office/officeart/2005/8/layout/balance1"/>
    <dgm:cxn modelId="{4AA4D83F-4BEA-40A3-891F-6734C1DE9CB2}" srcId="{0EDBB141-A4B1-40B7-8159-ECE65141AC14}" destId="{5CFA97B4-7505-48BC-9194-A5C9540395FD}" srcOrd="0" destOrd="0" parTransId="{93602B81-FCCD-4F7B-88BD-971D3F3CB1C9}" sibTransId="{C8279A46-C57C-4A98-9EBB-F493E837DAC3}"/>
    <dgm:cxn modelId="{AC69185D-6C18-4FEF-8BA3-854ABAE452E5}" type="presOf" srcId="{70CB69E7-6A7E-4D8E-8AA6-884F84DB7DCD}" destId="{83A25950-3C51-4F31-A3C1-86C38489660E}" srcOrd="0" destOrd="0" presId="urn:microsoft.com/office/officeart/2005/8/layout/balance1"/>
    <dgm:cxn modelId="{EF779364-7C6B-4495-A975-6585E9A39209}" srcId="{58A0C0BF-B40B-45F9-ADF4-8E0F35B0270B}" destId="{0EDBB141-A4B1-40B7-8159-ECE65141AC14}" srcOrd="0" destOrd="0" parTransId="{0EED7239-4CE4-4CA7-98D2-344EF01FFA6D}" sibTransId="{7EF9626C-C4EE-4B23-88E1-0BCDE0ADD6BB}"/>
    <dgm:cxn modelId="{6BEEA845-D96E-4C48-97C9-A975B3B3059F}" srcId="{F8FE47E8-4E77-45DE-90D8-EE720DEF5CE4}" destId="{70CB69E7-6A7E-4D8E-8AA6-884F84DB7DCD}" srcOrd="0" destOrd="0" parTransId="{696A3168-D8D0-4112-AA03-6E136A19041E}" sibTransId="{5B51C94B-1CF4-4DFA-8472-3B760B2098A0}"/>
    <dgm:cxn modelId="{68019E6C-4D87-4A43-8D62-CFFBD520FCDE}" srcId="{F8FE47E8-4E77-45DE-90D8-EE720DEF5CE4}" destId="{291E0261-83AB-4F71-8D2F-06CC95765F25}" srcOrd="3" destOrd="0" parTransId="{CF5D7909-19E9-4521-A879-04220E800709}" sibTransId="{A38B980B-B137-4BB5-9F06-1152BCD74A29}"/>
    <dgm:cxn modelId="{9BE57455-59DB-4DE4-B78C-8CA8E24CC19A}" type="presOf" srcId="{8555DB84-FBC8-47EC-A4CB-E42CEF76F65B}" destId="{E0232CA3-3AC9-4DBC-8C9E-C4B514E62587}" srcOrd="0" destOrd="0" presId="urn:microsoft.com/office/officeart/2005/8/layout/balance1"/>
    <dgm:cxn modelId="{B44DB256-52C9-46E3-9821-1EC5014323E8}" srcId="{0EDBB141-A4B1-40B7-8159-ECE65141AC14}" destId="{1F986BB0-A67E-4209-A2C7-625638279F3A}" srcOrd="2" destOrd="0" parTransId="{A529A00F-3F39-432A-889E-F5CDB83934A2}" sibTransId="{FD13D8F5-D752-49F9-A7BB-A182EAE197EB}"/>
    <dgm:cxn modelId="{10795458-6477-45C1-B7FA-CFDA4F8D6956}" srcId="{58A0C0BF-B40B-45F9-ADF4-8E0F35B0270B}" destId="{F8FE47E8-4E77-45DE-90D8-EE720DEF5CE4}" srcOrd="1" destOrd="0" parTransId="{13A1D8E8-23FB-4E08-94D5-75069901CCA9}" sibTransId="{A58877F1-C840-413D-A661-7AEFF7466F38}"/>
    <dgm:cxn modelId="{4FC0B87F-351C-401C-A53B-C0415148598A}" type="presOf" srcId="{0EDBB141-A4B1-40B7-8159-ECE65141AC14}" destId="{0C2C8C18-BB22-48A0-ADF5-548946CDC08F}" srcOrd="0" destOrd="0" presId="urn:microsoft.com/office/officeart/2005/8/layout/balance1"/>
    <dgm:cxn modelId="{56770492-1535-4C19-9B9D-9A8E6B8937AB}" type="presOf" srcId="{291E0261-83AB-4F71-8D2F-06CC95765F25}" destId="{D3419466-971C-48A4-840E-53E8156ADD97}" srcOrd="0" destOrd="0" presId="urn:microsoft.com/office/officeart/2005/8/layout/balance1"/>
    <dgm:cxn modelId="{620FAEA3-A167-433D-9F3C-D058933DE2EA}" srcId="{F8FE47E8-4E77-45DE-90D8-EE720DEF5CE4}" destId="{00EB1388-0571-456C-B654-7D5CC224590D}" srcOrd="1" destOrd="0" parTransId="{BD4177A6-474A-4799-926E-CD9265F9D0A8}" sibTransId="{592E793D-D316-4BEE-8BEA-C8984B3FA364}"/>
    <dgm:cxn modelId="{2C9103B1-A6C0-44D6-9D43-02496F4EE59A}" type="presOf" srcId="{1F986BB0-A67E-4209-A2C7-625638279F3A}" destId="{3D080DC1-C13B-473A-93F7-A89C5C67EC88}" srcOrd="0" destOrd="0" presId="urn:microsoft.com/office/officeart/2005/8/layout/balance1"/>
    <dgm:cxn modelId="{B8116DB8-078F-4591-BACD-F3D6630C139D}" srcId="{F8FE47E8-4E77-45DE-90D8-EE720DEF5CE4}" destId="{C9553389-3DDF-4020-93B5-53DCDD383042}" srcOrd="2" destOrd="0" parTransId="{F30ADAA7-0FFD-43CC-BC3A-857FDDD3E4D3}" sibTransId="{631D86AE-4F8F-48AE-8057-36A678DAC873}"/>
    <dgm:cxn modelId="{2C918FBC-7F58-4B5B-85F7-B54CE22A6509}" type="presOf" srcId="{00EB1388-0571-456C-B654-7D5CC224590D}" destId="{178D41AC-DF01-44B8-91F8-2D35A8A99493}" srcOrd="0" destOrd="0" presId="urn:microsoft.com/office/officeart/2005/8/layout/balance1"/>
    <dgm:cxn modelId="{23FD65BF-555C-420A-BDE0-49BB6CACA4A2}" type="presOf" srcId="{C9553389-3DDF-4020-93B5-53DCDD383042}" destId="{9669FBE4-1A05-4A2A-ABA1-47D943FFC35F}" srcOrd="0" destOrd="0" presId="urn:microsoft.com/office/officeart/2005/8/layout/balance1"/>
    <dgm:cxn modelId="{05C7C2EE-832C-47F3-AD0A-6B97D81B04AD}" type="presOf" srcId="{58A0C0BF-B40B-45F9-ADF4-8E0F35B0270B}" destId="{1748CBAA-EF1B-4A7E-83C7-C25E9E43F623}" srcOrd="0" destOrd="0" presId="urn:microsoft.com/office/officeart/2005/8/layout/balance1"/>
    <dgm:cxn modelId="{0598B79E-FA6C-4002-BBBA-5A7E6876B68D}" type="presParOf" srcId="{1748CBAA-EF1B-4A7E-83C7-C25E9E43F623}" destId="{D0D9CA91-09FB-4D45-AAB8-D8CFFEC7FD43}" srcOrd="0" destOrd="0" presId="urn:microsoft.com/office/officeart/2005/8/layout/balance1"/>
    <dgm:cxn modelId="{D59BA340-B2B6-4A2F-8293-09EA8F184754}" type="presParOf" srcId="{1748CBAA-EF1B-4A7E-83C7-C25E9E43F623}" destId="{34C368C8-A8FF-4F73-A3BC-A554431C8F57}" srcOrd="1" destOrd="0" presId="urn:microsoft.com/office/officeart/2005/8/layout/balance1"/>
    <dgm:cxn modelId="{0F85873C-F23D-4771-A7EA-F9765D47D30B}" type="presParOf" srcId="{34C368C8-A8FF-4F73-A3BC-A554431C8F57}" destId="{0C2C8C18-BB22-48A0-ADF5-548946CDC08F}" srcOrd="0" destOrd="0" presId="urn:microsoft.com/office/officeart/2005/8/layout/balance1"/>
    <dgm:cxn modelId="{52E659EA-20E1-41B3-9B22-060E61DD2BDF}" type="presParOf" srcId="{34C368C8-A8FF-4F73-A3BC-A554431C8F57}" destId="{3EFDE569-E59E-49B1-928E-B5FDAFF8D823}" srcOrd="1" destOrd="0" presId="urn:microsoft.com/office/officeart/2005/8/layout/balance1"/>
    <dgm:cxn modelId="{C0CB6D9A-DF16-4DC0-AEB8-5CEE336C057F}" type="presParOf" srcId="{1748CBAA-EF1B-4A7E-83C7-C25E9E43F623}" destId="{14522FFE-A6A2-4556-A060-B198680196E7}" srcOrd="2" destOrd="0" presId="urn:microsoft.com/office/officeart/2005/8/layout/balance1"/>
    <dgm:cxn modelId="{4DC78CE8-1EA0-43B8-818D-6BC52313C5E9}" type="presParOf" srcId="{14522FFE-A6A2-4556-A060-B198680196E7}" destId="{45BCB825-8049-41D4-85D3-AB496D15C016}" srcOrd="0" destOrd="0" presId="urn:microsoft.com/office/officeart/2005/8/layout/balance1"/>
    <dgm:cxn modelId="{E6E8404F-F282-4980-875F-D92CEBA95165}" type="presParOf" srcId="{14522FFE-A6A2-4556-A060-B198680196E7}" destId="{1F2A4381-1A38-4FCC-B197-636ADD36617A}" srcOrd="1" destOrd="0" presId="urn:microsoft.com/office/officeart/2005/8/layout/balance1"/>
    <dgm:cxn modelId="{D06B7853-3D9B-419C-B873-7F00EE812329}" type="presParOf" srcId="{14522FFE-A6A2-4556-A060-B198680196E7}" destId="{ECE89A2D-1D2B-4548-BC78-71F9C54134DA}" srcOrd="2" destOrd="0" presId="urn:microsoft.com/office/officeart/2005/8/layout/balance1"/>
    <dgm:cxn modelId="{4AFABA27-3DA9-4B78-9439-AE513EE26D61}" type="presParOf" srcId="{14522FFE-A6A2-4556-A060-B198680196E7}" destId="{83A25950-3C51-4F31-A3C1-86C38489660E}" srcOrd="3" destOrd="0" presId="urn:microsoft.com/office/officeart/2005/8/layout/balance1"/>
    <dgm:cxn modelId="{D80E5461-DFB5-4724-BC13-75494805F5B4}" type="presParOf" srcId="{14522FFE-A6A2-4556-A060-B198680196E7}" destId="{178D41AC-DF01-44B8-91F8-2D35A8A99493}" srcOrd="4" destOrd="0" presId="urn:microsoft.com/office/officeart/2005/8/layout/balance1"/>
    <dgm:cxn modelId="{6036D29A-B962-4C05-B614-03E95D5D72CF}" type="presParOf" srcId="{14522FFE-A6A2-4556-A060-B198680196E7}" destId="{9669FBE4-1A05-4A2A-ABA1-47D943FFC35F}" srcOrd="5" destOrd="0" presId="urn:microsoft.com/office/officeart/2005/8/layout/balance1"/>
    <dgm:cxn modelId="{32FC0369-B014-426B-BA4D-B99F01EC69EF}" type="presParOf" srcId="{14522FFE-A6A2-4556-A060-B198680196E7}" destId="{D3419466-971C-48A4-840E-53E8156ADD97}" srcOrd="6" destOrd="0" presId="urn:microsoft.com/office/officeart/2005/8/layout/balance1"/>
    <dgm:cxn modelId="{8E654375-AE9B-436A-9B97-77F111CCFF2D}" type="presParOf" srcId="{14522FFE-A6A2-4556-A060-B198680196E7}" destId="{8FFAE1D4-E0FD-436A-AFC2-F01A6BA71817}" srcOrd="7" destOrd="0" presId="urn:microsoft.com/office/officeart/2005/8/layout/balance1"/>
    <dgm:cxn modelId="{E284E9A2-8A35-4F45-8923-F53A2170F09D}" type="presParOf" srcId="{14522FFE-A6A2-4556-A060-B198680196E7}" destId="{E0232CA3-3AC9-4DBC-8C9E-C4B514E62587}" srcOrd="8" destOrd="0" presId="urn:microsoft.com/office/officeart/2005/8/layout/balance1"/>
    <dgm:cxn modelId="{5158068E-EBDD-4C55-9984-057B2D89EE64}" type="presParOf" srcId="{14522FFE-A6A2-4556-A060-B198680196E7}" destId="{3D080DC1-C13B-473A-93F7-A89C5C67EC88}" srcOrd="9"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F310642-AF78-4539-AA2E-F9BD8922CD48}"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AC31465C-60DF-4225-A3B6-97DEB743B9A9}">
      <dgm:prSet phldrT="[Text]" phldr="0"/>
      <dgm:spPr/>
      <dgm:t>
        <a:bodyPr/>
        <a:lstStyle/>
        <a:p>
          <a:r>
            <a:rPr lang="en-US"/>
            <a:t>Allow for scaling, achievable within 1-3 years</a:t>
          </a:r>
        </a:p>
      </dgm:t>
    </dgm:pt>
    <dgm:pt modelId="{1CD16862-BAD6-4D16-AD92-79AE640A2A92}" type="parTrans" cxnId="{CC4A928E-00A3-4BC4-A902-977FFC7621F2}">
      <dgm:prSet/>
      <dgm:spPr/>
      <dgm:t>
        <a:bodyPr/>
        <a:lstStyle/>
        <a:p>
          <a:endParaRPr lang="en-US"/>
        </a:p>
      </dgm:t>
    </dgm:pt>
    <dgm:pt modelId="{9A9D4B8F-5F9D-4211-B2B0-FD37ED63DBE2}" type="sibTrans" cxnId="{CC4A928E-00A3-4BC4-A902-977FFC7621F2}">
      <dgm:prSet/>
      <dgm:spPr/>
      <dgm:t>
        <a:bodyPr/>
        <a:lstStyle/>
        <a:p>
          <a:endParaRPr lang="en-US"/>
        </a:p>
      </dgm:t>
    </dgm:pt>
    <dgm:pt modelId="{ADC7FF75-330F-4DDF-977B-4DF6BF07FCD7}">
      <dgm:prSet phldrT="[Text]" phldr="0"/>
      <dgm:spPr/>
      <dgm:t>
        <a:bodyPr/>
        <a:lstStyle/>
        <a:p>
          <a:r>
            <a:rPr lang="en-US"/>
            <a:t>Assume no new invention of technologies </a:t>
          </a:r>
        </a:p>
      </dgm:t>
    </dgm:pt>
    <dgm:pt modelId="{F30863BA-AACA-4D22-A56D-24F2A7A5F10B}" type="parTrans" cxnId="{DABAFBFE-44EA-4B92-9B53-C6A18AAF8C1D}">
      <dgm:prSet/>
      <dgm:spPr/>
      <dgm:t>
        <a:bodyPr/>
        <a:lstStyle/>
        <a:p>
          <a:endParaRPr lang="en-US"/>
        </a:p>
      </dgm:t>
    </dgm:pt>
    <dgm:pt modelId="{B3A97A75-A176-4914-8D32-41DF1D43D180}" type="sibTrans" cxnId="{DABAFBFE-44EA-4B92-9B53-C6A18AAF8C1D}">
      <dgm:prSet/>
      <dgm:spPr/>
      <dgm:t>
        <a:bodyPr/>
        <a:lstStyle/>
        <a:p>
          <a:endParaRPr lang="en-US"/>
        </a:p>
      </dgm:t>
    </dgm:pt>
    <dgm:pt modelId="{55E8252F-4EB3-48FA-80CA-2E0518417996}">
      <dgm:prSet phldrT="[Text]" phldr="0"/>
      <dgm:spPr/>
      <dgm:t>
        <a:bodyPr/>
        <a:lstStyle/>
        <a:p>
          <a:r>
            <a:rPr lang="en-US"/>
            <a:t>Focus on a single group</a:t>
          </a:r>
        </a:p>
      </dgm:t>
    </dgm:pt>
    <dgm:pt modelId="{65DBD816-D8B9-4D29-95EF-540380648B0C}" type="parTrans" cxnId="{78E5A14D-68E0-4899-9E46-53ECF178337A}">
      <dgm:prSet/>
      <dgm:spPr/>
      <dgm:t>
        <a:bodyPr/>
        <a:lstStyle/>
        <a:p>
          <a:endParaRPr lang="en-US"/>
        </a:p>
      </dgm:t>
    </dgm:pt>
    <dgm:pt modelId="{5F48C443-BD53-4B98-967B-C800D69BD5F3}" type="sibTrans" cxnId="{78E5A14D-68E0-4899-9E46-53ECF178337A}">
      <dgm:prSet/>
      <dgm:spPr/>
      <dgm:t>
        <a:bodyPr/>
        <a:lstStyle/>
        <a:p>
          <a:endParaRPr lang="en-US"/>
        </a:p>
      </dgm:t>
    </dgm:pt>
    <dgm:pt modelId="{FFED72C0-4BC1-4D9F-A944-81BA6FD001D2}">
      <dgm:prSet phldrT="[Text]" phldr="0"/>
      <dgm:spPr/>
      <dgm:t>
        <a:bodyPr/>
        <a:lstStyle/>
        <a:p>
          <a:r>
            <a:rPr lang="en-US"/>
            <a:t>Leverage existing APTIM Capabilites </a:t>
          </a:r>
        </a:p>
      </dgm:t>
    </dgm:pt>
    <dgm:pt modelId="{D47936C4-3A5F-4D5C-80C8-C34348A939B5}" type="parTrans" cxnId="{77D8A488-CF35-43E5-A6B4-AB9C5CECFDC8}">
      <dgm:prSet/>
      <dgm:spPr/>
      <dgm:t>
        <a:bodyPr/>
        <a:lstStyle/>
        <a:p>
          <a:endParaRPr lang="en-US"/>
        </a:p>
      </dgm:t>
    </dgm:pt>
    <dgm:pt modelId="{4E039D45-96DE-4F8D-88E1-B9A329C6208E}" type="sibTrans" cxnId="{77D8A488-CF35-43E5-A6B4-AB9C5CECFDC8}">
      <dgm:prSet/>
      <dgm:spPr/>
      <dgm:t>
        <a:bodyPr/>
        <a:lstStyle/>
        <a:p>
          <a:endParaRPr lang="en-US"/>
        </a:p>
      </dgm:t>
    </dgm:pt>
    <dgm:pt modelId="{946C0171-EA12-4B0D-965E-C5E8D53DAB94}" type="pres">
      <dgm:prSet presAssocID="{DF310642-AF78-4539-AA2E-F9BD8922CD48}" presName="Name0" presStyleCnt="0">
        <dgm:presLayoutVars>
          <dgm:dir/>
          <dgm:animLvl val="lvl"/>
          <dgm:resizeHandles val="exact"/>
        </dgm:presLayoutVars>
      </dgm:prSet>
      <dgm:spPr/>
    </dgm:pt>
    <dgm:pt modelId="{26C686FF-057C-4F28-8AAB-5E89E6BD7104}" type="pres">
      <dgm:prSet presAssocID="{55E8252F-4EB3-48FA-80CA-2E0518417996}" presName="Name8" presStyleCnt="0"/>
      <dgm:spPr/>
    </dgm:pt>
    <dgm:pt modelId="{A9920BA5-B028-4B13-9CCE-7DDE9FD75016}" type="pres">
      <dgm:prSet presAssocID="{55E8252F-4EB3-48FA-80CA-2E0518417996}" presName="level" presStyleLbl="node1" presStyleIdx="0" presStyleCnt="4">
        <dgm:presLayoutVars>
          <dgm:chMax val="1"/>
          <dgm:bulletEnabled val="1"/>
        </dgm:presLayoutVars>
      </dgm:prSet>
      <dgm:spPr/>
    </dgm:pt>
    <dgm:pt modelId="{D8789522-6804-4EFA-8E32-1B80526CA78D}" type="pres">
      <dgm:prSet presAssocID="{55E8252F-4EB3-48FA-80CA-2E0518417996}" presName="levelTx" presStyleLbl="revTx" presStyleIdx="0" presStyleCnt="0">
        <dgm:presLayoutVars>
          <dgm:chMax val="1"/>
          <dgm:bulletEnabled val="1"/>
        </dgm:presLayoutVars>
      </dgm:prSet>
      <dgm:spPr/>
    </dgm:pt>
    <dgm:pt modelId="{F06BB68B-39AE-4F57-B711-3189EAB2307D}" type="pres">
      <dgm:prSet presAssocID="{ADC7FF75-330F-4DDF-977B-4DF6BF07FCD7}" presName="Name8" presStyleCnt="0"/>
      <dgm:spPr/>
    </dgm:pt>
    <dgm:pt modelId="{E3A0DA67-1C43-4242-B3CB-FDDDA9E7374A}" type="pres">
      <dgm:prSet presAssocID="{ADC7FF75-330F-4DDF-977B-4DF6BF07FCD7}" presName="level" presStyleLbl="node1" presStyleIdx="1" presStyleCnt="4">
        <dgm:presLayoutVars>
          <dgm:chMax val="1"/>
          <dgm:bulletEnabled val="1"/>
        </dgm:presLayoutVars>
      </dgm:prSet>
      <dgm:spPr/>
    </dgm:pt>
    <dgm:pt modelId="{9B11EDC3-F7BB-4828-B13C-1AC543C049E8}" type="pres">
      <dgm:prSet presAssocID="{ADC7FF75-330F-4DDF-977B-4DF6BF07FCD7}" presName="levelTx" presStyleLbl="revTx" presStyleIdx="0" presStyleCnt="0">
        <dgm:presLayoutVars>
          <dgm:chMax val="1"/>
          <dgm:bulletEnabled val="1"/>
        </dgm:presLayoutVars>
      </dgm:prSet>
      <dgm:spPr/>
    </dgm:pt>
    <dgm:pt modelId="{953C0FDD-338E-4B4E-ADEA-16FC973CEB50}" type="pres">
      <dgm:prSet presAssocID="{FFED72C0-4BC1-4D9F-A944-81BA6FD001D2}" presName="Name8" presStyleCnt="0"/>
      <dgm:spPr/>
    </dgm:pt>
    <dgm:pt modelId="{8FDEED87-5058-491D-8CB6-C74AEDBE1F8F}" type="pres">
      <dgm:prSet presAssocID="{FFED72C0-4BC1-4D9F-A944-81BA6FD001D2}" presName="level" presStyleLbl="node1" presStyleIdx="2" presStyleCnt="4">
        <dgm:presLayoutVars>
          <dgm:chMax val="1"/>
          <dgm:bulletEnabled val="1"/>
        </dgm:presLayoutVars>
      </dgm:prSet>
      <dgm:spPr/>
    </dgm:pt>
    <dgm:pt modelId="{8E55CC66-D2C8-41DF-B39A-6BD753949659}" type="pres">
      <dgm:prSet presAssocID="{FFED72C0-4BC1-4D9F-A944-81BA6FD001D2}" presName="levelTx" presStyleLbl="revTx" presStyleIdx="0" presStyleCnt="0">
        <dgm:presLayoutVars>
          <dgm:chMax val="1"/>
          <dgm:bulletEnabled val="1"/>
        </dgm:presLayoutVars>
      </dgm:prSet>
      <dgm:spPr/>
    </dgm:pt>
    <dgm:pt modelId="{E9C1F72B-AFCA-4638-B6D2-AFAB194F1E11}" type="pres">
      <dgm:prSet presAssocID="{AC31465C-60DF-4225-A3B6-97DEB743B9A9}" presName="Name8" presStyleCnt="0"/>
      <dgm:spPr/>
    </dgm:pt>
    <dgm:pt modelId="{591B9AF5-E465-4123-B631-9924CE4CCCB1}" type="pres">
      <dgm:prSet presAssocID="{AC31465C-60DF-4225-A3B6-97DEB743B9A9}" presName="level" presStyleLbl="node1" presStyleIdx="3" presStyleCnt="4">
        <dgm:presLayoutVars>
          <dgm:chMax val="1"/>
          <dgm:bulletEnabled val="1"/>
        </dgm:presLayoutVars>
      </dgm:prSet>
      <dgm:spPr/>
    </dgm:pt>
    <dgm:pt modelId="{5B8979E7-67F1-48F0-9B8A-7B6CF256AB8C}" type="pres">
      <dgm:prSet presAssocID="{AC31465C-60DF-4225-A3B6-97DEB743B9A9}" presName="levelTx" presStyleLbl="revTx" presStyleIdx="0" presStyleCnt="0">
        <dgm:presLayoutVars>
          <dgm:chMax val="1"/>
          <dgm:bulletEnabled val="1"/>
        </dgm:presLayoutVars>
      </dgm:prSet>
      <dgm:spPr/>
    </dgm:pt>
  </dgm:ptLst>
  <dgm:cxnLst>
    <dgm:cxn modelId="{AED21F35-EDD5-4B79-B4B3-277CDCEC3E57}" type="presOf" srcId="{ADC7FF75-330F-4DDF-977B-4DF6BF07FCD7}" destId="{E3A0DA67-1C43-4242-B3CB-FDDDA9E7374A}" srcOrd="0" destOrd="0" presId="urn:microsoft.com/office/officeart/2005/8/layout/pyramid1"/>
    <dgm:cxn modelId="{78E5A14D-68E0-4899-9E46-53ECF178337A}" srcId="{DF310642-AF78-4539-AA2E-F9BD8922CD48}" destId="{55E8252F-4EB3-48FA-80CA-2E0518417996}" srcOrd="0" destOrd="0" parTransId="{65DBD816-D8B9-4D29-95EF-540380648B0C}" sibTransId="{5F48C443-BD53-4B98-967B-C800D69BD5F3}"/>
    <dgm:cxn modelId="{C2CCFD7B-53B2-4432-92BC-9DF427D73BD0}" type="presOf" srcId="{ADC7FF75-330F-4DDF-977B-4DF6BF07FCD7}" destId="{9B11EDC3-F7BB-4828-B13C-1AC543C049E8}" srcOrd="1" destOrd="0" presId="urn:microsoft.com/office/officeart/2005/8/layout/pyramid1"/>
    <dgm:cxn modelId="{18ECA582-4333-47B2-9061-6F98CDA53436}" type="presOf" srcId="{DF310642-AF78-4539-AA2E-F9BD8922CD48}" destId="{946C0171-EA12-4B0D-965E-C5E8D53DAB94}" srcOrd="0" destOrd="0" presId="urn:microsoft.com/office/officeart/2005/8/layout/pyramid1"/>
    <dgm:cxn modelId="{77D8A488-CF35-43E5-A6B4-AB9C5CECFDC8}" srcId="{DF310642-AF78-4539-AA2E-F9BD8922CD48}" destId="{FFED72C0-4BC1-4D9F-A944-81BA6FD001D2}" srcOrd="2" destOrd="0" parTransId="{D47936C4-3A5F-4D5C-80C8-C34348A939B5}" sibTransId="{4E039D45-96DE-4F8D-88E1-B9A329C6208E}"/>
    <dgm:cxn modelId="{CC4A928E-00A3-4BC4-A902-977FFC7621F2}" srcId="{DF310642-AF78-4539-AA2E-F9BD8922CD48}" destId="{AC31465C-60DF-4225-A3B6-97DEB743B9A9}" srcOrd="3" destOrd="0" parTransId="{1CD16862-BAD6-4D16-AD92-79AE640A2A92}" sibTransId="{9A9D4B8F-5F9D-4211-B2B0-FD37ED63DBE2}"/>
    <dgm:cxn modelId="{F1AF138F-07AB-4452-A775-3ECA188A373F}" type="presOf" srcId="{FFED72C0-4BC1-4D9F-A944-81BA6FD001D2}" destId="{8E55CC66-D2C8-41DF-B39A-6BD753949659}" srcOrd="1" destOrd="0" presId="urn:microsoft.com/office/officeart/2005/8/layout/pyramid1"/>
    <dgm:cxn modelId="{D46349D0-4C7B-43F5-A911-3FCB2F99651D}" type="presOf" srcId="{55E8252F-4EB3-48FA-80CA-2E0518417996}" destId="{A9920BA5-B028-4B13-9CCE-7DDE9FD75016}" srcOrd="0" destOrd="0" presId="urn:microsoft.com/office/officeart/2005/8/layout/pyramid1"/>
    <dgm:cxn modelId="{D793BCD1-7DC0-4F6F-AB39-08D2F31AFA8D}" type="presOf" srcId="{55E8252F-4EB3-48FA-80CA-2E0518417996}" destId="{D8789522-6804-4EFA-8E32-1B80526CA78D}" srcOrd="1" destOrd="0" presId="urn:microsoft.com/office/officeart/2005/8/layout/pyramid1"/>
    <dgm:cxn modelId="{20EC68EE-A80C-497A-A3C8-62CADF3FB1E8}" type="presOf" srcId="{FFED72C0-4BC1-4D9F-A944-81BA6FD001D2}" destId="{8FDEED87-5058-491D-8CB6-C74AEDBE1F8F}" srcOrd="0" destOrd="0" presId="urn:microsoft.com/office/officeart/2005/8/layout/pyramid1"/>
    <dgm:cxn modelId="{978470F2-75CF-4634-B8E2-626A475293D4}" type="presOf" srcId="{AC31465C-60DF-4225-A3B6-97DEB743B9A9}" destId="{5B8979E7-67F1-48F0-9B8A-7B6CF256AB8C}" srcOrd="1" destOrd="0" presId="urn:microsoft.com/office/officeart/2005/8/layout/pyramid1"/>
    <dgm:cxn modelId="{1D89C2FC-BFFE-4A54-A3B3-C136308A5E4A}" type="presOf" srcId="{AC31465C-60DF-4225-A3B6-97DEB743B9A9}" destId="{591B9AF5-E465-4123-B631-9924CE4CCCB1}" srcOrd="0" destOrd="0" presId="urn:microsoft.com/office/officeart/2005/8/layout/pyramid1"/>
    <dgm:cxn modelId="{DABAFBFE-44EA-4B92-9B53-C6A18AAF8C1D}" srcId="{DF310642-AF78-4539-AA2E-F9BD8922CD48}" destId="{ADC7FF75-330F-4DDF-977B-4DF6BF07FCD7}" srcOrd="1" destOrd="0" parTransId="{F30863BA-AACA-4D22-A56D-24F2A7A5F10B}" sibTransId="{B3A97A75-A176-4914-8D32-41DF1D43D180}"/>
    <dgm:cxn modelId="{359383A1-6AE7-427E-BC81-6E03724405F4}" type="presParOf" srcId="{946C0171-EA12-4B0D-965E-C5E8D53DAB94}" destId="{26C686FF-057C-4F28-8AAB-5E89E6BD7104}" srcOrd="0" destOrd="0" presId="urn:microsoft.com/office/officeart/2005/8/layout/pyramid1"/>
    <dgm:cxn modelId="{AEFFB2D3-B363-475D-84A6-35A8D1CD552B}" type="presParOf" srcId="{26C686FF-057C-4F28-8AAB-5E89E6BD7104}" destId="{A9920BA5-B028-4B13-9CCE-7DDE9FD75016}" srcOrd="0" destOrd="0" presId="urn:microsoft.com/office/officeart/2005/8/layout/pyramid1"/>
    <dgm:cxn modelId="{BFCE2943-3BC9-4A91-9105-76CCD6620FE6}" type="presParOf" srcId="{26C686FF-057C-4F28-8AAB-5E89E6BD7104}" destId="{D8789522-6804-4EFA-8E32-1B80526CA78D}" srcOrd="1" destOrd="0" presId="urn:microsoft.com/office/officeart/2005/8/layout/pyramid1"/>
    <dgm:cxn modelId="{D742FAB0-1BED-431C-9B77-1D05B0AC920C}" type="presParOf" srcId="{946C0171-EA12-4B0D-965E-C5E8D53DAB94}" destId="{F06BB68B-39AE-4F57-B711-3189EAB2307D}" srcOrd="1" destOrd="0" presId="urn:microsoft.com/office/officeart/2005/8/layout/pyramid1"/>
    <dgm:cxn modelId="{BC0EA149-4A28-46D1-BD7A-27F7959DF476}" type="presParOf" srcId="{F06BB68B-39AE-4F57-B711-3189EAB2307D}" destId="{E3A0DA67-1C43-4242-B3CB-FDDDA9E7374A}" srcOrd="0" destOrd="0" presId="urn:microsoft.com/office/officeart/2005/8/layout/pyramid1"/>
    <dgm:cxn modelId="{D505BA94-E101-424A-96C5-EE0A26D9292A}" type="presParOf" srcId="{F06BB68B-39AE-4F57-B711-3189EAB2307D}" destId="{9B11EDC3-F7BB-4828-B13C-1AC543C049E8}" srcOrd="1" destOrd="0" presId="urn:microsoft.com/office/officeart/2005/8/layout/pyramid1"/>
    <dgm:cxn modelId="{D5A384C7-C9D2-43CD-9706-CC8032E64392}" type="presParOf" srcId="{946C0171-EA12-4B0D-965E-C5E8D53DAB94}" destId="{953C0FDD-338E-4B4E-ADEA-16FC973CEB50}" srcOrd="2" destOrd="0" presId="urn:microsoft.com/office/officeart/2005/8/layout/pyramid1"/>
    <dgm:cxn modelId="{C2054438-7F94-4187-AF51-46F072218A68}" type="presParOf" srcId="{953C0FDD-338E-4B4E-ADEA-16FC973CEB50}" destId="{8FDEED87-5058-491D-8CB6-C74AEDBE1F8F}" srcOrd="0" destOrd="0" presId="urn:microsoft.com/office/officeart/2005/8/layout/pyramid1"/>
    <dgm:cxn modelId="{B6403061-DE94-4D7D-BE4C-1965418DD137}" type="presParOf" srcId="{953C0FDD-338E-4B4E-ADEA-16FC973CEB50}" destId="{8E55CC66-D2C8-41DF-B39A-6BD753949659}" srcOrd="1" destOrd="0" presId="urn:microsoft.com/office/officeart/2005/8/layout/pyramid1"/>
    <dgm:cxn modelId="{372D6EC2-8DFC-45A9-9D35-6AFF9CDC4D0B}" type="presParOf" srcId="{946C0171-EA12-4B0D-965E-C5E8D53DAB94}" destId="{E9C1F72B-AFCA-4638-B6D2-AFAB194F1E11}" srcOrd="3" destOrd="0" presId="urn:microsoft.com/office/officeart/2005/8/layout/pyramid1"/>
    <dgm:cxn modelId="{E2B1DDED-D3FE-4540-8B3D-1DBFBC7E8F9A}" type="presParOf" srcId="{E9C1F72B-AFCA-4638-B6D2-AFAB194F1E11}" destId="{591B9AF5-E465-4123-B631-9924CE4CCCB1}" srcOrd="0" destOrd="0" presId="urn:microsoft.com/office/officeart/2005/8/layout/pyramid1"/>
    <dgm:cxn modelId="{F83E09E7-BAB5-47F2-965D-EFDD3718F212}" type="presParOf" srcId="{E9C1F72B-AFCA-4638-B6D2-AFAB194F1E11}" destId="{5B8979E7-67F1-48F0-9B8A-7B6CF256AB8C}"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F69384-9BCD-4507-AD21-92C050EF8D6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F300FE60-F17C-45C0-B48E-45EB60D853B7}">
      <dgm:prSet phldrT="[Text]" phldr="0" custT="1"/>
      <dgm:spPr/>
      <dgm:t>
        <a:bodyPr/>
        <a:lstStyle/>
        <a:p>
          <a:pPr algn="ctr"/>
          <a:endParaRPr lang="en-US" sz="2400"/>
        </a:p>
      </dgm:t>
    </dgm:pt>
    <dgm:pt modelId="{73C368F7-4EE6-41A7-9244-45AD56F3EAF3}" type="parTrans" cxnId="{E41C84D2-1359-4EFF-A509-889E48314BE7}">
      <dgm:prSet/>
      <dgm:spPr/>
      <dgm:t>
        <a:bodyPr/>
        <a:lstStyle/>
        <a:p>
          <a:pPr algn="ctr"/>
          <a:endParaRPr lang="en-US"/>
        </a:p>
      </dgm:t>
    </dgm:pt>
    <dgm:pt modelId="{695DA213-0ED2-4784-85D6-1E8EFE697BBE}" type="sibTrans" cxnId="{E41C84D2-1359-4EFF-A509-889E48314BE7}">
      <dgm:prSet/>
      <dgm:spPr/>
      <dgm:t>
        <a:bodyPr/>
        <a:lstStyle/>
        <a:p>
          <a:pPr algn="ctr"/>
          <a:endParaRPr lang="en-US"/>
        </a:p>
      </dgm:t>
    </dgm:pt>
    <dgm:pt modelId="{D6D147BA-82F2-4B85-B379-498CC1A3B854}">
      <dgm:prSet phldrT="[Text]" phldr="0" custT="1"/>
      <dgm:spPr/>
      <dgm:t>
        <a:bodyPr/>
        <a:lstStyle/>
        <a:p>
          <a:pPr algn="ctr"/>
          <a:r>
            <a:rPr lang="en-US" sz="2000" b="1"/>
            <a:t>Leverages Existing Capabilities</a:t>
          </a:r>
        </a:p>
      </dgm:t>
    </dgm:pt>
    <dgm:pt modelId="{506406EC-F81F-42F8-98E3-C7F323C5915E}" type="parTrans" cxnId="{D92E2D94-EC55-48C5-8298-BA760CD67CDA}">
      <dgm:prSet/>
      <dgm:spPr/>
      <dgm:t>
        <a:bodyPr/>
        <a:lstStyle/>
        <a:p>
          <a:pPr algn="ctr"/>
          <a:endParaRPr lang="en-US"/>
        </a:p>
      </dgm:t>
    </dgm:pt>
    <dgm:pt modelId="{68EFD7F4-35E3-45FC-B14C-BCEC136DF958}" type="sibTrans" cxnId="{D92E2D94-EC55-48C5-8298-BA760CD67CDA}">
      <dgm:prSet/>
      <dgm:spPr/>
      <dgm:t>
        <a:bodyPr/>
        <a:lstStyle/>
        <a:p>
          <a:pPr algn="ctr"/>
          <a:endParaRPr lang="en-US"/>
        </a:p>
      </dgm:t>
    </dgm:pt>
    <dgm:pt modelId="{3E4CC3C3-3092-4B4E-B61F-6F9F89A65FCA}">
      <dgm:prSet phldrT="[Text]" phldr="0" custT="1"/>
      <dgm:spPr/>
      <dgm:t>
        <a:bodyPr/>
        <a:lstStyle/>
        <a:p>
          <a:pPr algn="ctr"/>
          <a:endParaRPr lang="en-US" sz="2000"/>
        </a:p>
      </dgm:t>
    </dgm:pt>
    <dgm:pt modelId="{D71D0B0F-B894-4927-A779-2487E7755B13}" type="parTrans" cxnId="{321968A0-5D59-4F57-9071-608F8ACB2A64}">
      <dgm:prSet/>
      <dgm:spPr/>
      <dgm:t>
        <a:bodyPr/>
        <a:lstStyle/>
        <a:p>
          <a:pPr algn="ctr"/>
          <a:endParaRPr lang="en-US"/>
        </a:p>
      </dgm:t>
    </dgm:pt>
    <dgm:pt modelId="{29C1D8B3-9A22-42CA-9647-EC77320E8D6C}" type="sibTrans" cxnId="{321968A0-5D59-4F57-9071-608F8ACB2A64}">
      <dgm:prSet/>
      <dgm:spPr/>
      <dgm:t>
        <a:bodyPr/>
        <a:lstStyle/>
        <a:p>
          <a:pPr algn="ctr"/>
          <a:endParaRPr lang="en-US"/>
        </a:p>
      </dgm:t>
    </dgm:pt>
    <dgm:pt modelId="{069ED7ED-6660-4738-950D-5C58815B444F}">
      <dgm:prSet phldrT="[Text]" phldr="0" custT="1"/>
      <dgm:spPr/>
      <dgm:t>
        <a:bodyPr/>
        <a:lstStyle/>
        <a:p>
          <a:pPr algn="ctr"/>
          <a:r>
            <a:rPr lang="en-US" sz="2000"/>
            <a:t>Scales Growth In Existing Relationships</a:t>
          </a:r>
        </a:p>
      </dgm:t>
    </dgm:pt>
    <dgm:pt modelId="{227A1879-BAEA-450C-B65B-978C009E6A14}" type="parTrans" cxnId="{222E413F-A75F-455D-92F2-C204FFAC51EB}">
      <dgm:prSet/>
      <dgm:spPr/>
      <dgm:t>
        <a:bodyPr/>
        <a:lstStyle/>
        <a:p>
          <a:pPr algn="ctr"/>
          <a:endParaRPr lang="en-US"/>
        </a:p>
      </dgm:t>
    </dgm:pt>
    <dgm:pt modelId="{47FBE326-04FB-4ED6-8D6F-4BE48496E785}" type="sibTrans" cxnId="{222E413F-A75F-455D-92F2-C204FFAC51EB}">
      <dgm:prSet/>
      <dgm:spPr/>
      <dgm:t>
        <a:bodyPr/>
        <a:lstStyle/>
        <a:p>
          <a:pPr algn="ctr"/>
          <a:endParaRPr lang="en-US"/>
        </a:p>
      </dgm:t>
    </dgm:pt>
    <dgm:pt modelId="{8EE29E9D-AE93-4854-AAD1-B5D9E06F3242}">
      <dgm:prSet phldrT="[Text]" phldr="0" custT="1"/>
      <dgm:spPr/>
      <dgm:t>
        <a:bodyPr/>
        <a:lstStyle/>
        <a:p>
          <a:pPr algn="ctr"/>
          <a:endParaRPr lang="en-US" sz="2000"/>
        </a:p>
      </dgm:t>
    </dgm:pt>
    <dgm:pt modelId="{ECCA27D0-57FB-47E4-BAFF-7155320219AB}" type="parTrans" cxnId="{A57EE05D-722F-4736-851B-71F776D549BA}">
      <dgm:prSet/>
      <dgm:spPr/>
      <dgm:t>
        <a:bodyPr/>
        <a:lstStyle/>
        <a:p>
          <a:pPr algn="ctr"/>
          <a:endParaRPr lang="en-US"/>
        </a:p>
      </dgm:t>
    </dgm:pt>
    <dgm:pt modelId="{DDB359C6-B359-4118-A592-311D2E3CCAF4}" type="sibTrans" cxnId="{A57EE05D-722F-4736-851B-71F776D549BA}">
      <dgm:prSet/>
      <dgm:spPr/>
      <dgm:t>
        <a:bodyPr/>
        <a:lstStyle/>
        <a:p>
          <a:pPr algn="ctr"/>
          <a:endParaRPr lang="en-US"/>
        </a:p>
      </dgm:t>
    </dgm:pt>
    <dgm:pt modelId="{1D782F2D-5BF3-4574-A95A-6370DB6528ED}">
      <dgm:prSet phldrT="[Text]" phldr="0" custT="1"/>
      <dgm:spPr/>
      <dgm:t>
        <a:bodyPr/>
        <a:lstStyle/>
        <a:p>
          <a:pPr algn="ctr"/>
          <a:r>
            <a:rPr lang="en-US" sz="2000"/>
            <a:t>Creates Resilient Revenue </a:t>
          </a:r>
        </a:p>
      </dgm:t>
    </dgm:pt>
    <dgm:pt modelId="{4E57ED84-D57B-4150-AC5E-F91E5E06B5C0}" type="parTrans" cxnId="{C3239D15-0E4A-4FB4-8BB9-1948B5633583}">
      <dgm:prSet/>
      <dgm:spPr/>
      <dgm:t>
        <a:bodyPr/>
        <a:lstStyle/>
        <a:p>
          <a:pPr algn="ctr"/>
          <a:endParaRPr lang="en-US"/>
        </a:p>
      </dgm:t>
    </dgm:pt>
    <dgm:pt modelId="{4F7DD17F-0C73-4816-B515-18968B35BE5D}" type="sibTrans" cxnId="{C3239D15-0E4A-4FB4-8BB9-1948B5633583}">
      <dgm:prSet/>
      <dgm:spPr/>
      <dgm:t>
        <a:bodyPr/>
        <a:lstStyle/>
        <a:p>
          <a:pPr algn="ctr"/>
          <a:endParaRPr lang="en-US"/>
        </a:p>
      </dgm:t>
    </dgm:pt>
    <dgm:pt modelId="{97A995A3-AF6E-47D6-8A46-2D239EAF83DE}">
      <dgm:prSet phldrT="[Text]" phldr="0" custT="1"/>
      <dgm:spPr/>
      <dgm:t>
        <a:bodyPr/>
        <a:lstStyle/>
        <a:p>
          <a:pPr algn="ctr"/>
          <a:r>
            <a:rPr lang="en-US" sz="2000"/>
            <a:t>Expands Into New Markets</a:t>
          </a:r>
          <a:endParaRPr lang="en-US" sz="2000" b="1"/>
        </a:p>
      </dgm:t>
    </dgm:pt>
    <dgm:pt modelId="{A2E7FD06-1397-4C4C-B717-7F9F5DF5B728}" type="parTrans" cxnId="{BB2CC5C4-EF1B-424A-92E1-F1879AC69CFE}">
      <dgm:prSet/>
      <dgm:spPr/>
      <dgm:t>
        <a:bodyPr/>
        <a:lstStyle/>
        <a:p>
          <a:endParaRPr lang="en-US"/>
        </a:p>
      </dgm:t>
    </dgm:pt>
    <dgm:pt modelId="{BE43BCF2-9774-49C6-90CC-6301D5C00374}" type="sibTrans" cxnId="{BB2CC5C4-EF1B-424A-92E1-F1879AC69CFE}">
      <dgm:prSet/>
      <dgm:spPr/>
      <dgm:t>
        <a:bodyPr/>
        <a:lstStyle/>
        <a:p>
          <a:endParaRPr lang="en-US"/>
        </a:p>
      </dgm:t>
    </dgm:pt>
    <dgm:pt modelId="{B6F3960D-2511-407D-A953-E4A5FDE07129}">
      <dgm:prSet phldrT="[Text]" phldr="0" custT="1"/>
      <dgm:spPr/>
      <dgm:t>
        <a:bodyPr/>
        <a:lstStyle/>
        <a:p>
          <a:pPr algn="ctr"/>
          <a:r>
            <a:rPr lang="en-US" sz="1600"/>
            <a:t>APTIM already administers utility programs, manages contractor networks, engages customers, and delivers regulatory compliance reporting. The tools that already exist within the organization are utilized for the pilot program, minimizing the need for new operational capabilities.</a:t>
          </a:r>
          <a:endParaRPr lang="en-US" sz="2000" b="1"/>
        </a:p>
      </dgm:t>
    </dgm:pt>
    <dgm:pt modelId="{CD280A00-213C-4439-ADE9-DB55686768AF}" type="parTrans" cxnId="{745682CF-D07D-4288-B381-899A41B699F9}">
      <dgm:prSet/>
      <dgm:spPr/>
      <dgm:t>
        <a:bodyPr/>
        <a:lstStyle/>
        <a:p>
          <a:endParaRPr lang="en-US"/>
        </a:p>
      </dgm:t>
    </dgm:pt>
    <dgm:pt modelId="{746C1762-824B-4579-B8A9-84B0DF0BDDFC}" type="sibTrans" cxnId="{745682CF-D07D-4288-B381-899A41B699F9}">
      <dgm:prSet/>
      <dgm:spPr/>
      <dgm:t>
        <a:bodyPr/>
        <a:lstStyle/>
        <a:p>
          <a:endParaRPr lang="en-US"/>
        </a:p>
      </dgm:t>
    </dgm:pt>
    <dgm:pt modelId="{B0BC944B-7C1B-4448-BAED-DB8C83B05085}" type="pres">
      <dgm:prSet presAssocID="{5AF69384-9BCD-4507-AD21-92C050EF8D63}" presName="diagram" presStyleCnt="0">
        <dgm:presLayoutVars>
          <dgm:dir/>
          <dgm:resizeHandles val="exact"/>
        </dgm:presLayoutVars>
      </dgm:prSet>
      <dgm:spPr/>
    </dgm:pt>
    <dgm:pt modelId="{141EA34A-8783-4E54-99E6-F0CED26F76DC}" type="pres">
      <dgm:prSet presAssocID="{D6D147BA-82F2-4B85-B379-498CC1A3B854}" presName="node" presStyleLbl="node1" presStyleIdx="0" presStyleCnt="4">
        <dgm:presLayoutVars>
          <dgm:bulletEnabled val="1"/>
        </dgm:presLayoutVars>
      </dgm:prSet>
      <dgm:spPr/>
    </dgm:pt>
    <dgm:pt modelId="{F0F2419E-77A4-4997-97B4-AFA77DDC761A}" type="pres">
      <dgm:prSet presAssocID="{68EFD7F4-35E3-45FC-B14C-BCEC136DF958}" presName="sibTrans" presStyleCnt="0"/>
      <dgm:spPr/>
    </dgm:pt>
    <dgm:pt modelId="{D27E1064-114D-49EC-BEBD-6FCB94E725A0}" type="pres">
      <dgm:prSet presAssocID="{97A995A3-AF6E-47D6-8A46-2D239EAF83DE}" presName="node" presStyleLbl="node1" presStyleIdx="1" presStyleCnt="4">
        <dgm:presLayoutVars>
          <dgm:bulletEnabled val="1"/>
        </dgm:presLayoutVars>
      </dgm:prSet>
      <dgm:spPr/>
    </dgm:pt>
    <dgm:pt modelId="{56F64B45-5152-4A8A-BD93-8AB2749FDA42}" type="pres">
      <dgm:prSet presAssocID="{BE43BCF2-9774-49C6-90CC-6301D5C00374}" presName="sibTrans" presStyleCnt="0"/>
      <dgm:spPr/>
    </dgm:pt>
    <dgm:pt modelId="{D0DF015F-7FF4-4ABA-A386-73E48B97A52D}" type="pres">
      <dgm:prSet presAssocID="{069ED7ED-6660-4738-950D-5C58815B444F}" presName="node" presStyleLbl="node1" presStyleIdx="2" presStyleCnt="4">
        <dgm:presLayoutVars>
          <dgm:bulletEnabled val="1"/>
        </dgm:presLayoutVars>
      </dgm:prSet>
      <dgm:spPr/>
    </dgm:pt>
    <dgm:pt modelId="{082ACF3E-6E7F-4656-B579-2181BDB4E379}" type="pres">
      <dgm:prSet presAssocID="{47FBE326-04FB-4ED6-8D6F-4BE48496E785}" presName="sibTrans" presStyleCnt="0"/>
      <dgm:spPr/>
    </dgm:pt>
    <dgm:pt modelId="{75DA17C1-641B-4EFD-9B48-316CF74F3B0D}" type="pres">
      <dgm:prSet presAssocID="{1D782F2D-5BF3-4574-A95A-6370DB6528ED}" presName="node" presStyleLbl="node1" presStyleIdx="3" presStyleCnt="4">
        <dgm:presLayoutVars>
          <dgm:bulletEnabled val="1"/>
        </dgm:presLayoutVars>
      </dgm:prSet>
      <dgm:spPr/>
    </dgm:pt>
  </dgm:ptLst>
  <dgm:cxnLst>
    <dgm:cxn modelId="{C3239D15-0E4A-4FB4-8BB9-1948B5633583}" srcId="{5AF69384-9BCD-4507-AD21-92C050EF8D63}" destId="{1D782F2D-5BF3-4574-A95A-6370DB6528ED}" srcOrd="3" destOrd="0" parTransId="{4E57ED84-D57B-4150-AC5E-F91E5E06B5C0}" sibTransId="{4F7DD17F-0C73-4816-B515-18968B35BE5D}"/>
    <dgm:cxn modelId="{093A853C-B9AF-46D3-9DFE-7DB750339410}" type="presOf" srcId="{3E4CC3C3-3092-4B4E-B61F-6F9F89A65FCA}" destId="{D27E1064-114D-49EC-BEBD-6FCB94E725A0}" srcOrd="0" destOrd="1" presId="urn:microsoft.com/office/officeart/2005/8/layout/default"/>
    <dgm:cxn modelId="{222E413F-A75F-455D-92F2-C204FFAC51EB}" srcId="{5AF69384-9BCD-4507-AD21-92C050EF8D63}" destId="{069ED7ED-6660-4738-950D-5C58815B444F}" srcOrd="2" destOrd="0" parTransId="{227A1879-BAEA-450C-B65B-978C009E6A14}" sibTransId="{47FBE326-04FB-4ED6-8D6F-4BE48496E785}"/>
    <dgm:cxn modelId="{A57EE05D-722F-4736-851B-71F776D549BA}" srcId="{069ED7ED-6660-4738-950D-5C58815B444F}" destId="{8EE29E9D-AE93-4854-AAD1-B5D9E06F3242}" srcOrd="0" destOrd="0" parTransId="{ECCA27D0-57FB-47E4-BAFF-7155320219AB}" sibTransId="{DDB359C6-B359-4118-A592-311D2E3CCAF4}"/>
    <dgm:cxn modelId="{90BBF847-552D-4E27-9430-C6AA69BCFA22}" type="presOf" srcId="{5AF69384-9BCD-4507-AD21-92C050EF8D63}" destId="{B0BC944B-7C1B-4448-BAED-DB8C83B05085}" srcOrd="0" destOrd="0" presId="urn:microsoft.com/office/officeart/2005/8/layout/default"/>
    <dgm:cxn modelId="{CB81665A-8C7E-4DFD-9685-D19B61354ECD}" type="presOf" srcId="{D6D147BA-82F2-4B85-B379-498CC1A3B854}" destId="{141EA34A-8783-4E54-99E6-F0CED26F76DC}" srcOrd="0" destOrd="0" presId="urn:microsoft.com/office/officeart/2005/8/layout/default"/>
    <dgm:cxn modelId="{12A1877B-CAB6-4B65-B8E1-4A994238CA1A}" type="presOf" srcId="{97A995A3-AF6E-47D6-8A46-2D239EAF83DE}" destId="{D27E1064-114D-49EC-BEBD-6FCB94E725A0}" srcOrd="0" destOrd="0" presId="urn:microsoft.com/office/officeart/2005/8/layout/default"/>
    <dgm:cxn modelId="{A7A5357C-CC85-4C36-9B59-60458A6A82AA}" type="presOf" srcId="{1D782F2D-5BF3-4574-A95A-6370DB6528ED}" destId="{75DA17C1-641B-4EFD-9B48-316CF74F3B0D}" srcOrd="0" destOrd="0" presId="urn:microsoft.com/office/officeart/2005/8/layout/default"/>
    <dgm:cxn modelId="{D92E2D94-EC55-48C5-8298-BA760CD67CDA}" srcId="{5AF69384-9BCD-4507-AD21-92C050EF8D63}" destId="{D6D147BA-82F2-4B85-B379-498CC1A3B854}" srcOrd="0" destOrd="0" parTransId="{506406EC-F81F-42F8-98E3-C7F323C5915E}" sibTransId="{68EFD7F4-35E3-45FC-B14C-BCEC136DF958}"/>
    <dgm:cxn modelId="{321968A0-5D59-4F57-9071-608F8ACB2A64}" srcId="{97A995A3-AF6E-47D6-8A46-2D239EAF83DE}" destId="{3E4CC3C3-3092-4B4E-B61F-6F9F89A65FCA}" srcOrd="0" destOrd="0" parTransId="{D71D0B0F-B894-4927-A779-2487E7755B13}" sibTransId="{29C1D8B3-9A22-42CA-9647-EC77320E8D6C}"/>
    <dgm:cxn modelId="{3F33B9A6-04C5-4C48-A27F-BE65ADB577AB}" type="presOf" srcId="{B6F3960D-2511-407D-A953-E4A5FDE07129}" destId="{141EA34A-8783-4E54-99E6-F0CED26F76DC}" srcOrd="0" destOrd="1" presId="urn:microsoft.com/office/officeart/2005/8/layout/default"/>
    <dgm:cxn modelId="{18F3D1B1-4418-40B1-A78A-6A0EF11A525D}" type="presOf" srcId="{F300FE60-F17C-45C0-B48E-45EB60D853B7}" destId="{75DA17C1-641B-4EFD-9B48-316CF74F3B0D}" srcOrd="0" destOrd="1" presId="urn:microsoft.com/office/officeart/2005/8/layout/default"/>
    <dgm:cxn modelId="{BB2CC5C4-EF1B-424A-92E1-F1879AC69CFE}" srcId="{5AF69384-9BCD-4507-AD21-92C050EF8D63}" destId="{97A995A3-AF6E-47D6-8A46-2D239EAF83DE}" srcOrd="1" destOrd="0" parTransId="{A2E7FD06-1397-4C4C-B717-7F9F5DF5B728}" sibTransId="{BE43BCF2-9774-49C6-90CC-6301D5C00374}"/>
    <dgm:cxn modelId="{745682CF-D07D-4288-B381-899A41B699F9}" srcId="{D6D147BA-82F2-4B85-B379-498CC1A3B854}" destId="{B6F3960D-2511-407D-A953-E4A5FDE07129}" srcOrd="0" destOrd="0" parTransId="{CD280A00-213C-4439-ADE9-DB55686768AF}" sibTransId="{746C1762-824B-4579-B8A9-84B0DF0BDDFC}"/>
    <dgm:cxn modelId="{E41C84D2-1359-4EFF-A509-889E48314BE7}" srcId="{1D782F2D-5BF3-4574-A95A-6370DB6528ED}" destId="{F300FE60-F17C-45C0-B48E-45EB60D853B7}" srcOrd="0" destOrd="0" parTransId="{73C368F7-4EE6-41A7-9244-45AD56F3EAF3}" sibTransId="{695DA213-0ED2-4784-85D6-1E8EFE697BBE}"/>
    <dgm:cxn modelId="{16AA5FD9-4CBA-413B-AEFA-FCBFAC85CD4E}" type="presOf" srcId="{8EE29E9D-AE93-4854-AAD1-B5D9E06F3242}" destId="{D0DF015F-7FF4-4ABA-A386-73E48B97A52D}" srcOrd="0" destOrd="1" presId="urn:microsoft.com/office/officeart/2005/8/layout/default"/>
    <dgm:cxn modelId="{A666FFF1-AB60-4123-842E-CB0A9B226C2B}" type="presOf" srcId="{069ED7ED-6660-4738-950D-5C58815B444F}" destId="{D0DF015F-7FF4-4ABA-A386-73E48B97A52D}" srcOrd="0" destOrd="0" presId="urn:microsoft.com/office/officeart/2005/8/layout/default"/>
    <dgm:cxn modelId="{D33B40A6-07FB-46B7-A2A2-B1DA5136EF77}" type="presParOf" srcId="{B0BC944B-7C1B-4448-BAED-DB8C83B05085}" destId="{141EA34A-8783-4E54-99E6-F0CED26F76DC}" srcOrd="0" destOrd="0" presId="urn:microsoft.com/office/officeart/2005/8/layout/default"/>
    <dgm:cxn modelId="{6C6CE9FF-3E79-49F0-998E-593743403673}" type="presParOf" srcId="{B0BC944B-7C1B-4448-BAED-DB8C83B05085}" destId="{F0F2419E-77A4-4997-97B4-AFA77DDC761A}" srcOrd="1" destOrd="0" presId="urn:microsoft.com/office/officeart/2005/8/layout/default"/>
    <dgm:cxn modelId="{A35FB289-A3C8-4075-849D-82709DB93206}" type="presParOf" srcId="{B0BC944B-7C1B-4448-BAED-DB8C83B05085}" destId="{D27E1064-114D-49EC-BEBD-6FCB94E725A0}" srcOrd="2" destOrd="0" presId="urn:microsoft.com/office/officeart/2005/8/layout/default"/>
    <dgm:cxn modelId="{B3B4F4BE-760E-476C-8EC3-D070D3A3F33B}" type="presParOf" srcId="{B0BC944B-7C1B-4448-BAED-DB8C83B05085}" destId="{56F64B45-5152-4A8A-BD93-8AB2749FDA42}" srcOrd="3" destOrd="0" presId="urn:microsoft.com/office/officeart/2005/8/layout/default"/>
    <dgm:cxn modelId="{1C550DC9-5A50-4A46-B4E5-B0B6BA61DD02}" type="presParOf" srcId="{B0BC944B-7C1B-4448-BAED-DB8C83B05085}" destId="{D0DF015F-7FF4-4ABA-A386-73E48B97A52D}" srcOrd="4" destOrd="0" presId="urn:microsoft.com/office/officeart/2005/8/layout/default"/>
    <dgm:cxn modelId="{5D63CD07-19D4-4810-9DB5-A2229325008D}" type="presParOf" srcId="{B0BC944B-7C1B-4448-BAED-DB8C83B05085}" destId="{082ACF3E-6E7F-4656-B579-2181BDB4E379}" srcOrd="5" destOrd="0" presId="urn:microsoft.com/office/officeart/2005/8/layout/default"/>
    <dgm:cxn modelId="{E92867F1-9B8E-4A46-9115-D645293AD2DA}" type="presParOf" srcId="{B0BC944B-7C1B-4448-BAED-DB8C83B05085}" destId="{75DA17C1-641B-4EFD-9B48-316CF74F3B0D}"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F310642-AF78-4539-AA2E-F9BD8922CD48}"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D861999-5986-4933-A595-043F7320953F}">
      <dgm:prSet phldrT="[Text]" phldr="0"/>
      <dgm:spPr/>
      <dgm:t>
        <a:bodyPr/>
        <a:lstStyle/>
        <a:p>
          <a:r>
            <a:rPr lang="en-US"/>
            <a:t>Focus</a:t>
          </a:r>
        </a:p>
      </dgm:t>
    </dgm:pt>
    <dgm:pt modelId="{896D4372-91AD-48D7-8F12-2F44D08A2BBF}" type="parTrans" cxnId="{BC70A1B1-6C69-4AC6-88EC-D00F5EE92165}">
      <dgm:prSet/>
      <dgm:spPr/>
      <dgm:t>
        <a:bodyPr/>
        <a:lstStyle/>
        <a:p>
          <a:endParaRPr lang="en-US"/>
        </a:p>
      </dgm:t>
    </dgm:pt>
    <dgm:pt modelId="{3C2D724A-4C90-4807-87E2-B953BCC46EFD}" type="sibTrans" cxnId="{BC70A1B1-6C69-4AC6-88EC-D00F5EE92165}">
      <dgm:prSet/>
      <dgm:spPr/>
      <dgm:t>
        <a:bodyPr/>
        <a:lstStyle/>
        <a:p>
          <a:endParaRPr lang="en-US"/>
        </a:p>
      </dgm:t>
    </dgm:pt>
    <dgm:pt modelId="{5CE24B44-D6E9-4EF8-AE7B-89573C2B72FF}">
      <dgm:prSet phldrT="[Text]" phldr="0"/>
      <dgm:spPr/>
      <dgm:t>
        <a:bodyPr/>
        <a:lstStyle/>
        <a:p>
          <a:r>
            <a:rPr lang="en-US"/>
            <a:t>Achievable in 1-3 years</a:t>
          </a:r>
        </a:p>
      </dgm:t>
    </dgm:pt>
    <dgm:pt modelId="{85ABFA9C-5D45-4705-8D55-1B01EBB6C323}" type="parTrans" cxnId="{EFD9D6C9-CDC3-42EE-BFA9-76525A0D897B}">
      <dgm:prSet/>
      <dgm:spPr/>
      <dgm:t>
        <a:bodyPr/>
        <a:lstStyle/>
        <a:p>
          <a:endParaRPr lang="en-US"/>
        </a:p>
      </dgm:t>
    </dgm:pt>
    <dgm:pt modelId="{67C56C2C-140E-40F4-AD8E-F0728871100A}" type="sibTrans" cxnId="{EFD9D6C9-CDC3-42EE-BFA9-76525A0D897B}">
      <dgm:prSet/>
      <dgm:spPr/>
      <dgm:t>
        <a:bodyPr/>
        <a:lstStyle/>
        <a:p>
          <a:endParaRPr lang="en-US"/>
        </a:p>
      </dgm:t>
    </dgm:pt>
    <dgm:pt modelId="{00549072-656E-4D2B-B91D-031E53FF144C}">
      <dgm:prSet phldrT="[Text]" phldr="0"/>
      <dgm:spPr/>
      <dgm:t>
        <a:bodyPr/>
        <a:lstStyle/>
        <a:p>
          <a:r>
            <a:rPr lang="en-US"/>
            <a:t>Accounts for market shifts</a:t>
          </a:r>
        </a:p>
      </dgm:t>
    </dgm:pt>
    <dgm:pt modelId="{88E8A79C-7C8C-4C98-9676-5692E6CCF224}" type="parTrans" cxnId="{226830DD-98BB-4B3C-9F2F-174E64C679DB}">
      <dgm:prSet/>
      <dgm:spPr/>
      <dgm:t>
        <a:bodyPr/>
        <a:lstStyle/>
        <a:p>
          <a:endParaRPr lang="en-US"/>
        </a:p>
      </dgm:t>
    </dgm:pt>
    <dgm:pt modelId="{E5F2FA66-2F44-4434-B341-C05F34728E48}" type="sibTrans" cxnId="{226830DD-98BB-4B3C-9F2F-174E64C679DB}">
      <dgm:prSet/>
      <dgm:spPr/>
      <dgm:t>
        <a:bodyPr/>
        <a:lstStyle/>
        <a:p>
          <a:endParaRPr lang="en-US"/>
        </a:p>
      </dgm:t>
    </dgm:pt>
    <dgm:pt modelId="{1D3AFFF0-87E0-41AF-9587-577D47607F30}">
      <dgm:prSet phldrT="[Text]" phldr="0"/>
      <dgm:spPr/>
      <dgm:t>
        <a:bodyPr/>
        <a:lstStyle/>
        <a:p>
          <a:r>
            <a:rPr lang="en-US"/>
            <a:t>Project Scope</a:t>
          </a:r>
        </a:p>
      </dgm:t>
    </dgm:pt>
    <dgm:pt modelId="{5F3779AD-428B-41A0-A1BA-425F5E87A59F}" type="parTrans" cxnId="{998EB419-884D-4C4E-9C54-3C48E31D86AC}">
      <dgm:prSet/>
      <dgm:spPr/>
      <dgm:t>
        <a:bodyPr/>
        <a:lstStyle/>
        <a:p>
          <a:endParaRPr lang="en-US"/>
        </a:p>
      </dgm:t>
    </dgm:pt>
    <dgm:pt modelId="{62183662-C49C-4CA7-8E0F-3533DB26CD13}" type="sibTrans" cxnId="{998EB419-884D-4C4E-9C54-3C48E31D86AC}">
      <dgm:prSet/>
      <dgm:spPr/>
      <dgm:t>
        <a:bodyPr/>
        <a:lstStyle/>
        <a:p>
          <a:endParaRPr lang="en-US"/>
        </a:p>
      </dgm:t>
    </dgm:pt>
    <dgm:pt modelId="{B3EC136C-EEC9-4398-ABE4-A339F5EB8755}">
      <dgm:prSet phldrT="[Text]" phldr="0"/>
      <dgm:spPr/>
      <dgm:t>
        <a:bodyPr/>
        <a:lstStyle/>
        <a:p>
          <a:r>
            <a:rPr lang="en-US"/>
            <a:t>Assume no new invention of technology </a:t>
          </a:r>
        </a:p>
      </dgm:t>
    </dgm:pt>
    <dgm:pt modelId="{02AD1D01-EE38-471C-9298-F1940292CAD7}" type="parTrans" cxnId="{0F32394A-DC64-4202-BC90-3A84139D69B2}">
      <dgm:prSet/>
      <dgm:spPr/>
      <dgm:t>
        <a:bodyPr/>
        <a:lstStyle/>
        <a:p>
          <a:endParaRPr lang="en-US"/>
        </a:p>
      </dgm:t>
    </dgm:pt>
    <dgm:pt modelId="{B26FE18D-3451-4A3E-87D2-6B0E461976AA}" type="sibTrans" cxnId="{0F32394A-DC64-4202-BC90-3A84139D69B2}">
      <dgm:prSet/>
      <dgm:spPr/>
      <dgm:t>
        <a:bodyPr/>
        <a:lstStyle/>
        <a:p>
          <a:endParaRPr lang="en-US"/>
        </a:p>
      </dgm:t>
    </dgm:pt>
    <dgm:pt modelId="{1684C333-7923-43F6-9B77-0D62526313B5}">
      <dgm:prSet phldrT="[Text]" phldr="0"/>
      <dgm:spPr/>
      <dgm:t>
        <a:bodyPr/>
        <a:lstStyle/>
        <a:p>
          <a:r>
            <a:rPr lang="en-US"/>
            <a:t>Leverage existing APTIM capabilities </a:t>
          </a:r>
        </a:p>
      </dgm:t>
    </dgm:pt>
    <dgm:pt modelId="{6F213C10-67E7-4E8D-B27E-553D1BC05737}" type="parTrans" cxnId="{561F128E-9537-487F-A048-ECE44F0BDA1A}">
      <dgm:prSet/>
      <dgm:spPr/>
      <dgm:t>
        <a:bodyPr/>
        <a:lstStyle/>
        <a:p>
          <a:endParaRPr lang="en-US"/>
        </a:p>
      </dgm:t>
    </dgm:pt>
    <dgm:pt modelId="{82D34320-E142-4A0D-B10E-BD52A42A52E1}" type="sibTrans" cxnId="{561F128E-9537-487F-A048-ECE44F0BDA1A}">
      <dgm:prSet/>
      <dgm:spPr/>
      <dgm:t>
        <a:bodyPr/>
        <a:lstStyle/>
        <a:p>
          <a:endParaRPr lang="en-US"/>
        </a:p>
      </dgm:t>
    </dgm:pt>
    <dgm:pt modelId="{5331D2D5-186E-4A7D-B7BF-96688948B44C}">
      <dgm:prSet phldrT="[Text]" phldr="0"/>
      <dgm:spPr/>
      <dgm:t>
        <a:bodyPr/>
        <a:lstStyle/>
        <a:p>
          <a:r>
            <a:rPr lang="en-US"/>
            <a:t>Scaling</a:t>
          </a:r>
        </a:p>
      </dgm:t>
    </dgm:pt>
    <dgm:pt modelId="{8A58056D-B14E-41EE-A4D0-60628552731F}" type="parTrans" cxnId="{C38CCFFB-62E1-4E03-BCE4-9497B035AE94}">
      <dgm:prSet/>
      <dgm:spPr/>
      <dgm:t>
        <a:bodyPr/>
        <a:lstStyle/>
        <a:p>
          <a:endParaRPr lang="en-US"/>
        </a:p>
      </dgm:t>
    </dgm:pt>
    <dgm:pt modelId="{AD2D90A5-7A29-489C-B2A6-EF11CC6DEFD9}" type="sibTrans" cxnId="{C38CCFFB-62E1-4E03-BCE4-9497B035AE94}">
      <dgm:prSet/>
      <dgm:spPr/>
      <dgm:t>
        <a:bodyPr/>
        <a:lstStyle/>
        <a:p>
          <a:endParaRPr lang="en-US"/>
        </a:p>
      </dgm:t>
    </dgm:pt>
    <dgm:pt modelId="{54A6EE52-84FF-4D92-B969-8E79CBE8F0C5}">
      <dgm:prSet phldrT="[Text]" phldr="0"/>
      <dgm:spPr/>
      <dgm:t>
        <a:bodyPr/>
        <a:lstStyle/>
        <a:p>
          <a:r>
            <a:rPr lang="en-US"/>
            <a:t>Utility</a:t>
          </a:r>
        </a:p>
      </dgm:t>
    </dgm:pt>
    <dgm:pt modelId="{00E07FFB-82FA-4683-9C75-8EBA8C0C092F}" type="parTrans" cxnId="{F49D6D56-934D-48F8-BB12-0B28FD46FA4C}">
      <dgm:prSet/>
      <dgm:spPr/>
      <dgm:t>
        <a:bodyPr/>
        <a:lstStyle/>
        <a:p>
          <a:endParaRPr lang="en-US"/>
        </a:p>
      </dgm:t>
    </dgm:pt>
    <dgm:pt modelId="{F16EC0B4-CC2C-43C3-901C-B806FCA21B0F}" type="sibTrans" cxnId="{F49D6D56-934D-48F8-BB12-0B28FD46FA4C}">
      <dgm:prSet/>
      <dgm:spPr/>
      <dgm:t>
        <a:bodyPr/>
        <a:lstStyle/>
        <a:p>
          <a:endParaRPr lang="en-US"/>
        </a:p>
      </dgm:t>
    </dgm:pt>
    <dgm:pt modelId="{26633E29-AB92-4650-8055-88D54ED55BE2}">
      <dgm:prSet phldrT="[Text]" phldr="0"/>
      <dgm:spPr/>
      <dgm:t>
        <a:bodyPr/>
        <a:lstStyle/>
        <a:p>
          <a:r>
            <a:rPr lang="en-US"/>
            <a:t>Customer</a:t>
          </a:r>
        </a:p>
      </dgm:t>
    </dgm:pt>
    <dgm:pt modelId="{EEACB6C5-6B43-466E-B148-19853C4B9324}" type="parTrans" cxnId="{5906C962-A3A2-466C-A43B-16BC910D14FA}">
      <dgm:prSet/>
      <dgm:spPr/>
      <dgm:t>
        <a:bodyPr/>
        <a:lstStyle/>
        <a:p>
          <a:endParaRPr lang="en-US"/>
        </a:p>
      </dgm:t>
    </dgm:pt>
    <dgm:pt modelId="{59AFF3AB-5361-4D43-82BE-703092E0B64D}" type="sibTrans" cxnId="{5906C962-A3A2-466C-A43B-16BC910D14FA}">
      <dgm:prSet/>
      <dgm:spPr/>
      <dgm:t>
        <a:bodyPr/>
        <a:lstStyle/>
        <a:p>
          <a:endParaRPr lang="en-US"/>
        </a:p>
      </dgm:t>
    </dgm:pt>
    <dgm:pt modelId="{AAF4F1E5-05EF-40A4-B043-A0C4F066363B}">
      <dgm:prSet phldrT="[Text]" phldr="0"/>
      <dgm:spPr/>
      <dgm:t>
        <a:bodyPr/>
        <a:lstStyle/>
        <a:p>
          <a:r>
            <a:rPr lang="en-US"/>
            <a:t>County/City/State</a:t>
          </a:r>
        </a:p>
      </dgm:t>
    </dgm:pt>
    <dgm:pt modelId="{0B9D80D4-13B4-49C5-B4B8-FA4847FF408D}" type="parTrans" cxnId="{8454EBFF-AF7C-4D20-8218-B0239263E492}">
      <dgm:prSet/>
      <dgm:spPr/>
      <dgm:t>
        <a:bodyPr/>
        <a:lstStyle/>
        <a:p>
          <a:endParaRPr lang="en-US"/>
        </a:p>
      </dgm:t>
    </dgm:pt>
    <dgm:pt modelId="{21FBD31F-7E4E-4624-8610-431B18982D6D}" type="sibTrans" cxnId="{8454EBFF-AF7C-4D20-8218-B0239263E492}">
      <dgm:prSet/>
      <dgm:spPr/>
      <dgm:t>
        <a:bodyPr/>
        <a:lstStyle/>
        <a:p>
          <a:endParaRPr lang="en-US"/>
        </a:p>
      </dgm:t>
    </dgm:pt>
    <dgm:pt modelId="{D53F8F63-4093-4829-BB74-C71750D0CB46}">
      <dgm:prSet phldrT="[Text]" phldr="0"/>
      <dgm:spPr/>
      <dgm:t>
        <a:bodyPr/>
        <a:lstStyle/>
        <a:p>
          <a:r>
            <a:rPr lang="en-US"/>
            <a:t>Complexity</a:t>
          </a:r>
        </a:p>
      </dgm:t>
    </dgm:pt>
    <dgm:pt modelId="{944703BA-DE8B-44BF-898A-9D577DF3CE6A}" type="parTrans" cxnId="{BF8092A8-5AC4-49C3-B78D-BF2E619ADE49}">
      <dgm:prSet/>
      <dgm:spPr/>
      <dgm:t>
        <a:bodyPr/>
        <a:lstStyle/>
        <a:p>
          <a:endParaRPr lang="en-US"/>
        </a:p>
      </dgm:t>
    </dgm:pt>
    <dgm:pt modelId="{F6B65A73-3963-465F-AB7C-EAC1AE6EEE29}" type="sibTrans" cxnId="{BF8092A8-5AC4-49C3-B78D-BF2E619ADE49}">
      <dgm:prSet/>
      <dgm:spPr/>
      <dgm:t>
        <a:bodyPr/>
        <a:lstStyle/>
        <a:p>
          <a:endParaRPr lang="en-US"/>
        </a:p>
      </dgm:t>
    </dgm:pt>
    <dgm:pt modelId="{4B1EB1E7-E7DE-4316-B143-6298166239AD}" type="pres">
      <dgm:prSet presAssocID="{DF310642-AF78-4539-AA2E-F9BD8922CD48}" presName="hierChild1" presStyleCnt="0">
        <dgm:presLayoutVars>
          <dgm:chPref val="1"/>
          <dgm:dir/>
          <dgm:animOne val="branch"/>
          <dgm:animLvl val="lvl"/>
          <dgm:resizeHandles/>
        </dgm:presLayoutVars>
      </dgm:prSet>
      <dgm:spPr/>
    </dgm:pt>
    <dgm:pt modelId="{BA68516A-82F1-4C6A-AB55-5E3816321EDE}" type="pres">
      <dgm:prSet presAssocID="{1D3AFFF0-87E0-41AF-9587-577D47607F30}" presName="hierRoot1" presStyleCnt="0"/>
      <dgm:spPr/>
    </dgm:pt>
    <dgm:pt modelId="{0E43E6CD-C2B4-4F0A-8647-8DF2FB6D2BCC}" type="pres">
      <dgm:prSet presAssocID="{1D3AFFF0-87E0-41AF-9587-577D47607F30}" presName="composite" presStyleCnt="0"/>
      <dgm:spPr/>
    </dgm:pt>
    <dgm:pt modelId="{941F23F8-BC01-4CFE-8097-DB5D4D90AAAB}" type="pres">
      <dgm:prSet presAssocID="{1D3AFFF0-87E0-41AF-9587-577D47607F30}" presName="background" presStyleLbl="node0" presStyleIdx="0" presStyleCnt="1"/>
      <dgm:spPr/>
    </dgm:pt>
    <dgm:pt modelId="{27DCDAFB-9D99-4665-ADBB-63466E903D4A}" type="pres">
      <dgm:prSet presAssocID="{1D3AFFF0-87E0-41AF-9587-577D47607F30}" presName="text" presStyleLbl="fgAcc0" presStyleIdx="0" presStyleCnt="1">
        <dgm:presLayoutVars>
          <dgm:chPref val="3"/>
        </dgm:presLayoutVars>
      </dgm:prSet>
      <dgm:spPr/>
    </dgm:pt>
    <dgm:pt modelId="{AE92BAFB-B677-4D5D-A58D-FFA2383E1FD1}" type="pres">
      <dgm:prSet presAssocID="{1D3AFFF0-87E0-41AF-9587-577D47607F30}" presName="hierChild2" presStyleCnt="0"/>
      <dgm:spPr/>
    </dgm:pt>
    <dgm:pt modelId="{00275DF9-4862-4349-857A-D238C0F08817}" type="pres">
      <dgm:prSet presAssocID="{944703BA-DE8B-44BF-898A-9D577DF3CE6A}" presName="Name10" presStyleLbl="parChTrans1D2" presStyleIdx="0" presStyleCnt="3"/>
      <dgm:spPr/>
    </dgm:pt>
    <dgm:pt modelId="{D1EBD71C-083D-4798-9CDF-C60B72AB5EEA}" type="pres">
      <dgm:prSet presAssocID="{D53F8F63-4093-4829-BB74-C71750D0CB46}" presName="hierRoot2" presStyleCnt="0"/>
      <dgm:spPr/>
    </dgm:pt>
    <dgm:pt modelId="{FCAFC025-72CD-4964-A33E-08A4330C6473}" type="pres">
      <dgm:prSet presAssocID="{D53F8F63-4093-4829-BB74-C71750D0CB46}" presName="composite2" presStyleCnt="0"/>
      <dgm:spPr/>
    </dgm:pt>
    <dgm:pt modelId="{5FCE555D-A897-49E0-9130-57C9A9EE8917}" type="pres">
      <dgm:prSet presAssocID="{D53F8F63-4093-4829-BB74-C71750D0CB46}" presName="background2" presStyleLbl="node2" presStyleIdx="0" presStyleCnt="3"/>
      <dgm:spPr/>
    </dgm:pt>
    <dgm:pt modelId="{7AE95F25-5232-4E91-9E0E-86CE995ED199}" type="pres">
      <dgm:prSet presAssocID="{D53F8F63-4093-4829-BB74-C71750D0CB46}" presName="text2" presStyleLbl="fgAcc2" presStyleIdx="0" presStyleCnt="3">
        <dgm:presLayoutVars>
          <dgm:chPref val="3"/>
        </dgm:presLayoutVars>
      </dgm:prSet>
      <dgm:spPr/>
    </dgm:pt>
    <dgm:pt modelId="{77B85D09-364E-4CD9-97BE-7C9081BCE603}" type="pres">
      <dgm:prSet presAssocID="{D53F8F63-4093-4829-BB74-C71750D0CB46}" presName="hierChild3" presStyleCnt="0"/>
      <dgm:spPr/>
    </dgm:pt>
    <dgm:pt modelId="{9873CF8F-2372-49F3-9DE9-91DBE3412F46}" type="pres">
      <dgm:prSet presAssocID="{02AD1D01-EE38-471C-9298-F1940292CAD7}" presName="Name17" presStyleLbl="parChTrans1D3" presStyleIdx="0" presStyleCnt="7"/>
      <dgm:spPr/>
    </dgm:pt>
    <dgm:pt modelId="{2EA8235A-8957-4F68-BDFE-49515FFD7259}" type="pres">
      <dgm:prSet presAssocID="{B3EC136C-EEC9-4398-ABE4-A339F5EB8755}" presName="hierRoot3" presStyleCnt="0"/>
      <dgm:spPr/>
    </dgm:pt>
    <dgm:pt modelId="{87D16DD8-5E6D-410B-95A1-81CCE3225287}" type="pres">
      <dgm:prSet presAssocID="{B3EC136C-EEC9-4398-ABE4-A339F5EB8755}" presName="composite3" presStyleCnt="0"/>
      <dgm:spPr/>
    </dgm:pt>
    <dgm:pt modelId="{DF7F889C-1D0C-44F1-92B7-C3EA5F1AC971}" type="pres">
      <dgm:prSet presAssocID="{B3EC136C-EEC9-4398-ABE4-A339F5EB8755}" presName="background3" presStyleLbl="node3" presStyleIdx="0" presStyleCnt="7"/>
      <dgm:spPr/>
    </dgm:pt>
    <dgm:pt modelId="{205C32C6-40C4-42F5-8ED8-9D9B6FC27188}" type="pres">
      <dgm:prSet presAssocID="{B3EC136C-EEC9-4398-ABE4-A339F5EB8755}" presName="text3" presStyleLbl="fgAcc3" presStyleIdx="0" presStyleCnt="7">
        <dgm:presLayoutVars>
          <dgm:chPref val="3"/>
        </dgm:presLayoutVars>
      </dgm:prSet>
      <dgm:spPr/>
    </dgm:pt>
    <dgm:pt modelId="{E8A2E57C-B947-4A55-9432-CC0C62A91752}" type="pres">
      <dgm:prSet presAssocID="{B3EC136C-EEC9-4398-ABE4-A339F5EB8755}" presName="hierChild4" presStyleCnt="0"/>
      <dgm:spPr/>
    </dgm:pt>
    <dgm:pt modelId="{3EECFDB3-E735-4D21-BF6C-A3BC234599A1}" type="pres">
      <dgm:prSet presAssocID="{6F213C10-67E7-4E8D-B27E-553D1BC05737}" presName="Name17" presStyleLbl="parChTrans1D3" presStyleIdx="1" presStyleCnt="7"/>
      <dgm:spPr/>
    </dgm:pt>
    <dgm:pt modelId="{531D460D-E99F-4BBA-AF2F-7D3A698FC369}" type="pres">
      <dgm:prSet presAssocID="{1684C333-7923-43F6-9B77-0D62526313B5}" presName="hierRoot3" presStyleCnt="0"/>
      <dgm:spPr/>
    </dgm:pt>
    <dgm:pt modelId="{F17D9811-3F72-4930-9A32-943B45A4EAF0}" type="pres">
      <dgm:prSet presAssocID="{1684C333-7923-43F6-9B77-0D62526313B5}" presName="composite3" presStyleCnt="0"/>
      <dgm:spPr/>
    </dgm:pt>
    <dgm:pt modelId="{C1EED29D-7FA2-47A7-8FC3-95047349D2F8}" type="pres">
      <dgm:prSet presAssocID="{1684C333-7923-43F6-9B77-0D62526313B5}" presName="background3" presStyleLbl="node3" presStyleIdx="1" presStyleCnt="7"/>
      <dgm:spPr/>
    </dgm:pt>
    <dgm:pt modelId="{0F26E56F-52F5-4277-BF18-8C496767EA5A}" type="pres">
      <dgm:prSet presAssocID="{1684C333-7923-43F6-9B77-0D62526313B5}" presName="text3" presStyleLbl="fgAcc3" presStyleIdx="1" presStyleCnt="7">
        <dgm:presLayoutVars>
          <dgm:chPref val="3"/>
        </dgm:presLayoutVars>
      </dgm:prSet>
      <dgm:spPr/>
    </dgm:pt>
    <dgm:pt modelId="{12A1D643-C677-4495-BB33-78AE161C6536}" type="pres">
      <dgm:prSet presAssocID="{1684C333-7923-43F6-9B77-0D62526313B5}" presName="hierChild4" presStyleCnt="0"/>
      <dgm:spPr/>
    </dgm:pt>
    <dgm:pt modelId="{0D0DB610-D48E-44F8-92E8-9E8333A7DFA4}" type="pres">
      <dgm:prSet presAssocID="{896D4372-91AD-48D7-8F12-2F44D08A2BBF}" presName="Name10" presStyleLbl="parChTrans1D2" presStyleIdx="1" presStyleCnt="3"/>
      <dgm:spPr/>
    </dgm:pt>
    <dgm:pt modelId="{456071F7-A145-43D5-90DD-288B18C9B326}" type="pres">
      <dgm:prSet presAssocID="{8D861999-5986-4933-A595-043F7320953F}" presName="hierRoot2" presStyleCnt="0"/>
      <dgm:spPr/>
    </dgm:pt>
    <dgm:pt modelId="{DB1E8158-68A2-4D5C-AAD3-9A7E577CC2DD}" type="pres">
      <dgm:prSet presAssocID="{8D861999-5986-4933-A595-043F7320953F}" presName="composite2" presStyleCnt="0"/>
      <dgm:spPr/>
    </dgm:pt>
    <dgm:pt modelId="{74C58B10-E5C6-43D3-AEAD-BAB9F36929F7}" type="pres">
      <dgm:prSet presAssocID="{8D861999-5986-4933-A595-043F7320953F}" presName="background2" presStyleLbl="node2" presStyleIdx="1" presStyleCnt="3"/>
      <dgm:spPr/>
    </dgm:pt>
    <dgm:pt modelId="{C0E54C41-9B69-4F78-A7A0-25D602210C4E}" type="pres">
      <dgm:prSet presAssocID="{8D861999-5986-4933-A595-043F7320953F}" presName="text2" presStyleLbl="fgAcc2" presStyleIdx="1" presStyleCnt="3">
        <dgm:presLayoutVars>
          <dgm:chPref val="3"/>
        </dgm:presLayoutVars>
      </dgm:prSet>
      <dgm:spPr/>
    </dgm:pt>
    <dgm:pt modelId="{86E16C0C-67DE-4C5E-87DD-58A6D4A84EBC}" type="pres">
      <dgm:prSet presAssocID="{8D861999-5986-4933-A595-043F7320953F}" presName="hierChild3" presStyleCnt="0"/>
      <dgm:spPr/>
    </dgm:pt>
    <dgm:pt modelId="{69C8F1FE-FB64-4228-BF5C-582E5A979261}" type="pres">
      <dgm:prSet presAssocID="{00E07FFB-82FA-4683-9C75-8EBA8C0C092F}" presName="Name17" presStyleLbl="parChTrans1D3" presStyleIdx="2" presStyleCnt="7"/>
      <dgm:spPr/>
    </dgm:pt>
    <dgm:pt modelId="{48ED7861-5874-4357-A797-7AA6DA39B649}" type="pres">
      <dgm:prSet presAssocID="{54A6EE52-84FF-4D92-B969-8E79CBE8F0C5}" presName="hierRoot3" presStyleCnt="0"/>
      <dgm:spPr/>
    </dgm:pt>
    <dgm:pt modelId="{BA208008-DEF9-4D2F-87BF-8731E3B5C3FE}" type="pres">
      <dgm:prSet presAssocID="{54A6EE52-84FF-4D92-B969-8E79CBE8F0C5}" presName="composite3" presStyleCnt="0"/>
      <dgm:spPr/>
    </dgm:pt>
    <dgm:pt modelId="{C38DE57C-065B-40B2-BEBD-556290799360}" type="pres">
      <dgm:prSet presAssocID="{54A6EE52-84FF-4D92-B969-8E79CBE8F0C5}" presName="background3" presStyleLbl="node3" presStyleIdx="2" presStyleCnt="7"/>
      <dgm:spPr/>
    </dgm:pt>
    <dgm:pt modelId="{71BB4F7B-E13B-4DFE-B15D-7DED4959F594}" type="pres">
      <dgm:prSet presAssocID="{54A6EE52-84FF-4D92-B969-8E79CBE8F0C5}" presName="text3" presStyleLbl="fgAcc3" presStyleIdx="2" presStyleCnt="7">
        <dgm:presLayoutVars>
          <dgm:chPref val="3"/>
        </dgm:presLayoutVars>
      </dgm:prSet>
      <dgm:spPr/>
    </dgm:pt>
    <dgm:pt modelId="{0C42050C-5A75-4B00-88EE-3823E6F8571D}" type="pres">
      <dgm:prSet presAssocID="{54A6EE52-84FF-4D92-B969-8E79CBE8F0C5}" presName="hierChild4" presStyleCnt="0"/>
      <dgm:spPr/>
    </dgm:pt>
    <dgm:pt modelId="{A0DB35CD-D4D4-47CA-967D-3A952C83EEAE}" type="pres">
      <dgm:prSet presAssocID="{EEACB6C5-6B43-466E-B148-19853C4B9324}" presName="Name17" presStyleLbl="parChTrans1D3" presStyleIdx="3" presStyleCnt="7"/>
      <dgm:spPr/>
    </dgm:pt>
    <dgm:pt modelId="{B3624FEA-4D5A-4576-8A86-7FA00E19C4BF}" type="pres">
      <dgm:prSet presAssocID="{26633E29-AB92-4650-8055-88D54ED55BE2}" presName="hierRoot3" presStyleCnt="0"/>
      <dgm:spPr/>
    </dgm:pt>
    <dgm:pt modelId="{207723D4-6B9A-4930-804D-394D4943FDCD}" type="pres">
      <dgm:prSet presAssocID="{26633E29-AB92-4650-8055-88D54ED55BE2}" presName="composite3" presStyleCnt="0"/>
      <dgm:spPr/>
    </dgm:pt>
    <dgm:pt modelId="{7B2F6CF9-9255-49A1-8E44-6AD561BC6432}" type="pres">
      <dgm:prSet presAssocID="{26633E29-AB92-4650-8055-88D54ED55BE2}" presName="background3" presStyleLbl="node3" presStyleIdx="3" presStyleCnt="7"/>
      <dgm:spPr/>
    </dgm:pt>
    <dgm:pt modelId="{99927BCA-4CF8-44DE-9F8A-BB4AB6050C8E}" type="pres">
      <dgm:prSet presAssocID="{26633E29-AB92-4650-8055-88D54ED55BE2}" presName="text3" presStyleLbl="fgAcc3" presStyleIdx="3" presStyleCnt="7">
        <dgm:presLayoutVars>
          <dgm:chPref val="3"/>
        </dgm:presLayoutVars>
      </dgm:prSet>
      <dgm:spPr/>
    </dgm:pt>
    <dgm:pt modelId="{F0D2CCC7-C570-458E-B5D1-844C841D7828}" type="pres">
      <dgm:prSet presAssocID="{26633E29-AB92-4650-8055-88D54ED55BE2}" presName="hierChild4" presStyleCnt="0"/>
      <dgm:spPr/>
    </dgm:pt>
    <dgm:pt modelId="{EF847DB8-DFD3-47E7-B8A5-8C666BF5466B}" type="pres">
      <dgm:prSet presAssocID="{0B9D80D4-13B4-49C5-B4B8-FA4847FF408D}" presName="Name17" presStyleLbl="parChTrans1D3" presStyleIdx="4" presStyleCnt="7"/>
      <dgm:spPr/>
    </dgm:pt>
    <dgm:pt modelId="{B2414E3A-4C5E-49AF-B3D0-DDF537730C8F}" type="pres">
      <dgm:prSet presAssocID="{AAF4F1E5-05EF-40A4-B043-A0C4F066363B}" presName="hierRoot3" presStyleCnt="0"/>
      <dgm:spPr/>
    </dgm:pt>
    <dgm:pt modelId="{962F4D84-679D-47D9-BD99-DF1EED9B766D}" type="pres">
      <dgm:prSet presAssocID="{AAF4F1E5-05EF-40A4-B043-A0C4F066363B}" presName="composite3" presStyleCnt="0"/>
      <dgm:spPr/>
    </dgm:pt>
    <dgm:pt modelId="{3351E779-F6C9-46C2-99D4-4EED2259D109}" type="pres">
      <dgm:prSet presAssocID="{AAF4F1E5-05EF-40A4-B043-A0C4F066363B}" presName="background3" presStyleLbl="node3" presStyleIdx="4" presStyleCnt="7"/>
      <dgm:spPr/>
    </dgm:pt>
    <dgm:pt modelId="{6C8D6570-F4A1-424C-B484-E260E47E5F6E}" type="pres">
      <dgm:prSet presAssocID="{AAF4F1E5-05EF-40A4-B043-A0C4F066363B}" presName="text3" presStyleLbl="fgAcc3" presStyleIdx="4" presStyleCnt="7">
        <dgm:presLayoutVars>
          <dgm:chPref val="3"/>
        </dgm:presLayoutVars>
      </dgm:prSet>
      <dgm:spPr/>
    </dgm:pt>
    <dgm:pt modelId="{065098DD-7A5C-4D93-BABA-7B6D7EEB3393}" type="pres">
      <dgm:prSet presAssocID="{AAF4F1E5-05EF-40A4-B043-A0C4F066363B}" presName="hierChild4" presStyleCnt="0"/>
      <dgm:spPr/>
    </dgm:pt>
    <dgm:pt modelId="{6113BFF0-3856-485B-A4A8-E2645871275F}" type="pres">
      <dgm:prSet presAssocID="{8A58056D-B14E-41EE-A4D0-60628552731F}" presName="Name10" presStyleLbl="parChTrans1D2" presStyleIdx="2" presStyleCnt="3"/>
      <dgm:spPr/>
    </dgm:pt>
    <dgm:pt modelId="{8691C558-9DCF-4FE9-9C1B-5A8596C5C248}" type="pres">
      <dgm:prSet presAssocID="{5331D2D5-186E-4A7D-B7BF-96688948B44C}" presName="hierRoot2" presStyleCnt="0"/>
      <dgm:spPr/>
    </dgm:pt>
    <dgm:pt modelId="{E532134F-F76F-433F-A9CB-3D693023C4A7}" type="pres">
      <dgm:prSet presAssocID="{5331D2D5-186E-4A7D-B7BF-96688948B44C}" presName="composite2" presStyleCnt="0"/>
      <dgm:spPr/>
    </dgm:pt>
    <dgm:pt modelId="{90DE277B-6820-45E8-ABC1-436200024406}" type="pres">
      <dgm:prSet presAssocID="{5331D2D5-186E-4A7D-B7BF-96688948B44C}" presName="background2" presStyleLbl="node2" presStyleIdx="2" presStyleCnt="3"/>
      <dgm:spPr/>
    </dgm:pt>
    <dgm:pt modelId="{EA96700A-3EAB-49D1-B0E5-DFF233E1E67E}" type="pres">
      <dgm:prSet presAssocID="{5331D2D5-186E-4A7D-B7BF-96688948B44C}" presName="text2" presStyleLbl="fgAcc2" presStyleIdx="2" presStyleCnt="3">
        <dgm:presLayoutVars>
          <dgm:chPref val="3"/>
        </dgm:presLayoutVars>
      </dgm:prSet>
      <dgm:spPr/>
    </dgm:pt>
    <dgm:pt modelId="{83E21ECF-43F5-4CFD-917F-623363BEF3E5}" type="pres">
      <dgm:prSet presAssocID="{5331D2D5-186E-4A7D-B7BF-96688948B44C}" presName="hierChild3" presStyleCnt="0"/>
      <dgm:spPr/>
    </dgm:pt>
    <dgm:pt modelId="{1E9DA51D-772A-44B0-AD7D-D71601FDE07D}" type="pres">
      <dgm:prSet presAssocID="{85ABFA9C-5D45-4705-8D55-1B01EBB6C323}" presName="Name17" presStyleLbl="parChTrans1D3" presStyleIdx="5" presStyleCnt="7"/>
      <dgm:spPr/>
    </dgm:pt>
    <dgm:pt modelId="{6E49A688-711C-4B64-A0B2-24DAAE1D1FDD}" type="pres">
      <dgm:prSet presAssocID="{5CE24B44-D6E9-4EF8-AE7B-89573C2B72FF}" presName="hierRoot3" presStyleCnt="0"/>
      <dgm:spPr/>
    </dgm:pt>
    <dgm:pt modelId="{649AC84B-9822-44FE-88D9-B051029206D4}" type="pres">
      <dgm:prSet presAssocID="{5CE24B44-D6E9-4EF8-AE7B-89573C2B72FF}" presName="composite3" presStyleCnt="0"/>
      <dgm:spPr/>
    </dgm:pt>
    <dgm:pt modelId="{35EE64AD-1C4D-4923-9C3A-F5855164B8E3}" type="pres">
      <dgm:prSet presAssocID="{5CE24B44-D6E9-4EF8-AE7B-89573C2B72FF}" presName="background3" presStyleLbl="node3" presStyleIdx="5" presStyleCnt="7"/>
      <dgm:spPr/>
    </dgm:pt>
    <dgm:pt modelId="{CD463962-C8DA-4EEB-962F-4FFE8591FAF3}" type="pres">
      <dgm:prSet presAssocID="{5CE24B44-D6E9-4EF8-AE7B-89573C2B72FF}" presName="text3" presStyleLbl="fgAcc3" presStyleIdx="5" presStyleCnt="7">
        <dgm:presLayoutVars>
          <dgm:chPref val="3"/>
        </dgm:presLayoutVars>
      </dgm:prSet>
      <dgm:spPr/>
    </dgm:pt>
    <dgm:pt modelId="{E1F2C884-CE1C-44D2-9271-EC73FE0E0ED7}" type="pres">
      <dgm:prSet presAssocID="{5CE24B44-D6E9-4EF8-AE7B-89573C2B72FF}" presName="hierChild4" presStyleCnt="0"/>
      <dgm:spPr/>
    </dgm:pt>
    <dgm:pt modelId="{0FFC99AD-2BA8-48C6-9819-DC36FF7DCAD0}" type="pres">
      <dgm:prSet presAssocID="{88E8A79C-7C8C-4C98-9676-5692E6CCF224}" presName="Name17" presStyleLbl="parChTrans1D3" presStyleIdx="6" presStyleCnt="7"/>
      <dgm:spPr/>
    </dgm:pt>
    <dgm:pt modelId="{92748940-C26B-4778-B036-EAD5E3D8597D}" type="pres">
      <dgm:prSet presAssocID="{00549072-656E-4D2B-B91D-031E53FF144C}" presName="hierRoot3" presStyleCnt="0"/>
      <dgm:spPr/>
    </dgm:pt>
    <dgm:pt modelId="{DE89D34C-2C21-4D82-920D-1EDEF063DD20}" type="pres">
      <dgm:prSet presAssocID="{00549072-656E-4D2B-B91D-031E53FF144C}" presName="composite3" presStyleCnt="0"/>
      <dgm:spPr/>
    </dgm:pt>
    <dgm:pt modelId="{DBA76714-5C33-4AA1-8515-FA044AD90317}" type="pres">
      <dgm:prSet presAssocID="{00549072-656E-4D2B-B91D-031E53FF144C}" presName="background3" presStyleLbl="node3" presStyleIdx="6" presStyleCnt="7"/>
      <dgm:spPr/>
    </dgm:pt>
    <dgm:pt modelId="{C4791A95-20EC-42C2-99C0-941E9EDBE678}" type="pres">
      <dgm:prSet presAssocID="{00549072-656E-4D2B-B91D-031E53FF144C}" presName="text3" presStyleLbl="fgAcc3" presStyleIdx="6" presStyleCnt="7">
        <dgm:presLayoutVars>
          <dgm:chPref val="3"/>
        </dgm:presLayoutVars>
      </dgm:prSet>
      <dgm:spPr/>
    </dgm:pt>
    <dgm:pt modelId="{B9D272E9-A60A-48CE-8FA1-59A9DFF20D87}" type="pres">
      <dgm:prSet presAssocID="{00549072-656E-4D2B-B91D-031E53FF144C}" presName="hierChild4" presStyleCnt="0"/>
      <dgm:spPr/>
    </dgm:pt>
  </dgm:ptLst>
  <dgm:cxnLst>
    <dgm:cxn modelId="{6DC4AD04-0F65-4774-A1B4-3C678FB28B35}" type="presOf" srcId="{5331D2D5-186E-4A7D-B7BF-96688948B44C}" destId="{EA96700A-3EAB-49D1-B0E5-DFF233E1E67E}" srcOrd="0" destOrd="0" presId="urn:microsoft.com/office/officeart/2005/8/layout/hierarchy1"/>
    <dgm:cxn modelId="{D85FF914-79E1-489D-BEB0-2DDEA10E256C}" type="presOf" srcId="{5CE24B44-D6E9-4EF8-AE7B-89573C2B72FF}" destId="{CD463962-C8DA-4EEB-962F-4FFE8591FAF3}" srcOrd="0" destOrd="0" presId="urn:microsoft.com/office/officeart/2005/8/layout/hierarchy1"/>
    <dgm:cxn modelId="{998EB419-884D-4C4E-9C54-3C48E31D86AC}" srcId="{DF310642-AF78-4539-AA2E-F9BD8922CD48}" destId="{1D3AFFF0-87E0-41AF-9587-577D47607F30}" srcOrd="0" destOrd="0" parTransId="{5F3779AD-428B-41A0-A1BA-425F5E87A59F}" sibTransId="{62183662-C49C-4CA7-8E0F-3533DB26CD13}"/>
    <dgm:cxn modelId="{250B2621-245A-4CDB-A99C-14E18D3F5821}" type="presOf" srcId="{B3EC136C-EEC9-4398-ABE4-A339F5EB8755}" destId="{205C32C6-40C4-42F5-8ED8-9D9B6FC27188}" srcOrd="0" destOrd="0" presId="urn:microsoft.com/office/officeart/2005/8/layout/hierarchy1"/>
    <dgm:cxn modelId="{88D25522-C8D3-43D6-858A-9559180A3615}" type="presOf" srcId="{AAF4F1E5-05EF-40A4-B043-A0C4F066363B}" destId="{6C8D6570-F4A1-424C-B484-E260E47E5F6E}" srcOrd="0" destOrd="0" presId="urn:microsoft.com/office/officeart/2005/8/layout/hierarchy1"/>
    <dgm:cxn modelId="{F7E38423-63D3-4A03-B1BE-175C777BFAF1}" type="presOf" srcId="{02AD1D01-EE38-471C-9298-F1940292CAD7}" destId="{9873CF8F-2372-49F3-9DE9-91DBE3412F46}" srcOrd="0" destOrd="0" presId="urn:microsoft.com/office/officeart/2005/8/layout/hierarchy1"/>
    <dgm:cxn modelId="{A371C125-2259-4D79-86B3-F845DF5FF11B}" type="presOf" srcId="{85ABFA9C-5D45-4705-8D55-1B01EBB6C323}" destId="{1E9DA51D-772A-44B0-AD7D-D71601FDE07D}" srcOrd="0" destOrd="0" presId="urn:microsoft.com/office/officeart/2005/8/layout/hierarchy1"/>
    <dgm:cxn modelId="{123CC83F-52FE-4CF4-805B-1A493633CD9B}" type="presOf" srcId="{8D861999-5986-4933-A595-043F7320953F}" destId="{C0E54C41-9B69-4F78-A7A0-25D602210C4E}" srcOrd="0" destOrd="0" presId="urn:microsoft.com/office/officeart/2005/8/layout/hierarchy1"/>
    <dgm:cxn modelId="{5906C962-A3A2-466C-A43B-16BC910D14FA}" srcId="{8D861999-5986-4933-A595-043F7320953F}" destId="{26633E29-AB92-4650-8055-88D54ED55BE2}" srcOrd="1" destOrd="0" parTransId="{EEACB6C5-6B43-466E-B148-19853C4B9324}" sibTransId="{59AFF3AB-5361-4D43-82BE-703092E0B64D}"/>
    <dgm:cxn modelId="{0F32394A-DC64-4202-BC90-3A84139D69B2}" srcId="{D53F8F63-4093-4829-BB74-C71750D0CB46}" destId="{B3EC136C-EEC9-4398-ABE4-A339F5EB8755}" srcOrd="0" destOrd="0" parTransId="{02AD1D01-EE38-471C-9298-F1940292CAD7}" sibTransId="{B26FE18D-3451-4A3E-87D2-6B0E461976AA}"/>
    <dgm:cxn modelId="{D432DF6D-7E43-44BD-95FB-7F2A4BEBD9BF}" type="presOf" srcId="{896D4372-91AD-48D7-8F12-2F44D08A2BBF}" destId="{0D0DB610-D48E-44F8-92E8-9E8333A7DFA4}" srcOrd="0" destOrd="0" presId="urn:microsoft.com/office/officeart/2005/8/layout/hierarchy1"/>
    <dgm:cxn modelId="{F49D6D56-934D-48F8-BB12-0B28FD46FA4C}" srcId="{8D861999-5986-4933-A595-043F7320953F}" destId="{54A6EE52-84FF-4D92-B969-8E79CBE8F0C5}" srcOrd="0" destOrd="0" parTransId="{00E07FFB-82FA-4683-9C75-8EBA8C0C092F}" sibTransId="{F16EC0B4-CC2C-43C3-901C-B806FCA21B0F}"/>
    <dgm:cxn modelId="{4685FA84-F24A-4A90-99A3-167D9816DA07}" type="presOf" srcId="{0B9D80D4-13B4-49C5-B4B8-FA4847FF408D}" destId="{EF847DB8-DFD3-47E7-B8A5-8C666BF5466B}" srcOrd="0" destOrd="0" presId="urn:microsoft.com/office/officeart/2005/8/layout/hierarchy1"/>
    <dgm:cxn modelId="{FE6E6288-22ED-46D5-950E-59627C2F882B}" type="presOf" srcId="{00549072-656E-4D2B-B91D-031E53FF144C}" destId="{C4791A95-20EC-42C2-99C0-941E9EDBE678}" srcOrd="0" destOrd="0" presId="urn:microsoft.com/office/officeart/2005/8/layout/hierarchy1"/>
    <dgm:cxn modelId="{9C3F9A8A-19A8-4A70-9C88-327433CA0875}" type="presOf" srcId="{26633E29-AB92-4650-8055-88D54ED55BE2}" destId="{99927BCA-4CF8-44DE-9F8A-BB4AB6050C8E}" srcOrd="0" destOrd="0" presId="urn:microsoft.com/office/officeart/2005/8/layout/hierarchy1"/>
    <dgm:cxn modelId="{561F128E-9537-487F-A048-ECE44F0BDA1A}" srcId="{D53F8F63-4093-4829-BB74-C71750D0CB46}" destId="{1684C333-7923-43F6-9B77-0D62526313B5}" srcOrd="1" destOrd="0" parTransId="{6F213C10-67E7-4E8D-B27E-553D1BC05737}" sibTransId="{82D34320-E142-4A0D-B10E-BD52A42A52E1}"/>
    <dgm:cxn modelId="{C21524A1-40DD-4E2B-BD71-0E948BE12962}" type="presOf" srcId="{DF310642-AF78-4539-AA2E-F9BD8922CD48}" destId="{4B1EB1E7-E7DE-4316-B143-6298166239AD}" srcOrd="0" destOrd="0" presId="urn:microsoft.com/office/officeart/2005/8/layout/hierarchy1"/>
    <dgm:cxn modelId="{E979A3A3-580E-423D-A0CF-0E3793499AFE}" type="presOf" srcId="{8A58056D-B14E-41EE-A4D0-60628552731F}" destId="{6113BFF0-3856-485B-A4A8-E2645871275F}" srcOrd="0" destOrd="0" presId="urn:microsoft.com/office/officeart/2005/8/layout/hierarchy1"/>
    <dgm:cxn modelId="{8EE928A7-BF47-4EA4-8A5E-95A9AF1C417B}" type="presOf" srcId="{6F213C10-67E7-4E8D-B27E-553D1BC05737}" destId="{3EECFDB3-E735-4D21-BF6C-A3BC234599A1}" srcOrd="0" destOrd="0" presId="urn:microsoft.com/office/officeart/2005/8/layout/hierarchy1"/>
    <dgm:cxn modelId="{BF8092A8-5AC4-49C3-B78D-BF2E619ADE49}" srcId="{1D3AFFF0-87E0-41AF-9587-577D47607F30}" destId="{D53F8F63-4093-4829-BB74-C71750D0CB46}" srcOrd="0" destOrd="0" parTransId="{944703BA-DE8B-44BF-898A-9D577DF3CE6A}" sibTransId="{F6B65A73-3963-465F-AB7C-EAC1AE6EEE29}"/>
    <dgm:cxn modelId="{BC70A1B1-6C69-4AC6-88EC-D00F5EE92165}" srcId="{1D3AFFF0-87E0-41AF-9587-577D47607F30}" destId="{8D861999-5986-4933-A595-043F7320953F}" srcOrd="1" destOrd="0" parTransId="{896D4372-91AD-48D7-8F12-2F44D08A2BBF}" sibTransId="{3C2D724A-4C90-4807-87E2-B953BCC46EFD}"/>
    <dgm:cxn modelId="{26A5A2B8-C7E8-456A-929E-80649A6DFF56}" type="presOf" srcId="{1D3AFFF0-87E0-41AF-9587-577D47607F30}" destId="{27DCDAFB-9D99-4665-ADBB-63466E903D4A}" srcOrd="0" destOrd="0" presId="urn:microsoft.com/office/officeart/2005/8/layout/hierarchy1"/>
    <dgm:cxn modelId="{4C59DABB-4FF8-4ADB-87B3-013B8F835AA7}" type="presOf" srcId="{54A6EE52-84FF-4D92-B969-8E79CBE8F0C5}" destId="{71BB4F7B-E13B-4DFE-B15D-7DED4959F594}" srcOrd="0" destOrd="0" presId="urn:microsoft.com/office/officeart/2005/8/layout/hierarchy1"/>
    <dgm:cxn modelId="{0C21F0C1-956C-47DE-B419-7DC38E22D9DA}" type="presOf" srcId="{88E8A79C-7C8C-4C98-9676-5692E6CCF224}" destId="{0FFC99AD-2BA8-48C6-9819-DC36FF7DCAD0}" srcOrd="0" destOrd="0" presId="urn:microsoft.com/office/officeart/2005/8/layout/hierarchy1"/>
    <dgm:cxn modelId="{EFD9D6C9-CDC3-42EE-BFA9-76525A0D897B}" srcId="{5331D2D5-186E-4A7D-B7BF-96688948B44C}" destId="{5CE24B44-D6E9-4EF8-AE7B-89573C2B72FF}" srcOrd="0" destOrd="0" parTransId="{85ABFA9C-5D45-4705-8D55-1B01EBB6C323}" sibTransId="{67C56C2C-140E-40F4-AD8E-F0728871100A}"/>
    <dgm:cxn modelId="{2DD6DCCB-5E38-4203-AB39-5486E3744E92}" type="presOf" srcId="{1684C333-7923-43F6-9B77-0D62526313B5}" destId="{0F26E56F-52F5-4277-BF18-8C496767EA5A}" srcOrd="0" destOrd="0" presId="urn:microsoft.com/office/officeart/2005/8/layout/hierarchy1"/>
    <dgm:cxn modelId="{53D57FCD-35EC-47B6-989E-431843DCAE04}" type="presOf" srcId="{944703BA-DE8B-44BF-898A-9D577DF3CE6A}" destId="{00275DF9-4862-4349-857A-D238C0F08817}" srcOrd="0" destOrd="0" presId="urn:microsoft.com/office/officeart/2005/8/layout/hierarchy1"/>
    <dgm:cxn modelId="{DB4DD1CF-70FC-4372-AFDE-AE22D2333CF7}" type="presOf" srcId="{D53F8F63-4093-4829-BB74-C71750D0CB46}" destId="{7AE95F25-5232-4E91-9E0E-86CE995ED199}" srcOrd="0" destOrd="0" presId="urn:microsoft.com/office/officeart/2005/8/layout/hierarchy1"/>
    <dgm:cxn modelId="{226830DD-98BB-4B3C-9F2F-174E64C679DB}" srcId="{5331D2D5-186E-4A7D-B7BF-96688948B44C}" destId="{00549072-656E-4D2B-B91D-031E53FF144C}" srcOrd="1" destOrd="0" parTransId="{88E8A79C-7C8C-4C98-9676-5692E6CCF224}" sibTransId="{E5F2FA66-2F44-4434-B341-C05F34728E48}"/>
    <dgm:cxn modelId="{342C96E9-07F8-4708-AEE9-508D9DF315B9}" type="presOf" srcId="{00E07FFB-82FA-4683-9C75-8EBA8C0C092F}" destId="{69C8F1FE-FB64-4228-BF5C-582E5A979261}" srcOrd="0" destOrd="0" presId="urn:microsoft.com/office/officeart/2005/8/layout/hierarchy1"/>
    <dgm:cxn modelId="{3A3F35EE-6D72-4014-985E-40C492F86354}" type="presOf" srcId="{EEACB6C5-6B43-466E-B148-19853C4B9324}" destId="{A0DB35CD-D4D4-47CA-967D-3A952C83EEAE}" srcOrd="0" destOrd="0" presId="urn:microsoft.com/office/officeart/2005/8/layout/hierarchy1"/>
    <dgm:cxn modelId="{C38CCFFB-62E1-4E03-BCE4-9497B035AE94}" srcId="{1D3AFFF0-87E0-41AF-9587-577D47607F30}" destId="{5331D2D5-186E-4A7D-B7BF-96688948B44C}" srcOrd="2" destOrd="0" parTransId="{8A58056D-B14E-41EE-A4D0-60628552731F}" sibTransId="{AD2D90A5-7A29-489C-B2A6-EF11CC6DEFD9}"/>
    <dgm:cxn modelId="{8454EBFF-AF7C-4D20-8218-B0239263E492}" srcId="{8D861999-5986-4933-A595-043F7320953F}" destId="{AAF4F1E5-05EF-40A4-B043-A0C4F066363B}" srcOrd="2" destOrd="0" parTransId="{0B9D80D4-13B4-49C5-B4B8-FA4847FF408D}" sibTransId="{21FBD31F-7E4E-4624-8610-431B18982D6D}"/>
    <dgm:cxn modelId="{B75F633D-EF1F-492C-A185-EC53ECA9D128}" type="presParOf" srcId="{4B1EB1E7-E7DE-4316-B143-6298166239AD}" destId="{BA68516A-82F1-4C6A-AB55-5E3816321EDE}" srcOrd="0" destOrd="0" presId="urn:microsoft.com/office/officeart/2005/8/layout/hierarchy1"/>
    <dgm:cxn modelId="{DE60CAE8-CEAB-438F-9DDF-0795A20BA216}" type="presParOf" srcId="{BA68516A-82F1-4C6A-AB55-5E3816321EDE}" destId="{0E43E6CD-C2B4-4F0A-8647-8DF2FB6D2BCC}" srcOrd="0" destOrd="0" presId="urn:microsoft.com/office/officeart/2005/8/layout/hierarchy1"/>
    <dgm:cxn modelId="{DDB552E5-CA24-4596-A78C-04387733F438}" type="presParOf" srcId="{0E43E6CD-C2B4-4F0A-8647-8DF2FB6D2BCC}" destId="{941F23F8-BC01-4CFE-8097-DB5D4D90AAAB}" srcOrd="0" destOrd="0" presId="urn:microsoft.com/office/officeart/2005/8/layout/hierarchy1"/>
    <dgm:cxn modelId="{269473B6-53F9-47D6-9C37-F809C6AC2A33}" type="presParOf" srcId="{0E43E6CD-C2B4-4F0A-8647-8DF2FB6D2BCC}" destId="{27DCDAFB-9D99-4665-ADBB-63466E903D4A}" srcOrd="1" destOrd="0" presId="urn:microsoft.com/office/officeart/2005/8/layout/hierarchy1"/>
    <dgm:cxn modelId="{F1B5AA20-57A8-4FAA-B288-EEB1CA90B071}" type="presParOf" srcId="{BA68516A-82F1-4C6A-AB55-5E3816321EDE}" destId="{AE92BAFB-B677-4D5D-A58D-FFA2383E1FD1}" srcOrd="1" destOrd="0" presId="urn:microsoft.com/office/officeart/2005/8/layout/hierarchy1"/>
    <dgm:cxn modelId="{8E121C13-2C9A-4D57-AD0E-84BCDE231071}" type="presParOf" srcId="{AE92BAFB-B677-4D5D-A58D-FFA2383E1FD1}" destId="{00275DF9-4862-4349-857A-D238C0F08817}" srcOrd="0" destOrd="0" presId="urn:microsoft.com/office/officeart/2005/8/layout/hierarchy1"/>
    <dgm:cxn modelId="{F72F0FF1-5094-471B-8FCF-E2A2B2B156B5}" type="presParOf" srcId="{AE92BAFB-B677-4D5D-A58D-FFA2383E1FD1}" destId="{D1EBD71C-083D-4798-9CDF-C60B72AB5EEA}" srcOrd="1" destOrd="0" presId="urn:microsoft.com/office/officeart/2005/8/layout/hierarchy1"/>
    <dgm:cxn modelId="{B93BC081-A64D-4482-B2A6-E9D2CB8DB4A6}" type="presParOf" srcId="{D1EBD71C-083D-4798-9CDF-C60B72AB5EEA}" destId="{FCAFC025-72CD-4964-A33E-08A4330C6473}" srcOrd="0" destOrd="0" presId="urn:microsoft.com/office/officeart/2005/8/layout/hierarchy1"/>
    <dgm:cxn modelId="{A78D6FD6-7630-4E86-9EF1-AB0C7F2DDFF8}" type="presParOf" srcId="{FCAFC025-72CD-4964-A33E-08A4330C6473}" destId="{5FCE555D-A897-49E0-9130-57C9A9EE8917}" srcOrd="0" destOrd="0" presId="urn:microsoft.com/office/officeart/2005/8/layout/hierarchy1"/>
    <dgm:cxn modelId="{5B64EFA9-360F-4C19-BEEC-AFAAB57F39DB}" type="presParOf" srcId="{FCAFC025-72CD-4964-A33E-08A4330C6473}" destId="{7AE95F25-5232-4E91-9E0E-86CE995ED199}" srcOrd="1" destOrd="0" presId="urn:microsoft.com/office/officeart/2005/8/layout/hierarchy1"/>
    <dgm:cxn modelId="{FAB0DC26-2C91-4678-82DF-48F562796200}" type="presParOf" srcId="{D1EBD71C-083D-4798-9CDF-C60B72AB5EEA}" destId="{77B85D09-364E-4CD9-97BE-7C9081BCE603}" srcOrd="1" destOrd="0" presId="urn:microsoft.com/office/officeart/2005/8/layout/hierarchy1"/>
    <dgm:cxn modelId="{268EF6A8-87EB-4B80-B9F1-E6F02C262286}" type="presParOf" srcId="{77B85D09-364E-4CD9-97BE-7C9081BCE603}" destId="{9873CF8F-2372-49F3-9DE9-91DBE3412F46}" srcOrd="0" destOrd="0" presId="urn:microsoft.com/office/officeart/2005/8/layout/hierarchy1"/>
    <dgm:cxn modelId="{97AE39F6-0F01-4243-8975-633A20C18E3A}" type="presParOf" srcId="{77B85D09-364E-4CD9-97BE-7C9081BCE603}" destId="{2EA8235A-8957-4F68-BDFE-49515FFD7259}" srcOrd="1" destOrd="0" presId="urn:microsoft.com/office/officeart/2005/8/layout/hierarchy1"/>
    <dgm:cxn modelId="{EA20F221-EA75-484A-ABFD-089D3DD8BD42}" type="presParOf" srcId="{2EA8235A-8957-4F68-BDFE-49515FFD7259}" destId="{87D16DD8-5E6D-410B-95A1-81CCE3225287}" srcOrd="0" destOrd="0" presId="urn:microsoft.com/office/officeart/2005/8/layout/hierarchy1"/>
    <dgm:cxn modelId="{87676612-C06A-4339-A9C9-449DC58427C3}" type="presParOf" srcId="{87D16DD8-5E6D-410B-95A1-81CCE3225287}" destId="{DF7F889C-1D0C-44F1-92B7-C3EA5F1AC971}" srcOrd="0" destOrd="0" presId="urn:microsoft.com/office/officeart/2005/8/layout/hierarchy1"/>
    <dgm:cxn modelId="{E3A1A3E0-4583-4B68-BE66-3984B1BEDE29}" type="presParOf" srcId="{87D16DD8-5E6D-410B-95A1-81CCE3225287}" destId="{205C32C6-40C4-42F5-8ED8-9D9B6FC27188}" srcOrd="1" destOrd="0" presId="urn:microsoft.com/office/officeart/2005/8/layout/hierarchy1"/>
    <dgm:cxn modelId="{6F1606C1-7566-4A5F-B0A0-FC074AC43D12}" type="presParOf" srcId="{2EA8235A-8957-4F68-BDFE-49515FFD7259}" destId="{E8A2E57C-B947-4A55-9432-CC0C62A91752}" srcOrd="1" destOrd="0" presId="urn:microsoft.com/office/officeart/2005/8/layout/hierarchy1"/>
    <dgm:cxn modelId="{80466217-8193-47E7-A6E1-1FB58A533704}" type="presParOf" srcId="{77B85D09-364E-4CD9-97BE-7C9081BCE603}" destId="{3EECFDB3-E735-4D21-BF6C-A3BC234599A1}" srcOrd="2" destOrd="0" presId="urn:microsoft.com/office/officeart/2005/8/layout/hierarchy1"/>
    <dgm:cxn modelId="{0B6B7B6B-F200-487A-AA1D-668670316F17}" type="presParOf" srcId="{77B85D09-364E-4CD9-97BE-7C9081BCE603}" destId="{531D460D-E99F-4BBA-AF2F-7D3A698FC369}" srcOrd="3" destOrd="0" presId="urn:microsoft.com/office/officeart/2005/8/layout/hierarchy1"/>
    <dgm:cxn modelId="{B5FC7D7E-6099-4413-B746-B88C21D4D603}" type="presParOf" srcId="{531D460D-E99F-4BBA-AF2F-7D3A698FC369}" destId="{F17D9811-3F72-4930-9A32-943B45A4EAF0}" srcOrd="0" destOrd="0" presId="urn:microsoft.com/office/officeart/2005/8/layout/hierarchy1"/>
    <dgm:cxn modelId="{E21E271E-6E0E-4C6A-BC1E-034B6B16CB29}" type="presParOf" srcId="{F17D9811-3F72-4930-9A32-943B45A4EAF0}" destId="{C1EED29D-7FA2-47A7-8FC3-95047349D2F8}" srcOrd="0" destOrd="0" presId="urn:microsoft.com/office/officeart/2005/8/layout/hierarchy1"/>
    <dgm:cxn modelId="{20651612-AE93-4532-B8CE-1E1CF0C53937}" type="presParOf" srcId="{F17D9811-3F72-4930-9A32-943B45A4EAF0}" destId="{0F26E56F-52F5-4277-BF18-8C496767EA5A}" srcOrd="1" destOrd="0" presId="urn:microsoft.com/office/officeart/2005/8/layout/hierarchy1"/>
    <dgm:cxn modelId="{0B92E9F5-6900-4395-B813-458896E7C159}" type="presParOf" srcId="{531D460D-E99F-4BBA-AF2F-7D3A698FC369}" destId="{12A1D643-C677-4495-BB33-78AE161C6536}" srcOrd="1" destOrd="0" presId="urn:microsoft.com/office/officeart/2005/8/layout/hierarchy1"/>
    <dgm:cxn modelId="{A1D99AAA-8E94-4ED6-9DCE-D7096DEADB9F}" type="presParOf" srcId="{AE92BAFB-B677-4D5D-A58D-FFA2383E1FD1}" destId="{0D0DB610-D48E-44F8-92E8-9E8333A7DFA4}" srcOrd="2" destOrd="0" presId="urn:microsoft.com/office/officeart/2005/8/layout/hierarchy1"/>
    <dgm:cxn modelId="{AAD6E81B-2EF6-4D6E-AD7E-2A89431D11FF}" type="presParOf" srcId="{AE92BAFB-B677-4D5D-A58D-FFA2383E1FD1}" destId="{456071F7-A145-43D5-90DD-288B18C9B326}" srcOrd="3" destOrd="0" presId="urn:microsoft.com/office/officeart/2005/8/layout/hierarchy1"/>
    <dgm:cxn modelId="{E75C0A2C-0D58-4CC9-A091-6AB7406656DF}" type="presParOf" srcId="{456071F7-A145-43D5-90DD-288B18C9B326}" destId="{DB1E8158-68A2-4D5C-AAD3-9A7E577CC2DD}" srcOrd="0" destOrd="0" presId="urn:microsoft.com/office/officeart/2005/8/layout/hierarchy1"/>
    <dgm:cxn modelId="{559CF09F-A7F5-4751-8D99-4EC39D2F2FAA}" type="presParOf" srcId="{DB1E8158-68A2-4D5C-AAD3-9A7E577CC2DD}" destId="{74C58B10-E5C6-43D3-AEAD-BAB9F36929F7}" srcOrd="0" destOrd="0" presId="urn:microsoft.com/office/officeart/2005/8/layout/hierarchy1"/>
    <dgm:cxn modelId="{78849E14-C11B-43CF-8EDC-735AE9473C8B}" type="presParOf" srcId="{DB1E8158-68A2-4D5C-AAD3-9A7E577CC2DD}" destId="{C0E54C41-9B69-4F78-A7A0-25D602210C4E}" srcOrd="1" destOrd="0" presId="urn:microsoft.com/office/officeart/2005/8/layout/hierarchy1"/>
    <dgm:cxn modelId="{D096F46A-3D86-4697-AA77-6EC9D6008CF7}" type="presParOf" srcId="{456071F7-A145-43D5-90DD-288B18C9B326}" destId="{86E16C0C-67DE-4C5E-87DD-58A6D4A84EBC}" srcOrd="1" destOrd="0" presId="urn:microsoft.com/office/officeart/2005/8/layout/hierarchy1"/>
    <dgm:cxn modelId="{6333E92B-A601-4F61-BCD1-A0E88A9EEB41}" type="presParOf" srcId="{86E16C0C-67DE-4C5E-87DD-58A6D4A84EBC}" destId="{69C8F1FE-FB64-4228-BF5C-582E5A979261}" srcOrd="0" destOrd="0" presId="urn:microsoft.com/office/officeart/2005/8/layout/hierarchy1"/>
    <dgm:cxn modelId="{F35D8EA1-1C98-4243-AFE6-67530B40AD4F}" type="presParOf" srcId="{86E16C0C-67DE-4C5E-87DD-58A6D4A84EBC}" destId="{48ED7861-5874-4357-A797-7AA6DA39B649}" srcOrd="1" destOrd="0" presId="urn:microsoft.com/office/officeart/2005/8/layout/hierarchy1"/>
    <dgm:cxn modelId="{85E4D939-E404-4BBC-AA0D-79CDC66A4089}" type="presParOf" srcId="{48ED7861-5874-4357-A797-7AA6DA39B649}" destId="{BA208008-DEF9-4D2F-87BF-8731E3B5C3FE}" srcOrd="0" destOrd="0" presId="urn:microsoft.com/office/officeart/2005/8/layout/hierarchy1"/>
    <dgm:cxn modelId="{261625CB-85D1-49C5-8A89-14F99A5AF5FC}" type="presParOf" srcId="{BA208008-DEF9-4D2F-87BF-8731E3B5C3FE}" destId="{C38DE57C-065B-40B2-BEBD-556290799360}" srcOrd="0" destOrd="0" presId="urn:microsoft.com/office/officeart/2005/8/layout/hierarchy1"/>
    <dgm:cxn modelId="{D739A372-6B99-4FC4-8890-F08EC1ED2C1E}" type="presParOf" srcId="{BA208008-DEF9-4D2F-87BF-8731E3B5C3FE}" destId="{71BB4F7B-E13B-4DFE-B15D-7DED4959F594}" srcOrd="1" destOrd="0" presId="urn:microsoft.com/office/officeart/2005/8/layout/hierarchy1"/>
    <dgm:cxn modelId="{4FDB52CC-F16F-48FF-B0B1-4FFD7C773397}" type="presParOf" srcId="{48ED7861-5874-4357-A797-7AA6DA39B649}" destId="{0C42050C-5A75-4B00-88EE-3823E6F8571D}" srcOrd="1" destOrd="0" presId="urn:microsoft.com/office/officeart/2005/8/layout/hierarchy1"/>
    <dgm:cxn modelId="{7CD72178-1489-411D-8EAF-B4A2701D919D}" type="presParOf" srcId="{86E16C0C-67DE-4C5E-87DD-58A6D4A84EBC}" destId="{A0DB35CD-D4D4-47CA-967D-3A952C83EEAE}" srcOrd="2" destOrd="0" presId="urn:microsoft.com/office/officeart/2005/8/layout/hierarchy1"/>
    <dgm:cxn modelId="{FE576B36-6579-4005-B8D1-817D3DAF50CD}" type="presParOf" srcId="{86E16C0C-67DE-4C5E-87DD-58A6D4A84EBC}" destId="{B3624FEA-4D5A-4576-8A86-7FA00E19C4BF}" srcOrd="3" destOrd="0" presId="urn:microsoft.com/office/officeart/2005/8/layout/hierarchy1"/>
    <dgm:cxn modelId="{8B97BFF0-CCFD-4AB3-A33F-41796ACE1467}" type="presParOf" srcId="{B3624FEA-4D5A-4576-8A86-7FA00E19C4BF}" destId="{207723D4-6B9A-4930-804D-394D4943FDCD}" srcOrd="0" destOrd="0" presId="urn:microsoft.com/office/officeart/2005/8/layout/hierarchy1"/>
    <dgm:cxn modelId="{8BE6FE51-F95D-45E9-A5BC-3E4DC2680E0C}" type="presParOf" srcId="{207723D4-6B9A-4930-804D-394D4943FDCD}" destId="{7B2F6CF9-9255-49A1-8E44-6AD561BC6432}" srcOrd="0" destOrd="0" presId="urn:microsoft.com/office/officeart/2005/8/layout/hierarchy1"/>
    <dgm:cxn modelId="{F8A9B3CA-E8A3-4508-BA72-7B8F7FAB7769}" type="presParOf" srcId="{207723D4-6B9A-4930-804D-394D4943FDCD}" destId="{99927BCA-4CF8-44DE-9F8A-BB4AB6050C8E}" srcOrd="1" destOrd="0" presId="urn:microsoft.com/office/officeart/2005/8/layout/hierarchy1"/>
    <dgm:cxn modelId="{1DCE7AAE-B75D-4D23-A4B9-9FC5F14D4DF2}" type="presParOf" srcId="{B3624FEA-4D5A-4576-8A86-7FA00E19C4BF}" destId="{F0D2CCC7-C570-458E-B5D1-844C841D7828}" srcOrd="1" destOrd="0" presId="urn:microsoft.com/office/officeart/2005/8/layout/hierarchy1"/>
    <dgm:cxn modelId="{CBA8D4D8-D20F-4258-AB78-F8768A6EED18}" type="presParOf" srcId="{86E16C0C-67DE-4C5E-87DD-58A6D4A84EBC}" destId="{EF847DB8-DFD3-47E7-B8A5-8C666BF5466B}" srcOrd="4" destOrd="0" presId="urn:microsoft.com/office/officeart/2005/8/layout/hierarchy1"/>
    <dgm:cxn modelId="{B7CB75BC-835E-4D4F-A06D-1956682E8775}" type="presParOf" srcId="{86E16C0C-67DE-4C5E-87DD-58A6D4A84EBC}" destId="{B2414E3A-4C5E-49AF-B3D0-DDF537730C8F}" srcOrd="5" destOrd="0" presId="urn:microsoft.com/office/officeart/2005/8/layout/hierarchy1"/>
    <dgm:cxn modelId="{857D8530-747C-48B8-9E2A-5FE4BC8EE55E}" type="presParOf" srcId="{B2414E3A-4C5E-49AF-B3D0-DDF537730C8F}" destId="{962F4D84-679D-47D9-BD99-DF1EED9B766D}" srcOrd="0" destOrd="0" presId="urn:microsoft.com/office/officeart/2005/8/layout/hierarchy1"/>
    <dgm:cxn modelId="{FF2B7DAC-75D9-4C2C-A4BB-D84435E2DB79}" type="presParOf" srcId="{962F4D84-679D-47D9-BD99-DF1EED9B766D}" destId="{3351E779-F6C9-46C2-99D4-4EED2259D109}" srcOrd="0" destOrd="0" presId="urn:microsoft.com/office/officeart/2005/8/layout/hierarchy1"/>
    <dgm:cxn modelId="{D7570A99-97F8-4A1A-B0BF-CCD33A130461}" type="presParOf" srcId="{962F4D84-679D-47D9-BD99-DF1EED9B766D}" destId="{6C8D6570-F4A1-424C-B484-E260E47E5F6E}" srcOrd="1" destOrd="0" presId="urn:microsoft.com/office/officeart/2005/8/layout/hierarchy1"/>
    <dgm:cxn modelId="{E652111C-4FB6-4365-BDD3-6E8093ED606D}" type="presParOf" srcId="{B2414E3A-4C5E-49AF-B3D0-DDF537730C8F}" destId="{065098DD-7A5C-4D93-BABA-7B6D7EEB3393}" srcOrd="1" destOrd="0" presId="urn:microsoft.com/office/officeart/2005/8/layout/hierarchy1"/>
    <dgm:cxn modelId="{D5525E60-133A-44C2-BD49-E91EAF7944AC}" type="presParOf" srcId="{AE92BAFB-B677-4D5D-A58D-FFA2383E1FD1}" destId="{6113BFF0-3856-485B-A4A8-E2645871275F}" srcOrd="4" destOrd="0" presId="urn:microsoft.com/office/officeart/2005/8/layout/hierarchy1"/>
    <dgm:cxn modelId="{099B3639-B0B7-40BA-B910-793B444928C5}" type="presParOf" srcId="{AE92BAFB-B677-4D5D-A58D-FFA2383E1FD1}" destId="{8691C558-9DCF-4FE9-9C1B-5A8596C5C248}" srcOrd="5" destOrd="0" presId="urn:microsoft.com/office/officeart/2005/8/layout/hierarchy1"/>
    <dgm:cxn modelId="{DCCE6AF1-D85A-4F0B-B827-A1C0AFD712B3}" type="presParOf" srcId="{8691C558-9DCF-4FE9-9C1B-5A8596C5C248}" destId="{E532134F-F76F-433F-A9CB-3D693023C4A7}" srcOrd="0" destOrd="0" presId="urn:microsoft.com/office/officeart/2005/8/layout/hierarchy1"/>
    <dgm:cxn modelId="{5ED751B6-F440-4E70-B1FC-C421738A4FE6}" type="presParOf" srcId="{E532134F-F76F-433F-A9CB-3D693023C4A7}" destId="{90DE277B-6820-45E8-ABC1-436200024406}" srcOrd="0" destOrd="0" presId="urn:microsoft.com/office/officeart/2005/8/layout/hierarchy1"/>
    <dgm:cxn modelId="{F30376BE-AC34-46A3-8677-1247D4917BA3}" type="presParOf" srcId="{E532134F-F76F-433F-A9CB-3D693023C4A7}" destId="{EA96700A-3EAB-49D1-B0E5-DFF233E1E67E}" srcOrd="1" destOrd="0" presId="urn:microsoft.com/office/officeart/2005/8/layout/hierarchy1"/>
    <dgm:cxn modelId="{7BC8ACDC-AF9A-472D-BFC7-B253BFE6C47F}" type="presParOf" srcId="{8691C558-9DCF-4FE9-9C1B-5A8596C5C248}" destId="{83E21ECF-43F5-4CFD-917F-623363BEF3E5}" srcOrd="1" destOrd="0" presId="urn:microsoft.com/office/officeart/2005/8/layout/hierarchy1"/>
    <dgm:cxn modelId="{5B8145F4-FE47-437B-BE17-8FEAA1189772}" type="presParOf" srcId="{83E21ECF-43F5-4CFD-917F-623363BEF3E5}" destId="{1E9DA51D-772A-44B0-AD7D-D71601FDE07D}" srcOrd="0" destOrd="0" presId="urn:microsoft.com/office/officeart/2005/8/layout/hierarchy1"/>
    <dgm:cxn modelId="{6FB62EB1-B6CD-4FA5-BD5F-16060A379832}" type="presParOf" srcId="{83E21ECF-43F5-4CFD-917F-623363BEF3E5}" destId="{6E49A688-711C-4B64-A0B2-24DAAE1D1FDD}" srcOrd="1" destOrd="0" presId="urn:microsoft.com/office/officeart/2005/8/layout/hierarchy1"/>
    <dgm:cxn modelId="{9804BC30-ABA0-490A-BC63-89D3763738A7}" type="presParOf" srcId="{6E49A688-711C-4B64-A0B2-24DAAE1D1FDD}" destId="{649AC84B-9822-44FE-88D9-B051029206D4}" srcOrd="0" destOrd="0" presId="urn:microsoft.com/office/officeart/2005/8/layout/hierarchy1"/>
    <dgm:cxn modelId="{0AE977A6-A68D-4CE3-B71F-A22E6E792448}" type="presParOf" srcId="{649AC84B-9822-44FE-88D9-B051029206D4}" destId="{35EE64AD-1C4D-4923-9C3A-F5855164B8E3}" srcOrd="0" destOrd="0" presId="urn:microsoft.com/office/officeart/2005/8/layout/hierarchy1"/>
    <dgm:cxn modelId="{04041493-B4FE-4F49-8F62-AC3C44CE21DE}" type="presParOf" srcId="{649AC84B-9822-44FE-88D9-B051029206D4}" destId="{CD463962-C8DA-4EEB-962F-4FFE8591FAF3}" srcOrd="1" destOrd="0" presId="urn:microsoft.com/office/officeart/2005/8/layout/hierarchy1"/>
    <dgm:cxn modelId="{BC9B33C0-EEBA-4695-8AFE-6F2A48C2192B}" type="presParOf" srcId="{6E49A688-711C-4B64-A0B2-24DAAE1D1FDD}" destId="{E1F2C884-CE1C-44D2-9271-EC73FE0E0ED7}" srcOrd="1" destOrd="0" presId="urn:microsoft.com/office/officeart/2005/8/layout/hierarchy1"/>
    <dgm:cxn modelId="{936651BC-8624-4B6D-ADAC-F17768DF0BED}" type="presParOf" srcId="{83E21ECF-43F5-4CFD-917F-623363BEF3E5}" destId="{0FFC99AD-2BA8-48C6-9819-DC36FF7DCAD0}" srcOrd="2" destOrd="0" presId="urn:microsoft.com/office/officeart/2005/8/layout/hierarchy1"/>
    <dgm:cxn modelId="{350DA538-4460-49CD-8ABA-E6BD94B77727}" type="presParOf" srcId="{83E21ECF-43F5-4CFD-917F-623363BEF3E5}" destId="{92748940-C26B-4778-B036-EAD5E3D8597D}" srcOrd="3" destOrd="0" presId="urn:microsoft.com/office/officeart/2005/8/layout/hierarchy1"/>
    <dgm:cxn modelId="{D655470E-ACFE-4576-9A69-533932A2C478}" type="presParOf" srcId="{92748940-C26B-4778-B036-EAD5E3D8597D}" destId="{DE89D34C-2C21-4D82-920D-1EDEF063DD20}" srcOrd="0" destOrd="0" presId="urn:microsoft.com/office/officeart/2005/8/layout/hierarchy1"/>
    <dgm:cxn modelId="{27C5C91F-9514-434F-A507-472BA3988554}" type="presParOf" srcId="{DE89D34C-2C21-4D82-920D-1EDEF063DD20}" destId="{DBA76714-5C33-4AA1-8515-FA044AD90317}" srcOrd="0" destOrd="0" presId="urn:microsoft.com/office/officeart/2005/8/layout/hierarchy1"/>
    <dgm:cxn modelId="{0733F26D-C426-48AD-BB42-873BEA9CE478}" type="presParOf" srcId="{DE89D34C-2C21-4D82-920D-1EDEF063DD20}" destId="{C4791A95-20EC-42C2-99C0-941E9EDBE678}" srcOrd="1" destOrd="0" presId="urn:microsoft.com/office/officeart/2005/8/layout/hierarchy1"/>
    <dgm:cxn modelId="{E92414C6-6B01-42BE-8B4F-7ED4A791B33F}" type="presParOf" srcId="{92748940-C26B-4778-B036-EAD5E3D8597D}" destId="{B9D272E9-A60A-48CE-8FA1-59A9DFF20D8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FF72D-63D4-4A90-9965-B8F50F6FE5BC}">
      <dsp:nvSpPr>
        <dsp:cNvPr id="0" name=""/>
        <dsp:cNvSpPr/>
      </dsp:nvSpPr>
      <dsp:spPr>
        <a:xfrm rot="21300000">
          <a:off x="24163" y="2038543"/>
          <a:ext cx="7825673" cy="896157"/>
        </a:xfrm>
        <a:prstGeom prst="mathMinus">
          <a:avLst/>
        </a:prstGeom>
        <a:solidFill>
          <a:schemeClr val="accent1">
            <a:tint val="6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D79611-A6DE-4722-A42C-0C331B4E849F}">
      <dsp:nvSpPr>
        <dsp:cNvPr id="0" name=""/>
        <dsp:cNvSpPr/>
      </dsp:nvSpPr>
      <dsp:spPr>
        <a:xfrm>
          <a:off x="944880" y="248662"/>
          <a:ext cx="2362200" cy="1989297"/>
        </a:xfrm>
        <a:prstGeom prst="downArrow">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9C2A45-CF4C-4339-9956-A511F6C85AF7}">
      <dsp:nvSpPr>
        <dsp:cNvPr id="0" name=""/>
        <dsp:cNvSpPr/>
      </dsp:nvSpPr>
      <dsp:spPr>
        <a:xfrm>
          <a:off x="4173220" y="0"/>
          <a:ext cx="2519680" cy="2088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a:t>Constraints </a:t>
          </a:r>
        </a:p>
        <a:p>
          <a:pPr marL="114300" lvl="1" indent="-114300" algn="l" defTabSz="666750">
            <a:lnSpc>
              <a:spcPct val="90000"/>
            </a:lnSpc>
            <a:spcBef>
              <a:spcPct val="0"/>
            </a:spcBef>
            <a:spcAft>
              <a:spcPct val="15000"/>
            </a:spcAft>
            <a:buChar char="•"/>
          </a:pPr>
          <a:r>
            <a:rPr lang="en-US" sz="1500" kern="1200"/>
            <a:t>Federal Funding Uncertainty</a:t>
          </a:r>
        </a:p>
        <a:p>
          <a:pPr marL="114300" lvl="1" indent="-114300" algn="l" defTabSz="666750">
            <a:lnSpc>
              <a:spcPct val="90000"/>
            </a:lnSpc>
            <a:spcBef>
              <a:spcPct val="0"/>
            </a:spcBef>
            <a:spcAft>
              <a:spcPct val="15000"/>
            </a:spcAft>
            <a:buChar char="•"/>
          </a:pPr>
          <a:r>
            <a:rPr lang="en-US" sz="1500" kern="1200"/>
            <a:t>Changing Incentive Structure </a:t>
          </a:r>
        </a:p>
        <a:p>
          <a:pPr marL="114300" lvl="1" indent="-114300" algn="l" defTabSz="666750">
            <a:lnSpc>
              <a:spcPct val="90000"/>
            </a:lnSpc>
            <a:spcBef>
              <a:spcPct val="0"/>
            </a:spcBef>
            <a:spcAft>
              <a:spcPct val="15000"/>
            </a:spcAft>
            <a:buChar char="•"/>
          </a:pPr>
          <a:r>
            <a:rPr lang="en-US" sz="1500" kern="1200"/>
            <a:t>Operational Complexity </a:t>
          </a:r>
        </a:p>
        <a:p>
          <a:pPr marL="114300" lvl="1" indent="-114300" algn="l" defTabSz="666750">
            <a:lnSpc>
              <a:spcPct val="90000"/>
            </a:lnSpc>
            <a:spcBef>
              <a:spcPct val="0"/>
            </a:spcBef>
            <a:spcAft>
              <a:spcPct val="15000"/>
            </a:spcAft>
            <a:buChar char="•"/>
          </a:pPr>
          <a:r>
            <a:rPr lang="en-US" sz="1500" kern="1200"/>
            <a:t>Aging Infrastructure </a:t>
          </a:r>
        </a:p>
      </dsp:txBody>
      <dsp:txXfrm>
        <a:off x="4173220" y="0"/>
        <a:ext cx="2519680" cy="2088762"/>
      </dsp:txXfrm>
    </dsp:sp>
    <dsp:sp modelId="{189AC72A-0A3D-4414-A927-122AE92A79D5}">
      <dsp:nvSpPr>
        <dsp:cNvPr id="0" name=""/>
        <dsp:cNvSpPr/>
      </dsp:nvSpPr>
      <dsp:spPr>
        <a:xfrm>
          <a:off x="4566920" y="2735284"/>
          <a:ext cx="2362200" cy="1989297"/>
        </a:xfrm>
        <a:prstGeom prst="upArrow">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98BFF2-713E-488A-BFF5-B414323A050E}">
      <dsp:nvSpPr>
        <dsp:cNvPr id="0" name=""/>
        <dsp:cNvSpPr/>
      </dsp:nvSpPr>
      <dsp:spPr>
        <a:xfrm>
          <a:off x="1181100" y="2884481"/>
          <a:ext cx="2519680" cy="2088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a:t>Expectations </a:t>
          </a:r>
        </a:p>
        <a:p>
          <a:pPr marL="114300" lvl="1" indent="-114300" algn="l" defTabSz="666750">
            <a:lnSpc>
              <a:spcPct val="90000"/>
            </a:lnSpc>
            <a:spcBef>
              <a:spcPct val="0"/>
            </a:spcBef>
            <a:spcAft>
              <a:spcPct val="15000"/>
            </a:spcAft>
            <a:buChar char="•"/>
          </a:pPr>
          <a:r>
            <a:rPr lang="en-US" sz="1500" kern="1200"/>
            <a:t>Energy efficiency</a:t>
          </a:r>
        </a:p>
        <a:p>
          <a:pPr marL="114300" lvl="1" indent="-114300" algn="l" defTabSz="666750">
            <a:lnSpc>
              <a:spcPct val="90000"/>
            </a:lnSpc>
            <a:spcBef>
              <a:spcPct val="0"/>
            </a:spcBef>
            <a:spcAft>
              <a:spcPct val="15000"/>
            </a:spcAft>
            <a:buChar char="•"/>
          </a:pPr>
          <a:r>
            <a:rPr lang="en-US" sz="1500" kern="1200"/>
            <a:t>Sustainability Initiatives</a:t>
          </a:r>
        </a:p>
        <a:p>
          <a:pPr marL="114300" lvl="1" indent="-114300" algn="l" defTabSz="666750">
            <a:lnSpc>
              <a:spcPct val="90000"/>
            </a:lnSpc>
            <a:spcBef>
              <a:spcPct val="0"/>
            </a:spcBef>
            <a:spcAft>
              <a:spcPct val="15000"/>
            </a:spcAft>
            <a:buChar char="•"/>
          </a:pPr>
          <a:r>
            <a:rPr lang="en-US" sz="1500" kern="1200"/>
            <a:t>Grid Resilience </a:t>
          </a:r>
        </a:p>
        <a:p>
          <a:pPr marL="114300" lvl="1" indent="-114300" algn="l" defTabSz="666750">
            <a:lnSpc>
              <a:spcPct val="90000"/>
            </a:lnSpc>
            <a:spcBef>
              <a:spcPct val="0"/>
            </a:spcBef>
            <a:spcAft>
              <a:spcPct val="15000"/>
            </a:spcAft>
            <a:buChar char="•"/>
          </a:pPr>
          <a:r>
            <a:rPr lang="en-US" sz="1500" kern="1200"/>
            <a:t>Electrification </a:t>
          </a:r>
        </a:p>
        <a:p>
          <a:pPr marL="114300" lvl="1" indent="-114300" algn="l" defTabSz="666750">
            <a:lnSpc>
              <a:spcPct val="90000"/>
            </a:lnSpc>
            <a:spcBef>
              <a:spcPct val="0"/>
            </a:spcBef>
            <a:spcAft>
              <a:spcPct val="15000"/>
            </a:spcAft>
            <a:buChar char="•"/>
          </a:pPr>
          <a:r>
            <a:rPr lang="en-US" sz="1500" kern="1200"/>
            <a:t>Implementation Support</a:t>
          </a:r>
        </a:p>
        <a:p>
          <a:pPr marL="114300" lvl="1" indent="-114300" algn="l" defTabSz="666750">
            <a:lnSpc>
              <a:spcPct val="90000"/>
            </a:lnSpc>
            <a:spcBef>
              <a:spcPct val="0"/>
            </a:spcBef>
            <a:spcAft>
              <a:spcPct val="15000"/>
            </a:spcAft>
            <a:buChar char="•"/>
          </a:pPr>
          <a:r>
            <a:rPr lang="en-US" sz="1500" kern="1200"/>
            <a:t>Cost Effective Solutions </a:t>
          </a:r>
        </a:p>
      </dsp:txBody>
      <dsp:txXfrm>
        <a:off x="1181100" y="2884481"/>
        <a:ext cx="2519680" cy="20887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9C8BC5-6838-437E-9064-AC07E117019C}">
      <dsp:nvSpPr>
        <dsp:cNvPr id="0" name=""/>
        <dsp:cNvSpPr/>
      </dsp:nvSpPr>
      <dsp:spPr>
        <a:xfrm>
          <a:off x="-5298394" y="-811443"/>
          <a:ext cx="6309187" cy="6309187"/>
        </a:xfrm>
        <a:prstGeom prst="blockArc">
          <a:avLst>
            <a:gd name="adj1" fmla="val 18900000"/>
            <a:gd name="adj2" fmla="val 2700000"/>
            <a:gd name="adj3" fmla="val 342"/>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35DD0E-C4CC-4293-A8B4-253CD901785D}">
      <dsp:nvSpPr>
        <dsp:cNvPr id="0" name=""/>
        <dsp:cNvSpPr/>
      </dsp:nvSpPr>
      <dsp:spPr>
        <a:xfrm>
          <a:off x="442042" y="292800"/>
          <a:ext cx="10465742" cy="5859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5118" tIns="50800" rIns="50800" bIns="50800" numCol="1" spcCol="1270" anchor="ctr" anchorCtr="0">
          <a:noAutofit/>
        </a:bodyPr>
        <a:lstStyle/>
        <a:p>
          <a:pPr marL="0" lvl="0" indent="0" algn="l" defTabSz="889000" rtl="0">
            <a:lnSpc>
              <a:spcPct val="90000"/>
            </a:lnSpc>
            <a:spcBef>
              <a:spcPct val="0"/>
            </a:spcBef>
            <a:spcAft>
              <a:spcPct val="35000"/>
            </a:spcAft>
            <a:buNone/>
          </a:pPr>
          <a:r>
            <a:rPr lang="en-US" sz="2000" kern="1200">
              <a:latin typeface="Aptos Display" panose="02110004020202020204"/>
            </a:rPr>
            <a:t>Utilities – focus area</a:t>
          </a:r>
          <a:endParaRPr lang="en-US" sz="2000" kern="1200"/>
        </a:p>
      </dsp:txBody>
      <dsp:txXfrm>
        <a:off x="442042" y="292800"/>
        <a:ext cx="10465742" cy="585974"/>
      </dsp:txXfrm>
    </dsp:sp>
    <dsp:sp modelId="{220FF578-9C43-4C28-AA19-F1F121D68F37}">
      <dsp:nvSpPr>
        <dsp:cNvPr id="0" name=""/>
        <dsp:cNvSpPr/>
      </dsp:nvSpPr>
      <dsp:spPr>
        <a:xfrm>
          <a:off x="75808" y="219553"/>
          <a:ext cx="732468" cy="73246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283F4E-E42F-4502-B638-C9CE17B739A4}">
      <dsp:nvSpPr>
        <dsp:cNvPr id="0" name=""/>
        <dsp:cNvSpPr/>
      </dsp:nvSpPr>
      <dsp:spPr>
        <a:xfrm>
          <a:off x="861935" y="1171481"/>
          <a:ext cx="10045849" cy="5859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5118" tIns="50800" rIns="50800" bIns="50800" numCol="1" spcCol="1270" anchor="ctr" anchorCtr="0">
          <a:noAutofit/>
        </a:bodyPr>
        <a:lstStyle/>
        <a:p>
          <a:pPr marL="0" lvl="0" indent="0" algn="l" defTabSz="889000" rtl="0">
            <a:lnSpc>
              <a:spcPct val="90000"/>
            </a:lnSpc>
            <a:spcBef>
              <a:spcPct val="0"/>
            </a:spcBef>
            <a:spcAft>
              <a:spcPct val="35000"/>
            </a:spcAft>
            <a:buNone/>
          </a:pPr>
          <a:r>
            <a:rPr lang="en-US" sz="2000" kern="1200">
              <a:latin typeface="Aptos Display" panose="02110004020202020204"/>
            </a:rPr>
            <a:t>Residential Solar and Battery Programs </a:t>
          </a:r>
          <a:endParaRPr lang="en-US" sz="2000" kern="1200"/>
        </a:p>
      </dsp:txBody>
      <dsp:txXfrm>
        <a:off x="861935" y="1171481"/>
        <a:ext cx="10045849" cy="585974"/>
      </dsp:txXfrm>
    </dsp:sp>
    <dsp:sp modelId="{188558B0-6B78-4E6C-8C95-56F9B7D46801}">
      <dsp:nvSpPr>
        <dsp:cNvPr id="0" name=""/>
        <dsp:cNvSpPr/>
      </dsp:nvSpPr>
      <dsp:spPr>
        <a:xfrm>
          <a:off x="495700" y="1098234"/>
          <a:ext cx="732468" cy="73246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8A5405-7054-41C1-BDEE-5D2AD8AB73C4}">
      <dsp:nvSpPr>
        <dsp:cNvPr id="0" name=""/>
        <dsp:cNvSpPr/>
      </dsp:nvSpPr>
      <dsp:spPr>
        <a:xfrm>
          <a:off x="990808" y="2050162"/>
          <a:ext cx="9916976" cy="5859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5118" tIns="50800" rIns="50800" bIns="50800" numCol="1" spcCol="1270" anchor="ctr" anchorCtr="0">
          <a:noAutofit/>
        </a:bodyPr>
        <a:lstStyle/>
        <a:p>
          <a:pPr marL="0" lvl="0" indent="0" algn="l" defTabSz="889000" rtl="0">
            <a:lnSpc>
              <a:spcPct val="90000"/>
            </a:lnSpc>
            <a:spcBef>
              <a:spcPct val="0"/>
            </a:spcBef>
            <a:spcAft>
              <a:spcPct val="35000"/>
            </a:spcAft>
            <a:buNone/>
          </a:pPr>
          <a:r>
            <a:rPr lang="en-US" sz="2000" kern="1200">
              <a:latin typeface="Aptos Display" panose="02110004020202020204"/>
            </a:rPr>
            <a:t>APTIM to work as administer for these programs</a:t>
          </a:r>
          <a:endParaRPr lang="en-US" sz="2000" kern="1200"/>
        </a:p>
      </dsp:txBody>
      <dsp:txXfrm>
        <a:off x="990808" y="2050162"/>
        <a:ext cx="9916976" cy="585974"/>
      </dsp:txXfrm>
    </dsp:sp>
    <dsp:sp modelId="{C264BFE1-C5D0-4ADB-94AC-0DFD3F7C06CE}">
      <dsp:nvSpPr>
        <dsp:cNvPr id="0" name=""/>
        <dsp:cNvSpPr/>
      </dsp:nvSpPr>
      <dsp:spPr>
        <a:xfrm>
          <a:off x="624573" y="1976915"/>
          <a:ext cx="732468" cy="73246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3C44DB-7786-452A-8820-A2CA46EF21E7}">
      <dsp:nvSpPr>
        <dsp:cNvPr id="0" name=""/>
        <dsp:cNvSpPr/>
      </dsp:nvSpPr>
      <dsp:spPr>
        <a:xfrm>
          <a:off x="861935" y="2928843"/>
          <a:ext cx="10045849" cy="5859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5118" tIns="50800" rIns="50800" bIns="50800" numCol="1" spcCol="1270" anchor="ctr" anchorCtr="0">
          <a:noAutofit/>
        </a:bodyPr>
        <a:lstStyle/>
        <a:p>
          <a:pPr marL="0" lvl="0" indent="0" algn="l" defTabSz="889000" rtl="0">
            <a:lnSpc>
              <a:spcPct val="90000"/>
            </a:lnSpc>
            <a:spcBef>
              <a:spcPct val="0"/>
            </a:spcBef>
            <a:spcAft>
              <a:spcPct val="35000"/>
            </a:spcAft>
            <a:buNone/>
          </a:pPr>
          <a:r>
            <a:rPr lang="en-US" sz="2000" kern="1200">
              <a:latin typeface="Aptos Display" panose="02110004020202020204"/>
            </a:rPr>
            <a:t>Start with states that have begun the process of  implementing similar programs.</a:t>
          </a:r>
          <a:endParaRPr lang="en-US" sz="2000" kern="1200"/>
        </a:p>
      </dsp:txBody>
      <dsp:txXfrm>
        <a:off x="861935" y="2928843"/>
        <a:ext cx="10045849" cy="585974"/>
      </dsp:txXfrm>
    </dsp:sp>
    <dsp:sp modelId="{43AC0EA1-D545-47D4-985E-07C91EBD6BBD}">
      <dsp:nvSpPr>
        <dsp:cNvPr id="0" name=""/>
        <dsp:cNvSpPr/>
      </dsp:nvSpPr>
      <dsp:spPr>
        <a:xfrm>
          <a:off x="495700" y="2855596"/>
          <a:ext cx="732468" cy="73246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FAD6485-486B-4D5D-BFB1-31C3CBB66F98}">
      <dsp:nvSpPr>
        <dsp:cNvPr id="0" name=""/>
        <dsp:cNvSpPr/>
      </dsp:nvSpPr>
      <dsp:spPr>
        <a:xfrm>
          <a:off x="442042" y="3807525"/>
          <a:ext cx="10465742" cy="5859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5118" tIns="50800" rIns="50800" bIns="50800" numCol="1" spcCol="1270" anchor="ctr" anchorCtr="0">
          <a:noAutofit/>
        </a:bodyPr>
        <a:lstStyle/>
        <a:p>
          <a:pPr marL="0" lvl="0" indent="0" algn="l" defTabSz="889000" rtl="0">
            <a:lnSpc>
              <a:spcPct val="90000"/>
            </a:lnSpc>
            <a:spcBef>
              <a:spcPct val="0"/>
            </a:spcBef>
            <a:spcAft>
              <a:spcPct val="35000"/>
            </a:spcAft>
            <a:buNone/>
          </a:pPr>
          <a:r>
            <a:rPr lang="en-US" sz="2000" kern="1200">
              <a:latin typeface="Aptos Display" panose="02110004020202020204"/>
            </a:rPr>
            <a:t>Small scale 1 to 3-year pilot programs could show what long-term implementation could look like. </a:t>
          </a:r>
          <a:endParaRPr lang="en-US" sz="2000" kern="1200"/>
        </a:p>
      </dsp:txBody>
      <dsp:txXfrm>
        <a:off x="442042" y="3807525"/>
        <a:ext cx="10465742" cy="585974"/>
      </dsp:txXfrm>
    </dsp:sp>
    <dsp:sp modelId="{BF7085C7-35D4-4051-A8C0-7D0871C7FC61}">
      <dsp:nvSpPr>
        <dsp:cNvPr id="0" name=""/>
        <dsp:cNvSpPr/>
      </dsp:nvSpPr>
      <dsp:spPr>
        <a:xfrm>
          <a:off x="75808" y="3734278"/>
          <a:ext cx="732468" cy="73246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F27E1B-455B-4D7E-AD7B-40CBDA5C618A}">
      <dsp:nvSpPr>
        <dsp:cNvPr id="0" name=""/>
        <dsp:cNvSpPr/>
      </dsp:nvSpPr>
      <dsp:spPr>
        <a:xfrm rot="16200000">
          <a:off x="919945" y="-919945"/>
          <a:ext cx="2538814" cy="4378706"/>
        </a:xfrm>
        <a:prstGeom prst="round1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endParaRPr lang="en-US" sz="1800" b="1" kern="1200"/>
        </a:p>
        <a:p>
          <a:pPr marL="0" lvl="0" indent="0" algn="l" defTabSz="800100">
            <a:lnSpc>
              <a:spcPct val="90000"/>
            </a:lnSpc>
            <a:spcBef>
              <a:spcPct val="0"/>
            </a:spcBef>
            <a:spcAft>
              <a:spcPct val="35000"/>
            </a:spcAft>
            <a:buNone/>
          </a:pPr>
          <a:r>
            <a:rPr lang="en-US" sz="1800" b="1" kern="1200"/>
            <a:t>Leverages Existing Capabilities</a:t>
          </a:r>
          <a:endParaRPr lang="en-US" sz="1400" kern="1200"/>
        </a:p>
        <a:p>
          <a:pPr marL="0" lvl="0" indent="0" algn="l" defTabSz="800100">
            <a:lnSpc>
              <a:spcPct val="90000"/>
            </a:lnSpc>
            <a:spcBef>
              <a:spcPct val="0"/>
            </a:spcBef>
            <a:spcAft>
              <a:spcPct val="35000"/>
            </a:spcAft>
            <a:buNone/>
          </a:pPr>
          <a:r>
            <a:rPr lang="en-US" sz="1400" kern="1200"/>
            <a:t>APTIM already administers utility programs, manages contractor networks, engages customers, and delivers regulatory compliance reporting. The tools that already exist within the organization are utilized for the pilot program, minimizing the need for new operational capabilities.</a:t>
          </a:r>
        </a:p>
      </dsp:txBody>
      <dsp:txXfrm rot="5400000">
        <a:off x="-1" y="1"/>
        <a:ext cx="4378706" cy="1904110"/>
      </dsp:txXfrm>
    </dsp:sp>
    <dsp:sp modelId="{C1A07BBF-19DB-47F4-9F21-3C0561070890}">
      <dsp:nvSpPr>
        <dsp:cNvPr id="0" name=""/>
        <dsp:cNvSpPr/>
      </dsp:nvSpPr>
      <dsp:spPr>
        <a:xfrm>
          <a:off x="4378706" y="0"/>
          <a:ext cx="4378706" cy="2538814"/>
        </a:xfrm>
        <a:prstGeom prst="round1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r" defTabSz="666750">
            <a:lnSpc>
              <a:spcPct val="90000"/>
            </a:lnSpc>
            <a:spcBef>
              <a:spcPct val="0"/>
            </a:spcBef>
            <a:spcAft>
              <a:spcPct val="35000"/>
            </a:spcAft>
            <a:buNone/>
          </a:pPr>
          <a:endParaRPr lang="en-US" sz="1500" b="1" kern="1200"/>
        </a:p>
        <a:p>
          <a:pPr marL="0" lvl="0" indent="0" algn="r" defTabSz="666750">
            <a:lnSpc>
              <a:spcPct val="90000"/>
            </a:lnSpc>
            <a:spcBef>
              <a:spcPct val="0"/>
            </a:spcBef>
            <a:spcAft>
              <a:spcPct val="35000"/>
            </a:spcAft>
            <a:buNone/>
          </a:pPr>
          <a:r>
            <a:rPr lang="en-US" sz="1800" b="1" kern="1200"/>
            <a:t>Expands Into New Markets</a:t>
          </a:r>
        </a:p>
        <a:p>
          <a:pPr marL="0" lvl="0" indent="0" algn="r" defTabSz="666750">
            <a:lnSpc>
              <a:spcPct val="90000"/>
            </a:lnSpc>
            <a:spcBef>
              <a:spcPct val="0"/>
            </a:spcBef>
            <a:spcAft>
              <a:spcPct val="35000"/>
            </a:spcAft>
            <a:buNone/>
          </a:pPr>
          <a:r>
            <a:rPr lang="en-US" sz="1400" kern="1200"/>
            <a:t>There is little direct competition providing end-to-end administration of utility-owned residential battery fleets. This positions APTIM to establish a differentiated offering within the growing demand response and distributed energy resources market.</a:t>
          </a:r>
        </a:p>
      </dsp:txBody>
      <dsp:txXfrm>
        <a:off x="4378706" y="0"/>
        <a:ext cx="4378706" cy="1904110"/>
      </dsp:txXfrm>
    </dsp:sp>
    <dsp:sp modelId="{112ECAE4-7AC8-4FA3-8B8F-551C4FD20EFF}">
      <dsp:nvSpPr>
        <dsp:cNvPr id="0" name=""/>
        <dsp:cNvSpPr/>
      </dsp:nvSpPr>
      <dsp:spPr>
        <a:xfrm rot="10800000">
          <a:off x="0" y="2538814"/>
          <a:ext cx="4378706" cy="2538814"/>
        </a:xfrm>
        <a:prstGeom prst="round1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b="1" kern="1200"/>
            <a:t>Scales Through Existing Relationships </a:t>
          </a:r>
        </a:p>
        <a:p>
          <a:pPr marL="0" lvl="0" indent="0" algn="l" defTabSz="800100">
            <a:lnSpc>
              <a:spcPct val="90000"/>
            </a:lnSpc>
            <a:spcBef>
              <a:spcPct val="0"/>
            </a:spcBef>
            <a:spcAft>
              <a:spcPct val="35000"/>
            </a:spcAft>
            <a:buNone/>
          </a:pPr>
          <a:r>
            <a:rPr lang="en-US" sz="1400" kern="1200"/>
            <a:t>APTIM already maintains trusted relationships with utilities through programs in Wisconsin and Louisiana. These partnerships provide a natural pathway to pilot, refine, and expand the utility-owned battery fleet model while reducing implementation challenges and accelerating adoption.</a:t>
          </a:r>
        </a:p>
      </dsp:txBody>
      <dsp:txXfrm rot="10800000">
        <a:off x="0" y="3173518"/>
        <a:ext cx="4378706" cy="1904110"/>
      </dsp:txXfrm>
    </dsp:sp>
    <dsp:sp modelId="{F0217417-7472-463C-831C-1C5DF6C2E09B}">
      <dsp:nvSpPr>
        <dsp:cNvPr id="0" name=""/>
        <dsp:cNvSpPr/>
      </dsp:nvSpPr>
      <dsp:spPr>
        <a:xfrm rot="5400000">
          <a:off x="5298651" y="1618868"/>
          <a:ext cx="2538814" cy="4378706"/>
        </a:xfrm>
        <a:prstGeom prst="round1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r" defTabSz="800100">
            <a:lnSpc>
              <a:spcPct val="90000"/>
            </a:lnSpc>
            <a:spcBef>
              <a:spcPct val="0"/>
            </a:spcBef>
            <a:spcAft>
              <a:spcPct val="35000"/>
            </a:spcAft>
            <a:buNone/>
          </a:pPr>
          <a:r>
            <a:rPr lang="en-US" sz="1800" b="1" kern="1200"/>
            <a:t>Creates Resilient Revenue Streams</a:t>
          </a:r>
        </a:p>
        <a:p>
          <a:pPr marL="0" lvl="0" indent="0" algn="r" defTabSz="800100">
            <a:lnSpc>
              <a:spcPct val="90000"/>
            </a:lnSpc>
            <a:spcBef>
              <a:spcPct val="0"/>
            </a:spcBef>
            <a:spcAft>
              <a:spcPct val="35000"/>
            </a:spcAft>
            <a:buNone/>
          </a:pPr>
          <a:r>
            <a:rPr lang="en-US" sz="1400" kern="1200"/>
            <a:t>This program shifts funding away from grants and incentives toward utility infrastructure investments. Reducing reliance on uncertain federal funding creates a more stable revenue source while supporting grid resilience goals.</a:t>
          </a:r>
        </a:p>
        <a:p>
          <a:pPr marL="0" lvl="0" indent="0" algn="r" defTabSz="800100">
            <a:lnSpc>
              <a:spcPct val="90000"/>
            </a:lnSpc>
            <a:spcBef>
              <a:spcPct val="0"/>
            </a:spcBef>
            <a:spcAft>
              <a:spcPct val="35000"/>
            </a:spcAft>
            <a:buNone/>
          </a:pPr>
          <a:endParaRPr lang="en-US" sz="1400" kern="1200"/>
        </a:p>
      </dsp:txBody>
      <dsp:txXfrm rot="-5400000">
        <a:off x="4378705" y="3173518"/>
        <a:ext cx="4378706" cy="1904110"/>
      </dsp:txXfrm>
    </dsp:sp>
    <dsp:sp modelId="{5C165AFF-2126-4842-86A3-BA0B41072E73}">
      <dsp:nvSpPr>
        <dsp:cNvPr id="0" name=""/>
        <dsp:cNvSpPr/>
      </dsp:nvSpPr>
      <dsp:spPr>
        <a:xfrm>
          <a:off x="3065094" y="1904110"/>
          <a:ext cx="2627223" cy="1269407"/>
        </a:xfrm>
        <a:prstGeom prst="roundRect">
          <a:avLst/>
        </a:prstGeom>
        <a:solidFill>
          <a:schemeClr val="accent1">
            <a:lumMod val="10000"/>
            <a:lumOff val="9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US" sz="5200" kern="1200"/>
            <a:t>   </a:t>
          </a:r>
        </a:p>
      </dsp:txBody>
      <dsp:txXfrm>
        <a:off x="3127061" y="1966077"/>
        <a:ext cx="2503289" cy="11454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2C8C18-BB22-48A0-ADF5-548946CDC08F}">
      <dsp:nvSpPr>
        <dsp:cNvPr id="0" name=""/>
        <dsp:cNvSpPr/>
      </dsp:nvSpPr>
      <dsp:spPr>
        <a:xfrm>
          <a:off x="1966797" y="576061"/>
          <a:ext cx="1689689" cy="938716"/>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Growing</a:t>
          </a:r>
        </a:p>
        <a:p>
          <a:pPr marL="0" lvl="0" indent="0" algn="ctr" defTabSz="889000">
            <a:lnSpc>
              <a:spcPct val="90000"/>
            </a:lnSpc>
            <a:spcBef>
              <a:spcPct val="0"/>
            </a:spcBef>
            <a:spcAft>
              <a:spcPct val="35000"/>
            </a:spcAft>
            <a:buNone/>
          </a:pPr>
          <a:r>
            <a:rPr lang="en-US" sz="2000" kern="1200"/>
            <a:t>Expectations </a:t>
          </a:r>
        </a:p>
      </dsp:txBody>
      <dsp:txXfrm>
        <a:off x="1994291" y="603555"/>
        <a:ext cx="1634701" cy="883728"/>
      </dsp:txXfrm>
    </dsp:sp>
    <dsp:sp modelId="{3EFDE569-E59E-49B1-928E-B5FDAFF8D823}">
      <dsp:nvSpPr>
        <dsp:cNvPr id="0" name=""/>
        <dsp:cNvSpPr/>
      </dsp:nvSpPr>
      <dsp:spPr>
        <a:xfrm>
          <a:off x="4470974" y="192023"/>
          <a:ext cx="1689689" cy="938716"/>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Growing</a:t>
          </a:r>
        </a:p>
        <a:p>
          <a:pPr marL="0" lvl="0" indent="0" algn="ctr" defTabSz="889000">
            <a:lnSpc>
              <a:spcPct val="90000"/>
            </a:lnSpc>
            <a:spcBef>
              <a:spcPct val="0"/>
            </a:spcBef>
            <a:spcAft>
              <a:spcPct val="35000"/>
            </a:spcAft>
            <a:buNone/>
          </a:pPr>
          <a:r>
            <a:rPr lang="en-US" sz="2000" kern="1200"/>
            <a:t>Constraints</a:t>
          </a:r>
        </a:p>
      </dsp:txBody>
      <dsp:txXfrm>
        <a:off x="4498468" y="219517"/>
        <a:ext cx="1634701" cy="883728"/>
      </dsp:txXfrm>
    </dsp:sp>
    <dsp:sp modelId="{1F2A4381-1A38-4FCC-B197-636ADD36617A}">
      <dsp:nvSpPr>
        <dsp:cNvPr id="0" name=""/>
        <dsp:cNvSpPr/>
      </dsp:nvSpPr>
      <dsp:spPr>
        <a:xfrm>
          <a:off x="3551453" y="3989543"/>
          <a:ext cx="704037" cy="704037"/>
        </a:xfrm>
        <a:prstGeom prst="triangle">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E89A2D-1D2B-4548-BC78-71F9C54134DA}">
      <dsp:nvSpPr>
        <dsp:cNvPr id="0" name=""/>
        <dsp:cNvSpPr/>
      </dsp:nvSpPr>
      <dsp:spPr>
        <a:xfrm rot="240000">
          <a:off x="1790715" y="3687856"/>
          <a:ext cx="4225513" cy="29547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A25950-3C51-4F31-A3C1-86C38489660E}">
      <dsp:nvSpPr>
        <dsp:cNvPr id="0" name=""/>
        <dsp:cNvSpPr/>
      </dsp:nvSpPr>
      <dsp:spPr>
        <a:xfrm rot="240000">
          <a:off x="4332315" y="3155543"/>
          <a:ext cx="1676846" cy="5790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Federal Funding </a:t>
          </a:r>
          <a:r>
            <a:rPr lang="en-US" sz="1200" kern="1200" err="1"/>
            <a:t>Avability</a:t>
          </a:r>
          <a:r>
            <a:rPr lang="en-US" sz="1200" kern="1200"/>
            <a:t> </a:t>
          </a:r>
        </a:p>
      </dsp:txBody>
      <dsp:txXfrm>
        <a:off x="4360584" y="3183812"/>
        <a:ext cx="1620308" cy="522551"/>
      </dsp:txXfrm>
    </dsp:sp>
    <dsp:sp modelId="{178D41AC-DF01-44B8-91F8-2D35A8A99493}">
      <dsp:nvSpPr>
        <dsp:cNvPr id="0" name=""/>
        <dsp:cNvSpPr/>
      </dsp:nvSpPr>
      <dsp:spPr>
        <a:xfrm rot="240000">
          <a:off x="4379251" y="2535990"/>
          <a:ext cx="1676846" cy="5790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Aging Infrastructure</a:t>
          </a:r>
        </a:p>
      </dsp:txBody>
      <dsp:txXfrm>
        <a:off x="4407520" y="2564259"/>
        <a:ext cx="1620308" cy="522551"/>
      </dsp:txXfrm>
    </dsp:sp>
    <dsp:sp modelId="{9669FBE4-1A05-4A2A-ABA1-47D943FFC35F}">
      <dsp:nvSpPr>
        <dsp:cNvPr id="0" name=""/>
        <dsp:cNvSpPr/>
      </dsp:nvSpPr>
      <dsp:spPr>
        <a:xfrm rot="240000">
          <a:off x="4426187" y="1916438"/>
          <a:ext cx="1676846" cy="5790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Increased operational complexity</a:t>
          </a:r>
        </a:p>
      </dsp:txBody>
      <dsp:txXfrm>
        <a:off x="4454456" y="1944707"/>
        <a:ext cx="1620308" cy="522551"/>
      </dsp:txXfrm>
    </dsp:sp>
    <dsp:sp modelId="{D3419466-971C-48A4-840E-53E8156ADD97}">
      <dsp:nvSpPr>
        <dsp:cNvPr id="0" name=""/>
        <dsp:cNvSpPr/>
      </dsp:nvSpPr>
      <dsp:spPr>
        <a:xfrm rot="240000">
          <a:off x="4473123" y="1296885"/>
          <a:ext cx="1676846" cy="5790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Incentive structure changes</a:t>
          </a:r>
        </a:p>
      </dsp:txBody>
      <dsp:txXfrm>
        <a:off x="4501392" y="1325154"/>
        <a:ext cx="1620308" cy="522551"/>
      </dsp:txXfrm>
    </dsp:sp>
    <dsp:sp modelId="{8FFAE1D4-E0FD-436A-AFC2-F01A6BA71817}">
      <dsp:nvSpPr>
        <dsp:cNvPr id="0" name=""/>
        <dsp:cNvSpPr/>
      </dsp:nvSpPr>
      <dsp:spPr>
        <a:xfrm rot="240000">
          <a:off x="1891653" y="2986574"/>
          <a:ext cx="1676846" cy="5790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Sustainability Goals</a:t>
          </a:r>
        </a:p>
      </dsp:txBody>
      <dsp:txXfrm>
        <a:off x="1919922" y="3014843"/>
        <a:ext cx="1620308" cy="522551"/>
      </dsp:txXfrm>
    </dsp:sp>
    <dsp:sp modelId="{E0232CA3-3AC9-4DBC-8C9E-C4B514E62587}">
      <dsp:nvSpPr>
        <dsp:cNvPr id="0" name=""/>
        <dsp:cNvSpPr/>
      </dsp:nvSpPr>
      <dsp:spPr>
        <a:xfrm rot="240000">
          <a:off x="1938589" y="2367021"/>
          <a:ext cx="1676846" cy="5790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Grid Resilience </a:t>
          </a:r>
        </a:p>
      </dsp:txBody>
      <dsp:txXfrm>
        <a:off x="1966858" y="2395290"/>
        <a:ext cx="1620308" cy="522551"/>
      </dsp:txXfrm>
    </dsp:sp>
    <dsp:sp modelId="{3D080DC1-C13B-473A-93F7-A89C5C67EC88}">
      <dsp:nvSpPr>
        <dsp:cNvPr id="0" name=""/>
        <dsp:cNvSpPr/>
      </dsp:nvSpPr>
      <dsp:spPr>
        <a:xfrm rot="240000">
          <a:off x="1985525" y="1747469"/>
          <a:ext cx="1676846" cy="5790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Energy Efficiency </a:t>
          </a:r>
        </a:p>
      </dsp:txBody>
      <dsp:txXfrm>
        <a:off x="2013794" y="1775738"/>
        <a:ext cx="1620308" cy="52255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920BA5-B028-4B13-9CCE-7DDE9FD75016}">
      <dsp:nvSpPr>
        <dsp:cNvPr id="0" name=""/>
        <dsp:cNvSpPr/>
      </dsp:nvSpPr>
      <dsp:spPr>
        <a:xfrm>
          <a:off x="2016252" y="0"/>
          <a:ext cx="1344168" cy="1331129"/>
        </a:xfrm>
        <a:prstGeom prst="trapezoid">
          <a:avLst>
            <a:gd name="adj" fmla="val 5049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Focus on a single group</a:t>
          </a:r>
        </a:p>
      </dsp:txBody>
      <dsp:txXfrm>
        <a:off x="2016252" y="0"/>
        <a:ext cx="1344168" cy="1331129"/>
      </dsp:txXfrm>
    </dsp:sp>
    <dsp:sp modelId="{E3A0DA67-1C43-4242-B3CB-FDDDA9E7374A}">
      <dsp:nvSpPr>
        <dsp:cNvPr id="0" name=""/>
        <dsp:cNvSpPr/>
      </dsp:nvSpPr>
      <dsp:spPr>
        <a:xfrm>
          <a:off x="1344168" y="1331129"/>
          <a:ext cx="2688336" cy="1331129"/>
        </a:xfrm>
        <a:prstGeom prst="trapezoid">
          <a:avLst>
            <a:gd name="adj" fmla="val 5049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Assume no new invention of technologies </a:t>
          </a:r>
        </a:p>
      </dsp:txBody>
      <dsp:txXfrm>
        <a:off x="1814626" y="1331129"/>
        <a:ext cx="1747418" cy="1331129"/>
      </dsp:txXfrm>
    </dsp:sp>
    <dsp:sp modelId="{8FDEED87-5058-491D-8CB6-C74AEDBE1F8F}">
      <dsp:nvSpPr>
        <dsp:cNvPr id="0" name=""/>
        <dsp:cNvSpPr/>
      </dsp:nvSpPr>
      <dsp:spPr>
        <a:xfrm>
          <a:off x="672083" y="2662258"/>
          <a:ext cx="4032504" cy="1331129"/>
        </a:xfrm>
        <a:prstGeom prst="trapezoid">
          <a:avLst>
            <a:gd name="adj" fmla="val 5049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Leverage existing APTIM Capabilites </a:t>
          </a:r>
        </a:p>
      </dsp:txBody>
      <dsp:txXfrm>
        <a:off x="1377772" y="2662258"/>
        <a:ext cx="2621127" cy="1331129"/>
      </dsp:txXfrm>
    </dsp:sp>
    <dsp:sp modelId="{591B9AF5-E465-4123-B631-9924CE4CCCB1}">
      <dsp:nvSpPr>
        <dsp:cNvPr id="0" name=""/>
        <dsp:cNvSpPr/>
      </dsp:nvSpPr>
      <dsp:spPr>
        <a:xfrm>
          <a:off x="0" y="3993387"/>
          <a:ext cx="5376672" cy="1331129"/>
        </a:xfrm>
        <a:prstGeom prst="trapezoid">
          <a:avLst>
            <a:gd name="adj" fmla="val 5049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Allow for scaling, achievable within 1-3 years</a:t>
          </a:r>
        </a:p>
      </dsp:txBody>
      <dsp:txXfrm>
        <a:off x="940917" y="3993387"/>
        <a:ext cx="3494836" cy="133112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EA34A-8783-4E54-99E6-F0CED26F76DC}">
      <dsp:nvSpPr>
        <dsp:cNvPr id="0" name=""/>
        <dsp:cNvSpPr/>
      </dsp:nvSpPr>
      <dsp:spPr>
        <a:xfrm>
          <a:off x="1663236" y="402"/>
          <a:ext cx="4111371" cy="24668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b="1" kern="1200"/>
            <a:t>Leverages Existing Capabilities</a:t>
          </a:r>
        </a:p>
        <a:p>
          <a:pPr marL="171450" lvl="1" indent="-171450" algn="ctr" defTabSz="711200">
            <a:lnSpc>
              <a:spcPct val="90000"/>
            </a:lnSpc>
            <a:spcBef>
              <a:spcPct val="0"/>
            </a:spcBef>
            <a:spcAft>
              <a:spcPct val="15000"/>
            </a:spcAft>
            <a:buChar char="•"/>
          </a:pPr>
          <a:r>
            <a:rPr lang="en-US" sz="1600" kern="1200"/>
            <a:t>APTIM already administers utility programs, manages contractor networks, engages customers, and delivers regulatory compliance reporting. The tools that already exist within the organization are utilized for the pilot program, minimizing the need for new operational capabilities.</a:t>
          </a:r>
          <a:endParaRPr lang="en-US" sz="2000" b="1" kern="1200"/>
        </a:p>
      </dsp:txBody>
      <dsp:txXfrm>
        <a:off x="1663236" y="402"/>
        <a:ext cx="4111371" cy="2466822"/>
      </dsp:txXfrm>
    </dsp:sp>
    <dsp:sp modelId="{D27E1064-114D-49EC-BEBD-6FCB94E725A0}">
      <dsp:nvSpPr>
        <dsp:cNvPr id="0" name=""/>
        <dsp:cNvSpPr/>
      </dsp:nvSpPr>
      <dsp:spPr>
        <a:xfrm>
          <a:off x="6185745" y="402"/>
          <a:ext cx="4111371" cy="24668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kern="1200"/>
            <a:t>Expands Into New Markets</a:t>
          </a:r>
          <a:endParaRPr lang="en-US" sz="2000" b="1" kern="1200"/>
        </a:p>
        <a:p>
          <a:pPr marL="228600" lvl="1" indent="-228600" algn="ctr" defTabSz="889000">
            <a:lnSpc>
              <a:spcPct val="90000"/>
            </a:lnSpc>
            <a:spcBef>
              <a:spcPct val="0"/>
            </a:spcBef>
            <a:spcAft>
              <a:spcPct val="15000"/>
            </a:spcAft>
            <a:buChar char="•"/>
          </a:pPr>
          <a:endParaRPr lang="en-US" sz="2000" kern="1200"/>
        </a:p>
      </dsp:txBody>
      <dsp:txXfrm>
        <a:off x="6185745" y="402"/>
        <a:ext cx="4111371" cy="2466822"/>
      </dsp:txXfrm>
    </dsp:sp>
    <dsp:sp modelId="{D0DF015F-7FF4-4ABA-A386-73E48B97A52D}">
      <dsp:nvSpPr>
        <dsp:cNvPr id="0" name=""/>
        <dsp:cNvSpPr/>
      </dsp:nvSpPr>
      <dsp:spPr>
        <a:xfrm>
          <a:off x="1663236" y="2878362"/>
          <a:ext cx="4111371" cy="24668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kern="1200"/>
            <a:t>Scales Growth In Existing Relationships</a:t>
          </a:r>
        </a:p>
        <a:p>
          <a:pPr marL="228600" lvl="1" indent="-228600" algn="ctr" defTabSz="889000">
            <a:lnSpc>
              <a:spcPct val="90000"/>
            </a:lnSpc>
            <a:spcBef>
              <a:spcPct val="0"/>
            </a:spcBef>
            <a:spcAft>
              <a:spcPct val="15000"/>
            </a:spcAft>
            <a:buChar char="•"/>
          </a:pPr>
          <a:endParaRPr lang="en-US" sz="2000" kern="1200"/>
        </a:p>
      </dsp:txBody>
      <dsp:txXfrm>
        <a:off x="1663236" y="2878362"/>
        <a:ext cx="4111371" cy="2466822"/>
      </dsp:txXfrm>
    </dsp:sp>
    <dsp:sp modelId="{75DA17C1-641B-4EFD-9B48-316CF74F3B0D}">
      <dsp:nvSpPr>
        <dsp:cNvPr id="0" name=""/>
        <dsp:cNvSpPr/>
      </dsp:nvSpPr>
      <dsp:spPr>
        <a:xfrm>
          <a:off x="6185745" y="2878362"/>
          <a:ext cx="4111371" cy="24668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r>
            <a:rPr lang="en-US" sz="2000" kern="1200"/>
            <a:t>Creates Resilient Revenue </a:t>
          </a:r>
        </a:p>
        <a:p>
          <a:pPr marL="228600" lvl="1" indent="-228600" algn="ctr" defTabSz="1066800">
            <a:lnSpc>
              <a:spcPct val="90000"/>
            </a:lnSpc>
            <a:spcBef>
              <a:spcPct val="0"/>
            </a:spcBef>
            <a:spcAft>
              <a:spcPct val="15000"/>
            </a:spcAft>
            <a:buChar char="•"/>
          </a:pPr>
          <a:endParaRPr lang="en-US" sz="2400" kern="1200"/>
        </a:p>
      </dsp:txBody>
      <dsp:txXfrm>
        <a:off x="6185745" y="2878362"/>
        <a:ext cx="4111371" cy="24668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FC99AD-2BA8-48C6-9819-DC36FF7DCAD0}">
      <dsp:nvSpPr>
        <dsp:cNvPr id="0" name=""/>
        <dsp:cNvSpPr/>
      </dsp:nvSpPr>
      <dsp:spPr>
        <a:xfrm>
          <a:off x="9041742" y="2850531"/>
          <a:ext cx="764283" cy="363729"/>
        </a:xfrm>
        <a:custGeom>
          <a:avLst/>
          <a:gdLst/>
          <a:ahLst/>
          <a:cxnLst/>
          <a:rect l="0" t="0" r="0" b="0"/>
          <a:pathLst>
            <a:path>
              <a:moveTo>
                <a:pt x="0" y="0"/>
              </a:moveTo>
              <a:lnTo>
                <a:pt x="0" y="247871"/>
              </a:lnTo>
              <a:lnTo>
                <a:pt x="764283" y="247871"/>
              </a:lnTo>
              <a:lnTo>
                <a:pt x="764283" y="363729"/>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9DA51D-772A-44B0-AD7D-D71601FDE07D}">
      <dsp:nvSpPr>
        <dsp:cNvPr id="0" name=""/>
        <dsp:cNvSpPr/>
      </dsp:nvSpPr>
      <dsp:spPr>
        <a:xfrm>
          <a:off x="8277458" y="2850531"/>
          <a:ext cx="764283" cy="363729"/>
        </a:xfrm>
        <a:custGeom>
          <a:avLst/>
          <a:gdLst/>
          <a:ahLst/>
          <a:cxnLst/>
          <a:rect l="0" t="0" r="0" b="0"/>
          <a:pathLst>
            <a:path>
              <a:moveTo>
                <a:pt x="764283" y="0"/>
              </a:moveTo>
              <a:lnTo>
                <a:pt x="764283" y="247871"/>
              </a:lnTo>
              <a:lnTo>
                <a:pt x="0" y="247871"/>
              </a:lnTo>
              <a:lnTo>
                <a:pt x="0" y="363729"/>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13BFF0-3856-485B-A4A8-E2645871275F}">
      <dsp:nvSpPr>
        <dsp:cNvPr id="0" name=""/>
        <dsp:cNvSpPr/>
      </dsp:nvSpPr>
      <dsp:spPr>
        <a:xfrm>
          <a:off x="5220323" y="1692641"/>
          <a:ext cx="3821418" cy="363729"/>
        </a:xfrm>
        <a:custGeom>
          <a:avLst/>
          <a:gdLst/>
          <a:ahLst/>
          <a:cxnLst/>
          <a:rect l="0" t="0" r="0" b="0"/>
          <a:pathLst>
            <a:path>
              <a:moveTo>
                <a:pt x="0" y="0"/>
              </a:moveTo>
              <a:lnTo>
                <a:pt x="0" y="247871"/>
              </a:lnTo>
              <a:lnTo>
                <a:pt x="3821418" y="247871"/>
              </a:lnTo>
              <a:lnTo>
                <a:pt x="3821418" y="36372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847DB8-DFD3-47E7-B8A5-8C666BF5466B}">
      <dsp:nvSpPr>
        <dsp:cNvPr id="0" name=""/>
        <dsp:cNvSpPr/>
      </dsp:nvSpPr>
      <dsp:spPr>
        <a:xfrm>
          <a:off x="5220323" y="2850531"/>
          <a:ext cx="1528567" cy="363729"/>
        </a:xfrm>
        <a:custGeom>
          <a:avLst/>
          <a:gdLst/>
          <a:ahLst/>
          <a:cxnLst/>
          <a:rect l="0" t="0" r="0" b="0"/>
          <a:pathLst>
            <a:path>
              <a:moveTo>
                <a:pt x="0" y="0"/>
              </a:moveTo>
              <a:lnTo>
                <a:pt x="0" y="247871"/>
              </a:lnTo>
              <a:lnTo>
                <a:pt x="1528567" y="247871"/>
              </a:lnTo>
              <a:lnTo>
                <a:pt x="1528567" y="363729"/>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DB35CD-D4D4-47CA-967D-3A952C83EEAE}">
      <dsp:nvSpPr>
        <dsp:cNvPr id="0" name=""/>
        <dsp:cNvSpPr/>
      </dsp:nvSpPr>
      <dsp:spPr>
        <a:xfrm>
          <a:off x="5174603" y="2850531"/>
          <a:ext cx="91440" cy="363729"/>
        </a:xfrm>
        <a:custGeom>
          <a:avLst/>
          <a:gdLst/>
          <a:ahLst/>
          <a:cxnLst/>
          <a:rect l="0" t="0" r="0" b="0"/>
          <a:pathLst>
            <a:path>
              <a:moveTo>
                <a:pt x="45720" y="0"/>
              </a:moveTo>
              <a:lnTo>
                <a:pt x="45720" y="363729"/>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C8F1FE-FB64-4228-BF5C-582E5A979261}">
      <dsp:nvSpPr>
        <dsp:cNvPr id="0" name=""/>
        <dsp:cNvSpPr/>
      </dsp:nvSpPr>
      <dsp:spPr>
        <a:xfrm>
          <a:off x="3691756" y="2850531"/>
          <a:ext cx="1528567" cy="363729"/>
        </a:xfrm>
        <a:custGeom>
          <a:avLst/>
          <a:gdLst/>
          <a:ahLst/>
          <a:cxnLst/>
          <a:rect l="0" t="0" r="0" b="0"/>
          <a:pathLst>
            <a:path>
              <a:moveTo>
                <a:pt x="1528567" y="0"/>
              </a:moveTo>
              <a:lnTo>
                <a:pt x="1528567" y="247871"/>
              </a:lnTo>
              <a:lnTo>
                <a:pt x="0" y="247871"/>
              </a:lnTo>
              <a:lnTo>
                <a:pt x="0" y="363729"/>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0DB610-D48E-44F8-92E8-9E8333A7DFA4}">
      <dsp:nvSpPr>
        <dsp:cNvPr id="0" name=""/>
        <dsp:cNvSpPr/>
      </dsp:nvSpPr>
      <dsp:spPr>
        <a:xfrm>
          <a:off x="5174603" y="1692641"/>
          <a:ext cx="91440" cy="363729"/>
        </a:xfrm>
        <a:custGeom>
          <a:avLst/>
          <a:gdLst/>
          <a:ahLst/>
          <a:cxnLst/>
          <a:rect l="0" t="0" r="0" b="0"/>
          <a:pathLst>
            <a:path>
              <a:moveTo>
                <a:pt x="45720" y="0"/>
              </a:moveTo>
              <a:lnTo>
                <a:pt x="45720" y="36372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ECFDB3-E735-4D21-BF6C-A3BC234599A1}">
      <dsp:nvSpPr>
        <dsp:cNvPr id="0" name=""/>
        <dsp:cNvSpPr/>
      </dsp:nvSpPr>
      <dsp:spPr>
        <a:xfrm>
          <a:off x="1398905" y="2850531"/>
          <a:ext cx="764283" cy="363729"/>
        </a:xfrm>
        <a:custGeom>
          <a:avLst/>
          <a:gdLst/>
          <a:ahLst/>
          <a:cxnLst/>
          <a:rect l="0" t="0" r="0" b="0"/>
          <a:pathLst>
            <a:path>
              <a:moveTo>
                <a:pt x="0" y="0"/>
              </a:moveTo>
              <a:lnTo>
                <a:pt x="0" y="247871"/>
              </a:lnTo>
              <a:lnTo>
                <a:pt x="764283" y="247871"/>
              </a:lnTo>
              <a:lnTo>
                <a:pt x="764283" y="363729"/>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73CF8F-2372-49F3-9DE9-91DBE3412F46}">
      <dsp:nvSpPr>
        <dsp:cNvPr id="0" name=""/>
        <dsp:cNvSpPr/>
      </dsp:nvSpPr>
      <dsp:spPr>
        <a:xfrm>
          <a:off x="634621" y="2850531"/>
          <a:ext cx="764283" cy="363729"/>
        </a:xfrm>
        <a:custGeom>
          <a:avLst/>
          <a:gdLst/>
          <a:ahLst/>
          <a:cxnLst/>
          <a:rect l="0" t="0" r="0" b="0"/>
          <a:pathLst>
            <a:path>
              <a:moveTo>
                <a:pt x="764283" y="0"/>
              </a:moveTo>
              <a:lnTo>
                <a:pt x="764283" y="247871"/>
              </a:lnTo>
              <a:lnTo>
                <a:pt x="0" y="247871"/>
              </a:lnTo>
              <a:lnTo>
                <a:pt x="0" y="363729"/>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275DF9-4862-4349-857A-D238C0F08817}">
      <dsp:nvSpPr>
        <dsp:cNvPr id="0" name=""/>
        <dsp:cNvSpPr/>
      </dsp:nvSpPr>
      <dsp:spPr>
        <a:xfrm>
          <a:off x="1398905" y="1692641"/>
          <a:ext cx="3821418" cy="363729"/>
        </a:xfrm>
        <a:custGeom>
          <a:avLst/>
          <a:gdLst/>
          <a:ahLst/>
          <a:cxnLst/>
          <a:rect l="0" t="0" r="0" b="0"/>
          <a:pathLst>
            <a:path>
              <a:moveTo>
                <a:pt x="3821418" y="0"/>
              </a:moveTo>
              <a:lnTo>
                <a:pt x="3821418" y="247871"/>
              </a:lnTo>
              <a:lnTo>
                <a:pt x="0" y="247871"/>
              </a:lnTo>
              <a:lnTo>
                <a:pt x="0" y="36372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1F23F8-BC01-4CFE-8097-DB5D4D90AAAB}">
      <dsp:nvSpPr>
        <dsp:cNvPr id="0" name=""/>
        <dsp:cNvSpPr/>
      </dsp:nvSpPr>
      <dsp:spPr>
        <a:xfrm>
          <a:off x="4595000" y="898481"/>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DCDAFB-9D99-4665-ADBB-63466E903D4A}">
      <dsp:nvSpPr>
        <dsp:cNvPr id="0" name=""/>
        <dsp:cNvSpPr/>
      </dsp:nvSpPr>
      <dsp:spPr>
        <a:xfrm>
          <a:off x="4733961" y="103049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Project Scope</a:t>
          </a:r>
        </a:p>
      </dsp:txBody>
      <dsp:txXfrm>
        <a:off x="4757221" y="1053753"/>
        <a:ext cx="1204126" cy="747640"/>
      </dsp:txXfrm>
    </dsp:sp>
    <dsp:sp modelId="{5FCE555D-A897-49E0-9130-57C9A9EE8917}">
      <dsp:nvSpPr>
        <dsp:cNvPr id="0" name=""/>
        <dsp:cNvSpPr/>
      </dsp:nvSpPr>
      <dsp:spPr>
        <a:xfrm>
          <a:off x="773582" y="2056371"/>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E95F25-5232-4E91-9E0E-86CE995ED199}">
      <dsp:nvSpPr>
        <dsp:cNvPr id="0" name=""/>
        <dsp:cNvSpPr/>
      </dsp:nvSpPr>
      <dsp:spPr>
        <a:xfrm>
          <a:off x="912542" y="218838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Complexity</a:t>
          </a:r>
        </a:p>
      </dsp:txBody>
      <dsp:txXfrm>
        <a:off x="935802" y="2211643"/>
        <a:ext cx="1204126" cy="747640"/>
      </dsp:txXfrm>
    </dsp:sp>
    <dsp:sp modelId="{DF7F889C-1D0C-44F1-92B7-C3EA5F1AC971}">
      <dsp:nvSpPr>
        <dsp:cNvPr id="0" name=""/>
        <dsp:cNvSpPr/>
      </dsp:nvSpPr>
      <dsp:spPr>
        <a:xfrm>
          <a:off x="9298" y="3214260"/>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5C32C6-40C4-42F5-8ED8-9D9B6FC27188}">
      <dsp:nvSpPr>
        <dsp:cNvPr id="0" name=""/>
        <dsp:cNvSpPr/>
      </dsp:nvSpPr>
      <dsp:spPr>
        <a:xfrm>
          <a:off x="148259" y="334627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Assume no new invention of technology </a:t>
          </a:r>
        </a:p>
      </dsp:txBody>
      <dsp:txXfrm>
        <a:off x="171519" y="3369533"/>
        <a:ext cx="1204126" cy="747640"/>
      </dsp:txXfrm>
    </dsp:sp>
    <dsp:sp modelId="{C1EED29D-7FA2-47A7-8FC3-95047349D2F8}">
      <dsp:nvSpPr>
        <dsp:cNvPr id="0" name=""/>
        <dsp:cNvSpPr/>
      </dsp:nvSpPr>
      <dsp:spPr>
        <a:xfrm>
          <a:off x="1537865" y="3214260"/>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26E56F-52F5-4277-BF18-8C496767EA5A}">
      <dsp:nvSpPr>
        <dsp:cNvPr id="0" name=""/>
        <dsp:cNvSpPr/>
      </dsp:nvSpPr>
      <dsp:spPr>
        <a:xfrm>
          <a:off x="1676826" y="334627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Leverage existing APTIM capabilities </a:t>
          </a:r>
        </a:p>
      </dsp:txBody>
      <dsp:txXfrm>
        <a:off x="1700086" y="3369533"/>
        <a:ext cx="1204126" cy="747640"/>
      </dsp:txXfrm>
    </dsp:sp>
    <dsp:sp modelId="{74C58B10-E5C6-43D3-AEAD-BAB9F36929F7}">
      <dsp:nvSpPr>
        <dsp:cNvPr id="0" name=""/>
        <dsp:cNvSpPr/>
      </dsp:nvSpPr>
      <dsp:spPr>
        <a:xfrm>
          <a:off x="4595000" y="2056371"/>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E54C41-9B69-4F78-A7A0-25D602210C4E}">
      <dsp:nvSpPr>
        <dsp:cNvPr id="0" name=""/>
        <dsp:cNvSpPr/>
      </dsp:nvSpPr>
      <dsp:spPr>
        <a:xfrm>
          <a:off x="4733961" y="218838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Focus</a:t>
          </a:r>
        </a:p>
      </dsp:txBody>
      <dsp:txXfrm>
        <a:off x="4757221" y="2211643"/>
        <a:ext cx="1204126" cy="747640"/>
      </dsp:txXfrm>
    </dsp:sp>
    <dsp:sp modelId="{C38DE57C-065B-40B2-BEBD-556290799360}">
      <dsp:nvSpPr>
        <dsp:cNvPr id="0" name=""/>
        <dsp:cNvSpPr/>
      </dsp:nvSpPr>
      <dsp:spPr>
        <a:xfrm>
          <a:off x="3066433" y="3214260"/>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BB4F7B-E13B-4DFE-B15D-7DED4959F594}">
      <dsp:nvSpPr>
        <dsp:cNvPr id="0" name=""/>
        <dsp:cNvSpPr/>
      </dsp:nvSpPr>
      <dsp:spPr>
        <a:xfrm>
          <a:off x="3205393" y="334627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Utility</a:t>
          </a:r>
        </a:p>
      </dsp:txBody>
      <dsp:txXfrm>
        <a:off x="3228653" y="3369533"/>
        <a:ext cx="1204126" cy="747640"/>
      </dsp:txXfrm>
    </dsp:sp>
    <dsp:sp modelId="{7B2F6CF9-9255-49A1-8E44-6AD561BC6432}">
      <dsp:nvSpPr>
        <dsp:cNvPr id="0" name=""/>
        <dsp:cNvSpPr/>
      </dsp:nvSpPr>
      <dsp:spPr>
        <a:xfrm>
          <a:off x="4595000" y="3214260"/>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927BCA-4CF8-44DE-9F8A-BB4AB6050C8E}">
      <dsp:nvSpPr>
        <dsp:cNvPr id="0" name=""/>
        <dsp:cNvSpPr/>
      </dsp:nvSpPr>
      <dsp:spPr>
        <a:xfrm>
          <a:off x="4733961" y="334627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Customer</a:t>
          </a:r>
        </a:p>
      </dsp:txBody>
      <dsp:txXfrm>
        <a:off x="4757221" y="3369533"/>
        <a:ext cx="1204126" cy="747640"/>
      </dsp:txXfrm>
    </dsp:sp>
    <dsp:sp modelId="{3351E779-F6C9-46C2-99D4-4EED2259D109}">
      <dsp:nvSpPr>
        <dsp:cNvPr id="0" name=""/>
        <dsp:cNvSpPr/>
      </dsp:nvSpPr>
      <dsp:spPr>
        <a:xfrm>
          <a:off x="6123568" y="3214260"/>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8D6570-F4A1-424C-B484-E260E47E5F6E}">
      <dsp:nvSpPr>
        <dsp:cNvPr id="0" name=""/>
        <dsp:cNvSpPr/>
      </dsp:nvSpPr>
      <dsp:spPr>
        <a:xfrm>
          <a:off x="6262528" y="334627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County/City/State</a:t>
          </a:r>
        </a:p>
      </dsp:txBody>
      <dsp:txXfrm>
        <a:off x="6285788" y="3369533"/>
        <a:ext cx="1204126" cy="747640"/>
      </dsp:txXfrm>
    </dsp:sp>
    <dsp:sp modelId="{90DE277B-6820-45E8-ABC1-436200024406}">
      <dsp:nvSpPr>
        <dsp:cNvPr id="0" name=""/>
        <dsp:cNvSpPr/>
      </dsp:nvSpPr>
      <dsp:spPr>
        <a:xfrm>
          <a:off x="8416419" y="2056371"/>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96700A-3EAB-49D1-B0E5-DFF233E1E67E}">
      <dsp:nvSpPr>
        <dsp:cNvPr id="0" name=""/>
        <dsp:cNvSpPr/>
      </dsp:nvSpPr>
      <dsp:spPr>
        <a:xfrm>
          <a:off x="8555379" y="218838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Scaling</a:t>
          </a:r>
        </a:p>
      </dsp:txBody>
      <dsp:txXfrm>
        <a:off x="8578639" y="2211643"/>
        <a:ext cx="1204126" cy="747640"/>
      </dsp:txXfrm>
    </dsp:sp>
    <dsp:sp modelId="{35EE64AD-1C4D-4923-9C3A-F5855164B8E3}">
      <dsp:nvSpPr>
        <dsp:cNvPr id="0" name=""/>
        <dsp:cNvSpPr/>
      </dsp:nvSpPr>
      <dsp:spPr>
        <a:xfrm>
          <a:off x="7652135" y="3214260"/>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463962-C8DA-4EEB-962F-4FFE8591FAF3}">
      <dsp:nvSpPr>
        <dsp:cNvPr id="0" name=""/>
        <dsp:cNvSpPr/>
      </dsp:nvSpPr>
      <dsp:spPr>
        <a:xfrm>
          <a:off x="7791096" y="334627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Achievable in 1-3 years</a:t>
          </a:r>
        </a:p>
      </dsp:txBody>
      <dsp:txXfrm>
        <a:off x="7814356" y="3369533"/>
        <a:ext cx="1204126" cy="747640"/>
      </dsp:txXfrm>
    </dsp:sp>
    <dsp:sp modelId="{DBA76714-5C33-4AA1-8515-FA044AD90317}">
      <dsp:nvSpPr>
        <dsp:cNvPr id="0" name=""/>
        <dsp:cNvSpPr/>
      </dsp:nvSpPr>
      <dsp:spPr>
        <a:xfrm>
          <a:off x="9180702" y="3214260"/>
          <a:ext cx="1250646" cy="7941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791A95-20EC-42C2-99C0-941E9EDBE678}">
      <dsp:nvSpPr>
        <dsp:cNvPr id="0" name=""/>
        <dsp:cNvSpPr/>
      </dsp:nvSpPr>
      <dsp:spPr>
        <a:xfrm>
          <a:off x="9319663" y="3346273"/>
          <a:ext cx="1250646" cy="79416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Accounts for market shifts</a:t>
          </a:r>
        </a:p>
      </dsp:txBody>
      <dsp:txXfrm>
        <a:off x="9342923" y="3369533"/>
        <a:ext cx="1204126" cy="747640"/>
      </dsp:txXfrm>
    </dsp:sp>
  </dsp:spTree>
</dsp:drawing>
</file>

<file path=ppt/diagrams/layout1.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4.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5.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9A0B1A-1E6B-4DB9-B0F6-A958F4359379}"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149A2A-2FC7-440C-9AA6-4256354C6A8E}" type="slidenum">
              <a:rPr lang="en-US" smtClean="0"/>
              <a:t>‹#›</a:t>
            </a:fld>
            <a:endParaRPr lang="en-US"/>
          </a:p>
        </p:txBody>
      </p:sp>
    </p:spTree>
    <p:extLst>
      <p:ext uri="{BB962C8B-B14F-4D97-AF65-F5344CB8AC3E}">
        <p14:creationId xmlns:p14="http://schemas.microsoft.com/office/powerpoint/2010/main" val="4281165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Edit: (John) can make animation to move the seesaw </a:t>
            </a:r>
          </a:p>
        </p:txBody>
      </p:sp>
      <p:sp>
        <p:nvSpPr>
          <p:cNvPr id="4" name="Slide Number Placeholder 3"/>
          <p:cNvSpPr>
            <a:spLocks noGrp="1"/>
          </p:cNvSpPr>
          <p:nvPr>
            <p:ph type="sldNum" sz="quarter" idx="5"/>
          </p:nvPr>
        </p:nvSpPr>
        <p:spPr/>
        <p:txBody>
          <a:bodyPr/>
          <a:lstStyle/>
          <a:p>
            <a:fld id="{5D149A2A-2FC7-440C-9AA6-4256354C6A8E}" type="slidenum">
              <a:rPr lang="en-US" smtClean="0"/>
              <a:t>3</a:t>
            </a:fld>
            <a:endParaRPr lang="en-US"/>
          </a:p>
        </p:txBody>
      </p:sp>
    </p:spTree>
    <p:extLst>
      <p:ext uri="{BB962C8B-B14F-4D97-AF65-F5344CB8AC3E}">
        <p14:creationId xmlns:p14="http://schemas.microsoft.com/office/powerpoint/2010/main" val="190214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Make talking points here specific to expand on visual</a:t>
            </a:r>
          </a:p>
        </p:txBody>
      </p:sp>
      <p:sp>
        <p:nvSpPr>
          <p:cNvPr id="4" name="Slide Number Placeholder 3"/>
          <p:cNvSpPr>
            <a:spLocks noGrp="1"/>
          </p:cNvSpPr>
          <p:nvPr>
            <p:ph type="sldNum" sz="quarter" idx="5"/>
          </p:nvPr>
        </p:nvSpPr>
        <p:spPr/>
        <p:txBody>
          <a:bodyPr/>
          <a:lstStyle/>
          <a:p>
            <a:fld id="{5D149A2A-2FC7-440C-9AA6-4256354C6A8E}" type="slidenum">
              <a:rPr lang="en-US" smtClean="0"/>
              <a:t>4</a:t>
            </a:fld>
            <a:endParaRPr lang="en-US"/>
          </a:p>
        </p:txBody>
      </p:sp>
    </p:spTree>
    <p:extLst>
      <p:ext uri="{BB962C8B-B14F-4D97-AF65-F5344CB8AC3E}">
        <p14:creationId xmlns:p14="http://schemas.microsoft.com/office/powerpoint/2010/main" val="1953298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Tie directly to final concept, audience already has scope (maybe delete) </a:t>
            </a:r>
          </a:p>
          <a:p>
            <a:r>
              <a:rPr lang="en-US">
                <a:latin typeface="Calibri"/>
                <a:ea typeface="Calibri"/>
                <a:cs typeface="Calibri"/>
              </a:rPr>
              <a:t>Edit: Do not think it needs to be deleted, just the bullets cleaned up, also recommend adding animations. This slide should probably act as an introduction to what our solution actually is</a:t>
            </a:r>
          </a:p>
        </p:txBody>
      </p:sp>
      <p:sp>
        <p:nvSpPr>
          <p:cNvPr id="4" name="Slide Number Placeholder 3"/>
          <p:cNvSpPr>
            <a:spLocks noGrp="1"/>
          </p:cNvSpPr>
          <p:nvPr>
            <p:ph type="sldNum" sz="quarter" idx="5"/>
          </p:nvPr>
        </p:nvSpPr>
        <p:spPr/>
        <p:txBody>
          <a:bodyPr/>
          <a:lstStyle/>
          <a:p>
            <a:fld id="{5D149A2A-2FC7-440C-9AA6-4256354C6A8E}" type="slidenum">
              <a:rPr lang="en-US" smtClean="0"/>
              <a:t>5</a:t>
            </a:fld>
            <a:endParaRPr lang="en-US"/>
          </a:p>
        </p:txBody>
      </p:sp>
    </p:spTree>
    <p:extLst>
      <p:ext uri="{BB962C8B-B14F-4D97-AF65-F5344CB8AC3E}">
        <p14:creationId xmlns:p14="http://schemas.microsoft.com/office/powerpoint/2010/main" val="1346476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Solid, maybe split into two slides with an intro to avoid overload (or add animations)</a:t>
            </a:r>
          </a:p>
          <a:p>
            <a:r>
              <a:rPr lang="en-US">
                <a:latin typeface="Calibri"/>
                <a:ea typeface="Calibri"/>
                <a:cs typeface="Calibri"/>
              </a:rPr>
              <a:t>NOTE: </a:t>
            </a:r>
            <a:r>
              <a:rPr lang="en-US" err="1">
                <a:latin typeface="Calibri"/>
                <a:ea typeface="Calibri"/>
                <a:cs typeface="Calibri"/>
              </a:rPr>
              <a:t>Im</a:t>
            </a:r>
            <a:r>
              <a:rPr lang="en-US">
                <a:latin typeface="Calibri"/>
                <a:ea typeface="Calibri"/>
                <a:cs typeface="Calibri"/>
              </a:rPr>
              <a:t> not sure if this fits in before or after we address our solution, I am assuming before, just make sure not to have specific info about our solution if that is the case</a:t>
            </a:r>
          </a:p>
        </p:txBody>
      </p:sp>
      <p:sp>
        <p:nvSpPr>
          <p:cNvPr id="4" name="Slide Number Placeholder 3"/>
          <p:cNvSpPr>
            <a:spLocks noGrp="1"/>
          </p:cNvSpPr>
          <p:nvPr>
            <p:ph type="sldNum" sz="quarter" idx="5"/>
          </p:nvPr>
        </p:nvSpPr>
        <p:spPr/>
        <p:txBody>
          <a:bodyPr/>
          <a:lstStyle/>
          <a:p>
            <a:fld id="{5D149A2A-2FC7-440C-9AA6-4256354C6A8E}" type="slidenum">
              <a:rPr lang="en-US" smtClean="0"/>
              <a:t>6</a:t>
            </a:fld>
            <a:endParaRPr lang="en-US"/>
          </a:p>
        </p:txBody>
      </p:sp>
    </p:spTree>
    <p:extLst>
      <p:ext uri="{BB962C8B-B14F-4D97-AF65-F5344CB8AC3E}">
        <p14:creationId xmlns:p14="http://schemas.microsoft.com/office/powerpoint/2010/main" val="3561821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Very good they like this slide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a:ea typeface="Calibri"/>
                <a:cs typeface="Calibri"/>
              </a:rPr>
              <a:t>NOTE: </a:t>
            </a:r>
            <a:r>
              <a:rPr lang="en-US" err="1">
                <a:latin typeface="Calibri"/>
                <a:ea typeface="Calibri"/>
                <a:cs typeface="Calibri"/>
              </a:rPr>
              <a:t>Im</a:t>
            </a:r>
            <a:r>
              <a:rPr lang="en-US">
                <a:latin typeface="Calibri"/>
                <a:ea typeface="Calibri"/>
                <a:cs typeface="Calibri"/>
              </a:rPr>
              <a:t> not sure if this fits in before or after we address our solution, I am assuming before, just make sure not to have specific info about our solution if that is the case</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5D149A2A-2FC7-440C-9AA6-4256354C6A8E}" type="slidenum">
              <a:rPr lang="en-US" smtClean="0"/>
              <a:t>7</a:t>
            </a:fld>
            <a:endParaRPr lang="en-US"/>
          </a:p>
        </p:txBody>
      </p:sp>
    </p:spTree>
    <p:extLst>
      <p:ext uri="{BB962C8B-B14F-4D97-AF65-F5344CB8AC3E}">
        <p14:creationId xmlns:p14="http://schemas.microsoft.com/office/powerpoint/2010/main" val="406729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Merge content from 10 with formatting of 8 and visuals, highlight </a:t>
            </a:r>
            <a:r>
              <a:rPr lang="en-US" err="1">
                <a:latin typeface="Calibri"/>
                <a:ea typeface="Calibri"/>
                <a:cs typeface="Calibri"/>
              </a:rPr>
              <a:t>aptim</a:t>
            </a:r>
            <a:r>
              <a:rPr lang="en-US">
                <a:latin typeface="Calibri"/>
                <a:ea typeface="Calibri"/>
                <a:cs typeface="Calibri"/>
              </a:rPr>
              <a:t> with a box or color etc</a:t>
            </a:r>
          </a:p>
        </p:txBody>
      </p:sp>
      <p:sp>
        <p:nvSpPr>
          <p:cNvPr id="4" name="Slide Number Placeholder 3"/>
          <p:cNvSpPr>
            <a:spLocks noGrp="1"/>
          </p:cNvSpPr>
          <p:nvPr>
            <p:ph type="sldNum" sz="quarter" idx="5"/>
          </p:nvPr>
        </p:nvSpPr>
        <p:spPr/>
        <p:txBody>
          <a:bodyPr/>
          <a:lstStyle/>
          <a:p>
            <a:fld id="{5D149A2A-2FC7-440C-9AA6-4256354C6A8E}" type="slidenum">
              <a:rPr lang="en-US" smtClean="0"/>
              <a:t>8</a:t>
            </a:fld>
            <a:endParaRPr lang="en-US"/>
          </a:p>
        </p:txBody>
      </p:sp>
    </p:spTree>
    <p:extLst>
      <p:ext uri="{BB962C8B-B14F-4D97-AF65-F5344CB8AC3E}">
        <p14:creationId xmlns:p14="http://schemas.microsoft.com/office/powerpoint/2010/main" val="2295394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Compact the chart maybe </a:t>
            </a:r>
          </a:p>
        </p:txBody>
      </p:sp>
      <p:sp>
        <p:nvSpPr>
          <p:cNvPr id="4" name="Slide Number Placeholder 3"/>
          <p:cNvSpPr>
            <a:spLocks noGrp="1"/>
          </p:cNvSpPr>
          <p:nvPr>
            <p:ph type="sldNum" sz="quarter" idx="5"/>
          </p:nvPr>
        </p:nvSpPr>
        <p:spPr/>
        <p:txBody>
          <a:bodyPr/>
          <a:lstStyle/>
          <a:p>
            <a:fld id="{5D149A2A-2FC7-440C-9AA6-4256354C6A8E}" type="slidenum">
              <a:rPr lang="en-US" smtClean="0"/>
              <a:t>9</a:t>
            </a:fld>
            <a:endParaRPr lang="en-US"/>
          </a:p>
        </p:txBody>
      </p:sp>
    </p:spTree>
    <p:extLst>
      <p:ext uri="{BB962C8B-B14F-4D97-AF65-F5344CB8AC3E}">
        <p14:creationId xmlns:p14="http://schemas.microsoft.com/office/powerpoint/2010/main" val="4245229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Highlighting </a:t>
            </a:r>
            <a:r>
              <a:rPr lang="en-US" err="1">
                <a:latin typeface="Calibri"/>
                <a:ea typeface="Calibri"/>
                <a:cs typeface="Calibri"/>
              </a:rPr>
              <a:t>aptim</a:t>
            </a:r>
            <a:r>
              <a:rPr lang="en-US">
                <a:latin typeface="Calibri"/>
                <a:ea typeface="Calibri"/>
                <a:cs typeface="Calibri"/>
              </a:rPr>
              <a:t> wins is good, fix sizing/format </a:t>
            </a:r>
          </a:p>
        </p:txBody>
      </p:sp>
      <p:sp>
        <p:nvSpPr>
          <p:cNvPr id="4" name="Slide Number Placeholder 3"/>
          <p:cNvSpPr>
            <a:spLocks noGrp="1"/>
          </p:cNvSpPr>
          <p:nvPr>
            <p:ph type="sldNum" sz="quarter" idx="5"/>
          </p:nvPr>
        </p:nvSpPr>
        <p:spPr/>
        <p:txBody>
          <a:bodyPr/>
          <a:lstStyle/>
          <a:p>
            <a:fld id="{5D149A2A-2FC7-440C-9AA6-4256354C6A8E}" type="slidenum">
              <a:rPr lang="en-US" smtClean="0"/>
              <a:t>10</a:t>
            </a:fld>
            <a:endParaRPr lang="en-US"/>
          </a:p>
        </p:txBody>
      </p:sp>
    </p:spTree>
    <p:extLst>
      <p:ext uri="{BB962C8B-B14F-4D97-AF65-F5344CB8AC3E}">
        <p14:creationId xmlns:p14="http://schemas.microsoft.com/office/powerpoint/2010/main" val="2916621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DBF6-2359-BA45-F67A-C67A0B6E0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002D8-0270-F5DC-CBED-560D9795F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7A958C-BA5F-0512-1AAA-DB82AFFDD668}"/>
              </a:ext>
            </a:extLst>
          </p:cNvPr>
          <p:cNvSpPr>
            <a:spLocks noGrp="1"/>
          </p:cNvSpPr>
          <p:nvPr>
            <p:ph type="body" idx="1"/>
          </p:nvPr>
        </p:nvSpPr>
        <p:spPr/>
        <p:txBody>
          <a:bodyPr/>
          <a:lstStyle/>
          <a:p>
            <a:r>
              <a:rPr lang="en-US">
                <a:latin typeface="Calibri"/>
                <a:ea typeface="Calibri"/>
                <a:cs typeface="Calibri"/>
              </a:rPr>
              <a:t>Highlighting </a:t>
            </a:r>
            <a:r>
              <a:rPr lang="en-US" err="1">
                <a:latin typeface="Calibri"/>
                <a:ea typeface="Calibri"/>
                <a:cs typeface="Calibri"/>
              </a:rPr>
              <a:t>aptim</a:t>
            </a:r>
            <a:r>
              <a:rPr lang="en-US">
                <a:latin typeface="Calibri"/>
                <a:ea typeface="Calibri"/>
                <a:cs typeface="Calibri"/>
              </a:rPr>
              <a:t> wins is good, fix sizing/format </a:t>
            </a:r>
          </a:p>
        </p:txBody>
      </p:sp>
      <p:sp>
        <p:nvSpPr>
          <p:cNvPr id="4" name="Slide Number Placeholder 3">
            <a:extLst>
              <a:ext uri="{FF2B5EF4-FFF2-40B4-BE49-F238E27FC236}">
                <a16:creationId xmlns:a16="http://schemas.microsoft.com/office/drawing/2014/main" id="{F6E4F0E2-14AC-C64F-1D10-0DEE88D9B2BB}"/>
              </a:ext>
            </a:extLst>
          </p:cNvPr>
          <p:cNvSpPr>
            <a:spLocks noGrp="1"/>
          </p:cNvSpPr>
          <p:nvPr>
            <p:ph type="sldNum" sz="quarter" idx="5"/>
          </p:nvPr>
        </p:nvSpPr>
        <p:spPr/>
        <p:txBody>
          <a:bodyPr/>
          <a:lstStyle/>
          <a:p>
            <a:fld id="{5D149A2A-2FC7-440C-9AA6-4256354C6A8E}" type="slidenum">
              <a:rPr lang="en-US" smtClean="0"/>
              <a:t>11</a:t>
            </a:fld>
            <a:endParaRPr lang="en-US"/>
          </a:p>
        </p:txBody>
      </p:sp>
    </p:spTree>
    <p:extLst>
      <p:ext uri="{BB962C8B-B14F-4D97-AF65-F5344CB8AC3E}">
        <p14:creationId xmlns:p14="http://schemas.microsoft.com/office/powerpoint/2010/main" val="97538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probably needs to go much earlier in the presentation (after key goals)</a:t>
            </a:r>
          </a:p>
        </p:txBody>
      </p:sp>
      <p:sp>
        <p:nvSpPr>
          <p:cNvPr id="4" name="Slide Number Placeholder 3"/>
          <p:cNvSpPr>
            <a:spLocks noGrp="1"/>
          </p:cNvSpPr>
          <p:nvPr>
            <p:ph type="sldNum" sz="quarter" idx="5"/>
          </p:nvPr>
        </p:nvSpPr>
        <p:spPr/>
        <p:txBody>
          <a:bodyPr/>
          <a:lstStyle/>
          <a:p>
            <a:fld id="{5D149A2A-2FC7-440C-9AA6-4256354C6A8E}" type="slidenum">
              <a:rPr lang="en-US" smtClean="0"/>
              <a:t>12</a:t>
            </a:fld>
            <a:endParaRPr lang="en-US"/>
          </a:p>
        </p:txBody>
      </p:sp>
    </p:spTree>
    <p:extLst>
      <p:ext uri="{BB962C8B-B14F-4D97-AF65-F5344CB8AC3E}">
        <p14:creationId xmlns:p14="http://schemas.microsoft.com/office/powerpoint/2010/main" val="3107853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Practice timing of animations (applies to all of them whole presentation), condense paragraphs into bullet points, lots of words in screen, information is good to use in notes</a:t>
            </a:r>
          </a:p>
        </p:txBody>
      </p:sp>
      <p:sp>
        <p:nvSpPr>
          <p:cNvPr id="4" name="Slide Number Placeholder 3"/>
          <p:cNvSpPr>
            <a:spLocks noGrp="1"/>
          </p:cNvSpPr>
          <p:nvPr>
            <p:ph type="sldNum" sz="quarter" idx="5"/>
          </p:nvPr>
        </p:nvSpPr>
        <p:spPr/>
        <p:txBody>
          <a:bodyPr/>
          <a:lstStyle/>
          <a:p>
            <a:fld id="{5D149A2A-2FC7-440C-9AA6-4256354C6A8E}" type="slidenum">
              <a:rPr lang="en-US" smtClean="0"/>
              <a:t>14</a:t>
            </a:fld>
            <a:endParaRPr lang="en-US"/>
          </a:p>
        </p:txBody>
      </p:sp>
    </p:spTree>
    <p:extLst>
      <p:ext uri="{BB962C8B-B14F-4D97-AF65-F5344CB8AC3E}">
        <p14:creationId xmlns:p14="http://schemas.microsoft.com/office/powerpoint/2010/main" val="954426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One or two slides, build this </a:t>
            </a:r>
            <a:r>
              <a:rPr lang="en-US" err="1">
                <a:latin typeface="Calibri"/>
                <a:ea typeface="Calibri"/>
                <a:cs typeface="Calibri"/>
              </a:rPr>
              <a:t>cho</a:t>
            </a:r>
            <a:r>
              <a:rPr lang="en-US">
                <a:latin typeface="Calibri"/>
                <a:ea typeface="Calibri"/>
                <a:cs typeface="Calibri"/>
              </a:rPr>
              <a:t>ice into the entire presentation (market), how did we decide which state to launch in, maybe introduce service concept earlier, look at flow of </a:t>
            </a:r>
            <a:r>
              <a:rPr lang="en-US" err="1">
                <a:latin typeface="Calibri"/>
                <a:ea typeface="Calibri"/>
                <a:cs typeface="Calibri"/>
              </a:rPr>
              <a:t>informaiton</a:t>
            </a:r>
            <a:r>
              <a:rPr lang="en-US">
                <a:latin typeface="Calibri"/>
                <a:ea typeface="Calibri"/>
                <a:cs typeface="Calibri"/>
              </a:rPr>
              <a:t>, focus more on the short term success on why we chose </a:t>
            </a:r>
            <a:r>
              <a:rPr lang="en-US" err="1">
                <a:latin typeface="Calibri"/>
                <a:ea typeface="Calibri"/>
                <a:cs typeface="Calibri"/>
              </a:rPr>
              <a:t>michigan</a:t>
            </a:r>
            <a:r>
              <a:rPr lang="en-US">
                <a:latin typeface="Calibri"/>
                <a:ea typeface="Calibri"/>
                <a:cs typeface="Calibri"/>
              </a:rPr>
              <a:t>, negatives of other states can go on future timeline   </a:t>
            </a:r>
          </a:p>
        </p:txBody>
      </p:sp>
      <p:sp>
        <p:nvSpPr>
          <p:cNvPr id="4" name="Slide Number Placeholder 3"/>
          <p:cNvSpPr>
            <a:spLocks noGrp="1"/>
          </p:cNvSpPr>
          <p:nvPr>
            <p:ph type="sldNum" sz="quarter" idx="5"/>
          </p:nvPr>
        </p:nvSpPr>
        <p:spPr/>
        <p:txBody>
          <a:bodyPr/>
          <a:lstStyle/>
          <a:p>
            <a:fld id="{5D149A2A-2FC7-440C-9AA6-4256354C6A8E}" type="slidenum">
              <a:rPr lang="en-US" smtClean="0"/>
              <a:t>15</a:t>
            </a:fld>
            <a:endParaRPr lang="en-US"/>
          </a:p>
        </p:txBody>
      </p:sp>
    </p:spTree>
    <p:extLst>
      <p:ext uri="{BB962C8B-B14F-4D97-AF65-F5344CB8AC3E}">
        <p14:creationId xmlns:p14="http://schemas.microsoft.com/office/powerpoint/2010/main" val="3105861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Notes: might be light on slides currently, talking fast when nervous makes it go by faster and we currently have 1-2 minutes per slide. Practice </a:t>
            </a:r>
            <a:r>
              <a:rPr lang="en-US" err="1">
                <a:latin typeface="Calibri"/>
                <a:ea typeface="Calibri"/>
                <a:cs typeface="Calibri"/>
              </a:rPr>
              <a:t>practice</a:t>
            </a:r>
            <a:r>
              <a:rPr lang="en-US">
                <a:latin typeface="Calibri"/>
                <a:ea typeface="Calibri"/>
                <a:cs typeface="Calibri"/>
              </a:rPr>
              <a:t> </a:t>
            </a:r>
            <a:r>
              <a:rPr lang="en-US" err="1">
                <a:latin typeface="Calibri"/>
                <a:ea typeface="Calibri"/>
                <a:cs typeface="Calibri"/>
              </a:rPr>
              <a:t>practice</a:t>
            </a:r>
            <a:r>
              <a:rPr lang="en-US">
                <a:latin typeface="Calibri"/>
                <a:ea typeface="Calibri"/>
                <a:cs typeface="Calibri"/>
              </a:rPr>
              <a:t>, if hitting 20 minutes in relaxed setting</a:t>
            </a:r>
            <a:endParaRPr lang="en-US"/>
          </a:p>
        </p:txBody>
      </p:sp>
      <p:sp>
        <p:nvSpPr>
          <p:cNvPr id="4" name="Slide Number Placeholder 3"/>
          <p:cNvSpPr>
            <a:spLocks noGrp="1"/>
          </p:cNvSpPr>
          <p:nvPr>
            <p:ph type="sldNum" sz="quarter" idx="5"/>
          </p:nvPr>
        </p:nvSpPr>
        <p:spPr/>
        <p:txBody>
          <a:bodyPr/>
          <a:lstStyle/>
          <a:p>
            <a:fld id="{5D149A2A-2FC7-440C-9AA6-4256354C6A8E}" type="slidenum">
              <a:rPr lang="en-US" smtClean="0"/>
              <a:t>17</a:t>
            </a:fld>
            <a:endParaRPr lang="en-US"/>
          </a:p>
        </p:txBody>
      </p:sp>
    </p:spTree>
    <p:extLst>
      <p:ext uri="{BB962C8B-B14F-4D97-AF65-F5344CB8AC3E}">
        <p14:creationId xmlns:p14="http://schemas.microsoft.com/office/powerpoint/2010/main" val="1694334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No work cited, make a running list of sources though so we can put them at the bottoms of tables (mainly graphs) </a:t>
            </a:r>
          </a:p>
        </p:txBody>
      </p:sp>
      <p:sp>
        <p:nvSpPr>
          <p:cNvPr id="4" name="Slide Number Placeholder 3"/>
          <p:cNvSpPr>
            <a:spLocks noGrp="1"/>
          </p:cNvSpPr>
          <p:nvPr>
            <p:ph type="sldNum" sz="quarter" idx="5"/>
          </p:nvPr>
        </p:nvSpPr>
        <p:spPr/>
        <p:txBody>
          <a:bodyPr/>
          <a:lstStyle/>
          <a:p>
            <a:fld id="{5D149A2A-2FC7-440C-9AA6-4256354C6A8E}" type="slidenum">
              <a:rPr lang="en-US" smtClean="0"/>
              <a:t>18</a:t>
            </a:fld>
            <a:endParaRPr lang="en-US"/>
          </a:p>
        </p:txBody>
      </p:sp>
    </p:spTree>
    <p:extLst>
      <p:ext uri="{BB962C8B-B14F-4D97-AF65-F5344CB8AC3E}">
        <p14:creationId xmlns:p14="http://schemas.microsoft.com/office/powerpoint/2010/main" val="1204086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2">
            <a:alphaModFix amt="77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13673-AC37-B39E-8A7B-BA943527A949}"/>
              </a:ext>
            </a:extLst>
          </p:cNvPr>
          <p:cNvSpPr>
            <a:spLocks noGrp="1"/>
          </p:cNvSpPr>
          <p:nvPr>
            <p:ph type="ctrTitle"/>
          </p:nvPr>
        </p:nvSpPr>
        <p:spPr>
          <a:xfrm>
            <a:off x="1524000" y="1122363"/>
            <a:ext cx="9144000" cy="2387600"/>
          </a:xfrm>
        </p:spPr>
        <p:txBody>
          <a:bodyPr anchor="b"/>
          <a:lstStyle>
            <a:lvl1pPr algn="ctr">
              <a:defRPr sz="3200"/>
            </a:lvl1pPr>
          </a:lstStyle>
          <a:p>
            <a:r>
              <a:rPr lang="en-US"/>
              <a:t>Click to edit Master title style</a:t>
            </a:r>
          </a:p>
        </p:txBody>
      </p:sp>
      <p:sp>
        <p:nvSpPr>
          <p:cNvPr id="3" name="Subtitle 2">
            <a:extLst>
              <a:ext uri="{FF2B5EF4-FFF2-40B4-BE49-F238E27FC236}">
                <a16:creationId xmlns:a16="http://schemas.microsoft.com/office/drawing/2014/main" id="{1E3665D3-1E0D-3329-CCBE-693E32EF86C5}"/>
              </a:ext>
            </a:extLst>
          </p:cNvPr>
          <p:cNvSpPr>
            <a:spLocks noGrp="1"/>
          </p:cNvSpPr>
          <p:nvPr>
            <p:ph type="subTitle" idx="1"/>
          </p:nvPr>
        </p:nvSpPr>
        <p:spPr>
          <a:xfrm>
            <a:off x="1524000" y="3602038"/>
            <a:ext cx="9144000" cy="1655762"/>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E2338F-9D96-8B9D-DBAB-78900D5AEFDD}"/>
              </a:ext>
            </a:extLst>
          </p:cNvPr>
          <p:cNvSpPr>
            <a:spLocks noGrp="1"/>
          </p:cNvSpPr>
          <p:nvPr>
            <p:ph type="dt" sz="half" idx="10"/>
          </p:nvPr>
        </p:nvSpPr>
        <p:spPr/>
        <p:txBody>
          <a:bodyPr/>
          <a:lstStyle/>
          <a:p>
            <a:fld id="{DC67AFDC-715F-40FC-9DA6-4D8705C5DA61}" type="datetime1">
              <a:rPr lang="en-US" smtClean="0"/>
              <a:t>7/24/2026</a:t>
            </a:fld>
            <a:endParaRPr lang="en-US"/>
          </a:p>
        </p:txBody>
      </p:sp>
      <p:sp>
        <p:nvSpPr>
          <p:cNvPr id="5" name="Footer Placeholder 4">
            <a:extLst>
              <a:ext uri="{FF2B5EF4-FFF2-40B4-BE49-F238E27FC236}">
                <a16:creationId xmlns:a16="http://schemas.microsoft.com/office/drawing/2014/main" id="{434BF103-2ED7-FA37-9B9A-AC3F50823BC4}"/>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7962DA50-39DC-3A5E-B5A8-8C542CB86DA3}"/>
              </a:ext>
            </a:extLst>
          </p:cNvPr>
          <p:cNvSpPr>
            <a:spLocks noGrp="1"/>
          </p:cNvSpPr>
          <p:nvPr>
            <p:ph type="sldNum" sz="quarter" idx="12"/>
          </p:nvPr>
        </p:nvSpPr>
        <p:spPr/>
        <p:txBody>
          <a:bodyPr/>
          <a:lstStyle/>
          <a:p>
            <a:fld id="{F8F6B9CD-BE6B-498B-93B3-0FAD7ADE75E3}" type="slidenum">
              <a:rPr lang="en-US" smtClean="0"/>
              <a:t>‹#›</a:t>
            </a:fld>
            <a:endParaRPr lang="en-US"/>
          </a:p>
        </p:txBody>
      </p:sp>
    </p:spTree>
    <p:extLst>
      <p:ext uri="{BB962C8B-B14F-4D97-AF65-F5344CB8AC3E}">
        <p14:creationId xmlns:p14="http://schemas.microsoft.com/office/powerpoint/2010/main" val="2411076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8FB35-9044-26FD-96FD-EF9B7CE00FC7}"/>
              </a:ext>
            </a:extLst>
          </p:cNvPr>
          <p:cNvSpPr>
            <a:spLocks noGrp="1"/>
          </p:cNvSpPr>
          <p:nvPr>
            <p:ph type="title"/>
          </p:nvPr>
        </p:nvSpPr>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04EE2181-5A43-42AB-BDE3-B8808AF84290}"/>
              </a:ext>
            </a:extLst>
          </p:cNvPr>
          <p:cNvSpPr>
            <a:spLocks noGrp="1"/>
          </p:cNvSpPr>
          <p:nvPr>
            <p:ph idx="1"/>
          </p:nvPr>
        </p:nvSpPr>
        <p:spPr>
          <a:xfrm>
            <a:off x="609600" y="1600200"/>
            <a:ext cx="10972800" cy="4686299"/>
          </a:xfrm>
        </p:spPr>
        <p:txBody>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11269-9398-A1FD-959A-EA4507898D56}"/>
              </a:ext>
            </a:extLst>
          </p:cNvPr>
          <p:cNvSpPr>
            <a:spLocks noGrp="1"/>
          </p:cNvSpPr>
          <p:nvPr>
            <p:ph type="dt" sz="half" idx="10"/>
          </p:nvPr>
        </p:nvSpPr>
        <p:spPr/>
        <p:txBody>
          <a:bodyPr/>
          <a:lstStyle/>
          <a:p>
            <a:fld id="{DB3DA5AF-7E39-4F37-9E86-A65FA3BDE287}" type="datetime1">
              <a:rPr lang="en-US" smtClean="0"/>
              <a:t>7/24/2026</a:t>
            </a:fld>
            <a:endParaRPr lang="en-US"/>
          </a:p>
        </p:txBody>
      </p:sp>
      <p:sp>
        <p:nvSpPr>
          <p:cNvPr id="5" name="Footer Placeholder 4">
            <a:extLst>
              <a:ext uri="{FF2B5EF4-FFF2-40B4-BE49-F238E27FC236}">
                <a16:creationId xmlns:a16="http://schemas.microsoft.com/office/drawing/2014/main" id="{0CF4604C-B895-44BE-ABB1-734EACFD470D}"/>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503FD7D9-E99B-440B-99E0-D9714C52B6EC}"/>
              </a:ext>
            </a:extLst>
          </p:cNvPr>
          <p:cNvSpPr>
            <a:spLocks noGrp="1"/>
          </p:cNvSpPr>
          <p:nvPr>
            <p:ph type="sldNum" sz="quarter" idx="12"/>
          </p:nvPr>
        </p:nvSpPr>
        <p:spPr/>
        <p:txBody>
          <a:bodyPr/>
          <a:lstStyle/>
          <a:p>
            <a:fld id="{F8F6B9CD-BE6B-498B-93B3-0FAD7ADE75E3}" type="slidenum">
              <a:rPr lang="en-US" smtClean="0"/>
              <a:t>‹#›</a:t>
            </a:fld>
            <a:endParaRPr lang="en-US"/>
          </a:p>
        </p:txBody>
      </p:sp>
    </p:spTree>
    <p:extLst>
      <p:ext uri="{BB962C8B-B14F-4D97-AF65-F5344CB8AC3E}">
        <p14:creationId xmlns:p14="http://schemas.microsoft.com/office/powerpoint/2010/main" val="3028491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8FB35-9044-26FD-96FD-EF9B7CE00FC7}"/>
              </a:ext>
            </a:extLst>
          </p:cNvPr>
          <p:cNvSpPr>
            <a:spLocks noGrp="1"/>
          </p:cNvSpPr>
          <p:nvPr>
            <p:ph type="title"/>
          </p:nvPr>
        </p:nvSpPr>
        <p:spPr/>
        <p:txBody>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04EE2181-5A43-42AB-BDE3-B8808AF84290}"/>
              </a:ext>
            </a:extLst>
          </p:cNvPr>
          <p:cNvSpPr>
            <a:spLocks noGrp="1"/>
          </p:cNvSpPr>
          <p:nvPr>
            <p:ph idx="1"/>
          </p:nvPr>
        </p:nvSpPr>
        <p:spPr>
          <a:xfrm>
            <a:off x="609600" y="1600200"/>
            <a:ext cx="10972800" cy="46862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11269-9398-A1FD-959A-EA4507898D56}"/>
              </a:ext>
            </a:extLst>
          </p:cNvPr>
          <p:cNvSpPr>
            <a:spLocks noGrp="1"/>
          </p:cNvSpPr>
          <p:nvPr>
            <p:ph type="dt" sz="half" idx="10"/>
          </p:nvPr>
        </p:nvSpPr>
        <p:spPr/>
        <p:txBody>
          <a:bodyPr/>
          <a:lstStyle/>
          <a:p>
            <a:fld id="{80ABE404-C58B-49EE-A54D-39345E663D95}" type="datetime1">
              <a:rPr lang="en-US" smtClean="0"/>
              <a:t>7/24/2026</a:t>
            </a:fld>
            <a:endParaRPr lang="en-US"/>
          </a:p>
        </p:txBody>
      </p:sp>
      <p:sp>
        <p:nvSpPr>
          <p:cNvPr id="5" name="Footer Placeholder 4">
            <a:extLst>
              <a:ext uri="{FF2B5EF4-FFF2-40B4-BE49-F238E27FC236}">
                <a16:creationId xmlns:a16="http://schemas.microsoft.com/office/drawing/2014/main" id="{0CF4604C-B895-44BE-ABB1-734EACFD470D}"/>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503FD7D9-E99B-440B-99E0-D9714C52B6EC}"/>
              </a:ext>
            </a:extLst>
          </p:cNvPr>
          <p:cNvSpPr>
            <a:spLocks noGrp="1"/>
          </p:cNvSpPr>
          <p:nvPr>
            <p:ph type="sldNum" sz="quarter" idx="12"/>
          </p:nvPr>
        </p:nvSpPr>
        <p:spPr/>
        <p:txBody>
          <a:bodyPr/>
          <a:lstStyle/>
          <a:p>
            <a:fld id="{F8F6B9CD-BE6B-498B-93B3-0FAD7ADE75E3}" type="slidenum">
              <a:rPr lang="en-US" smtClean="0"/>
              <a:t>‹#›</a:t>
            </a:fld>
            <a:endParaRPr lang="en-US"/>
          </a:p>
        </p:txBody>
      </p:sp>
      <p:sp>
        <p:nvSpPr>
          <p:cNvPr id="8" name="Text Placeholder 7">
            <a:extLst>
              <a:ext uri="{FF2B5EF4-FFF2-40B4-BE49-F238E27FC236}">
                <a16:creationId xmlns:a16="http://schemas.microsoft.com/office/drawing/2014/main" id="{A472E239-0BF0-8FA8-8E5E-9471C18B0CDA}"/>
              </a:ext>
            </a:extLst>
          </p:cNvPr>
          <p:cNvSpPr>
            <a:spLocks noGrp="1"/>
          </p:cNvSpPr>
          <p:nvPr>
            <p:ph type="body" sz="quarter" idx="13" hasCustomPrompt="1"/>
          </p:nvPr>
        </p:nvSpPr>
        <p:spPr>
          <a:xfrm>
            <a:off x="609600" y="1236094"/>
            <a:ext cx="10972798" cy="304800"/>
          </a:xfrm>
        </p:spPr>
        <p:txBody>
          <a:bodyPr anchor="t" anchorCtr="0"/>
          <a:lstStyle>
            <a:lvl1pPr marL="0" indent="0">
              <a:spcBef>
                <a:spcPts val="0"/>
              </a:spcBef>
              <a:buFontTx/>
              <a:buNone/>
              <a:defRPr sz="2000">
                <a:solidFill>
                  <a:schemeClr val="accent3"/>
                </a:solidFill>
              </a:defRPr>
            </a:lvl1pPr>
          </a:lstStyle>
          <a:p>
            <a:pPr lvl="0"/>
            <a:r>
              <a:rPr lang="en-US" err="1"/>
              <a:t>SubTitle</a:t>
            </a:r>
            <a:endParaRPr lang="en-US"/>
          </a:p>
        </p:txBody>
      </p:sp>
    </p:spTree>
    <p:extLst>
      <p:ext uri="{BB962C8B-B14F-4D97-AF65-F5344CB8AC3E}">
        <p14:creationId xmlns:p14="http://schemas.microsoft.com/office/powerpoint/2010/main" val="2834110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1_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5C22D-294D-FDD8-79AE-511BBE44025C}"/>
              </a:ext>
            </a:extLst>
          </p:cNvPr>
          <p:cNvSpPr>
            <a:spLocks noGrp="1"/>
          </p:cNvSpPr>
          <p:nvPr>
            <p:ph type="title"/>
          </p:nvPr>
        </p:nvSpPr>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F85B712C-AEEE-5979-B760-1556A5F1345B}"/>
              </a:ext>
            </a:extLst>
          </p:cNvPr>
          <p:cNvSpPr>
            <a:spLocks noGrp="1"/>
          </p:cNvSpPr>
          <p:nvPr>
            <p:ph sz="half" idx="1"/>
          </p:nvPr>
        </p:nvSpPr>
        <p:spPr>
          <a:xfrm>
            <a:off x="612648" y="1600200"/>
            <a:ext cx="518160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A63EC8-8F46-B05C-7079-A03FECF0E629}"/>
              </a:ext>
            </a:extLst>
          </p:cNvPr>
          <p:cNvSpPr>
            <a:spLocks noGrp="1"/>
          </p:cNvSpPr>
          <p:nvPr>
            <p:ph sz="half" idx="2"/>
          </p:nvPr>
        </p:nvSpPr>
        <p:spPr>
          <a:xfrm>
            <a:off x="6378702" y="1600200"/>
            <a:ext cx="518160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1A90EC-0829-F925-C5FF-A16A8424E207}"/>
              </a:ext>
            </a:extLst>
          </p:cNvPr>
          <p:cNvSpPr>
            <a:spLocks noGrp="1"/>
          </p:cNvSpPr>
          <p:nvPr>
            <p:ph type="dt" sz="half" idx="10"/>
          </p:nvPr>
        </p:nvSpPr>
        <p:spPr/>
        <p:txBody>
          <a:bodyPr/>
          <a:lstStyle/>
          <a:p>
            <a:fld id="{890C5BEA-0B90-4EEE-B476-69CB901EF9E9}" type="datetime1">
              <a:rPr lang="en-US" smtClean="0"/>
              <a:t>7/24/2026</a:t>
            </a:fld>
            <a:endParaRPr lang="en-US"/>
          </a:p>
        </p:txBody>
      </p:sp>
      <p:sp>
        <p:nvSpPr>
          <p:cNvPr id="6" name="Footer Placeholder 5">
            <a:extLst>
              <a:ext uri="{FF2B5EF4-FFF2-40B4-BE49-F238E27FC236}">
                <a16:creationId xmlns:a16="http://schemas.microsoft.com/office/drawing/2014/main" id="{DABF1429-8B9C-0BF2-068D-E661EF1985CD}"/>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7" name="Slide Number Placeholder 6">
            <a:extLst>
              <a:ext uri="{FF2B5EF4-FFF2-40B4-BE49-F238E27FC236}">
                <a16:creationId xmlns:a16="http://schemas.microsoft.com/office/drawing/2014/main" id="{27C569F4-4EF4-5FA8-31E4-3225D16D6793}"/>
              </a:ext>
            </a:extLst>
          </p:cNvPr>
          <p:cNvSpPr>
            <a:spLocks noGrp="1"/>
          </p:cNvSpPr>
          <p:nvPr>
            <p:ph type="sldNum" sz="quarter" idx="12"/>
          </p:nvPr>
        </p:nvSpPr>
        <p:spPr/>
        <p:txBody>
          <a:bodyPr/>
          <a:lstStyle/>
          <a:p>
            <a:fld id="{F8F6B9CD-BE6B-498B-93B3-0FAD7ADE75E3}" type="slidenum">
              <a:rPr lang="en-US" smtClean="0"/>
              <a:t>‹#›</a:t>
            </a:fld>
            <a:endParaRPr lang="en-US"/>
          </a:p>
        </p:txBody>
      </p:sp>
    </p:spTree>
    <p:extLst>
      <p:ext uri="{BB962C8B-B14F-4D97-AF65-F5344CB8AC3E}">
        <p14:creationId xmlns:p14="http://schemas.microsoft.com/office/powerpoint/2010/main" val="538245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1_Two Column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BC11-8CD8-9576-F379-BA1A691A2531}"/>
              </a:ext>
            </a:extLst>
          </p:cNvPr>
          <p:cNvSpPr>
            <a:spLocks noGrp="1"/>
          </p:cNvSpPr>
          <p:nvPr>
            <p:ph type="title"/>
          </p:nvPr>
        </p:nvSpPr>
        <p:spPr>
          <a:xfrm>
            <a:off x="612646" y="365125"/>
            <a:ext cx="10972800" cy="804672"/>
          </a:xfrm>
        </p:spPr>
        <p:txBody>
          <a:bodyPr/>
          <a:lstStyle>
            <a:lvl1pPr>
              <a:defRPr/>
            </a:lvl1pPr>
          </a:lstStyle>
          <a:p>
            <a:r>
              <a:rPr lang="en-US"/>
              <a:t>Click to edit Master title style</a:t>
            </a:r>
          </a:p>
        </p:txBody>
      </p:sp>
      <p:sp>
        <p:nvSpPr>
          <p:cNvPr id="3" name="Text Placeholder 2">
            <a:extLst>
              <a:ext uri="{FF2B5EF4-FFF2-40B4-BE49-F238E27FC236}">
                <a16:creationId xmlns:a16="http://schemas.microsoft.com/office/drawing/2014/main" id="{5F600C97-BEFB-50BD-D774-6749678A04A1}"/>
              </a:ext>
            </a:extLst>
          </p:cNvPr>
          <p:cNvSpPr>
            <a:spLocks noGrp="1"/>
          </p:cNvSpPr>
          <p:nvPr>
            <p:ph type="body" idx="1"/>
          </p:nvPr>
        </p:nvSpPr>
        <p:spPr>
          <a:xfrm>
            <a:off x="612648" y="1234440"/>
            <a:ext cx="5157787" cy="301752"/>
          </a:xfrm>
        </p:spPr>
        <p:txBody>
          <a:bodyPr anchor="t" anchorCtr="0"/>
          <a:lstStyle>
            <a:lvl1pPr marL="0" indent="0">
              <a:lnSpc>
                <a:spcPct val="100000"/>
              </a:lnSpc>
              <a:spcBef>
                <a:spcPts val="0"/>
              </a:spcBef>
              <a:buNone/>
              <a:defRPr sz="20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4E0ECA-057C-97F7-80E7-303D8784082D}"/>
              </a:ext>
            </a:extLst>
          </p:cNvPr>
          <p:cNvSpPr>
            <a:spLocks noGrp="1"/>
          </p:cNvSpPr>
          <p:nvPr>
            <p:ph sz="half" idx="2"/>
          </p:nvPr>
        </p:nvSpPr>
        <p:spPr>
          <a:xfrm>
            <a:off x="612648" y="1600200"/>
            <a:ext cx="5157787" cy="458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0696D3-CBEF-85C5-D38E-1921A1230492}"/>
              </a:ext>
            </a:extLst>
          </p:cNvPr>
          <p:cNvSpPr>
            <a:spLocks noGrp="1"/>
          </p:cNvSpPr>
          <p:nvPr>
            <p:ph type="body" sz="quarter" idx="3"/>
          </p:nvPr>
        </p:nvSpPr>
        <p:spPr>
          <a:xfrm>
            <a:off x="6388099" y="1234440"/>
            <a:ext cx="5183188" cy="301752"/>
          </a:xfrm>
        </p:spPr>
        <p:txBody>
          <a:bodyPr anchor="t" anchorCtr="0"/>
          <a:lstStyle>
            <a:lvl1pPr marL="0" indent="0">
              <a:lnSpc>
                <a:spcPct val="100000"/>
              </a:lnSpc>
              <a:spcBef>
                <a:spcPts val="0"/>
              </a:spcBef>
              <a:buNone/>
              <a:defRPr sz="20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47EB91-DA48-69F1-45CF-8B9ADA3681C9}"/>
              </a:ext>
            </a:extLst>
          </p:cNvPr>
          <p:cNvSpPr>
            <a:spLocks noGrp="1"/>
          </p:cNvSpPr>
          <p:nvPr>
            <p:ph sz="quarter" idx="4"/>
          </p:nvPr>
        </p:nvSpPr>
        <p:spPr>
          <a:xfrm>
            <a:off x="6388099" y="1600200"/>
            <a:ext cx="5183188" cy="458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EACB01-FF49-7C4A-268A-654CFE910C72}"/>
              </a:ext>
            </a:extLst>
          </p:cNvPr>
          <p:cNvSpPr>
            <a:spLocks noGrp="1"/>
          </p:cNvSpPr>
          <p:nvPr>
            <p:ph type="dt" sz="half" idx="10"/>
          </p:nvPr>
        </p:nvSpPr>
        <p:spPr/>
        <p:txBody>
          <a:bodyPr/>
          <a:lstStyle/>
          <a:p>
            <a:fld id="{60CA7ACF-9F2E-454D-8D0D-4992D282D4B2}" type="datetime1">
              <a:rPr lang="en-US" smtClean="0"/>
              <a:t>7/24/2026</a:t>
            </a:fld>
            <a:endParaRPr lang="en-US"/>
          </a:p>
        </p:txBody>
      </p:sp>
      <p:sp>
        <p:nvSpPr>
          <p:cNvPr id="8" name="Footer Placeholder 7">
            <a:extLst>
              <a:ext uri="{FF2B5EF4-FFF2-40B4-BE49-F238E27FC236}">
                <a16:creationId xmlns:a16="http://schemas.microsoft.com/office/drawing/2014/main" id="{F1699973-F537-595F-70C4-2756C23EF05D}"/>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9" name="Slide Number Placeholder 8">
            <a:extLst>
              <a:ext uri="{FF2B5EF4-FFF2-40B4-BE49-F238E27FC236}">
                <a16:creationId xmlns:a16="http://schemas.microsoft.com/office/drawing/2014/main" id="{AEE419C4-35F0-ABF9-A323-901FCAC73EED}"/>
              </a:ext>
            </a:extLst>
          </p:cNvPr>
          <p:cNvSpPr>
            <a:spLocks noGrp="1"/>
          </p:cNvSpPr>
          <p:nvPr>
            <p:ph type="sldNum" sz="quarter" idx="12"/>
          </p:nvPr>
        </p:nvSpPr>
        <p:spPr/>
        <p:txBody>
          <a:bodyPr/>
          <a:lstStyle/>
          <a:p>
            <a:fld id="{F8F6B9CD-BE6B-498B-93B3-0FAD7ADE75E3}" type="slidenum">
              <a:rPr lang="en-US" smtClean="0"/>
              <a:t>‹#›</a:t>
            </a:fld>
            <a:endParaRPr lang="en-US"/>
          </a:p>
        </p:txBody>
      </p:sp>
    </p:spTree>
    <p:extLst>
      <p:ext uri="{BB962C8B-B14F-4D97-AF65-F5344CB8AC3E}">
        <p14:creationId xmlns:p14="http://schemas.microsoft.com/office/powerpoint/2010/main" val="1785018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_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53F29-FC40-D147-DAC2-9F6F5F5C3A32}"/>
              </a:ext>
            </a:extLst>
          </p:cNvPr>
          <p:cNvSpPr>
            <a:spLocks noGrp="1"/>
          </p:cNvSpPr>
          <p:nvPr>
            <p:ph type="pic" sz="quarter" idx="13"/>
          </p:nvPr>
        </p:nvSpPr>
        <p:spPr>
          <a:xfrm>
            <a:off x="6410325" y="0"/>
            <a:ext cx="5781675" cy="6858000"/>
          </a:xfrm>
          <a:solidFill>
            <a:schemeClr val="accent3">
              <a:lumMod val="20000"/>
              <a:lumOff val="8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23D5C22D-294D-FDD8-79AE-511BBE44025C}"/>
              </a:ext>
            </a:extLst>
          </p:cNvPr>
          <p:cNvSpPr>
            <a:spLocks noGrp="1"/>
          </p:cNvSpPr>
          <p:nvPr>
            <p:ph type="title"/>
          </p:nvPr>
        </p:nvSpPr>
        <p:spPr>
          <a:xfrm>
            <a:off x="609599" y="365126"/>
            <a:ext cx="5486401" cy="804735"/>
          </a:xfrm>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F85B712C-AEEE-5979-B760-1556A5F1345B}"/>
              </a:ext>
            </a:extLst>
          </p:cNvPr>
          <p:cNvSpPr>
            <a:spLocks noGrp="1"/>
          </p:cNvSpPr>
          <p:nvPr>
            <p:ph sz="half" idx="1"/>
          </p:nvPr>
        </p:nvSpPr>
        <p:spPr>
          <a:xfrm>
            <a:off x="612648" y="1600200"/>
            <a:ext cx="5483352" cy="4557713"/>
          </a:xfrm>
        </p:spPr>
        <p:txBody>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1A90EC-0829-F925-C5FF-A16A8424E207}"/>
              </a:ext>
            </a:extLst>
          </p:cNvPr>
          <p:cNvSpPr>
            <a:spLocks noGrp="1"/>
          </p:cNvSpPr>
          <p:nvPr>
            <p:ph type="dt" sz="half" idx="10"/>
          </p:nvPr>
        </p:nvSpPr>
        <p:spPr/>
        <p:txBody>
          <a:bodyPr/>
          <a:lstStyle/>
          <a:p>
            <a:fld id="{0B8D161A-7328-42A7-97FE-E09E21FD84FD}" type="datetime1">
              <a:rPr lang="en-US" smtClean="0"/>
              <a:t>7/24/2026</a:t>
            </a:fld>
            <a:endParaRPr lang="en-US"/>
          </a:p>
        </p:txBody>
      </p:sp>
      <p:sp>
        <p:nvSpPr>
          <p:cNvPr id="6" name="Footer Placeholder 5">
            <a:extLst>
              <a:ext uri="{FF2B5EF4-FFF2-40B4-BE49-F238E27FC236}">
                <a16:creationId xmlns:a16="http://schemas.microsoft.com/office/drawing/2014/main" id="{DABF1429-8B9C-0BF2-068D-E661EF1985CD}"/>
              </a:ext>
            </a:extLst>
          </p:cNvPr>
          <p:cNvSpPr>
            <a:spLocks noGrp="1"/>
          </p:cNvSpPr>
          <p:nvPr>
            <p:ph type="ftr" sz="quarter" idx="11"/>
          </p:nvPr>
        </p:nvSpPr>
        <p:spPr>
          <a:xfrm>
            <a:off x="2444318" y="6469630"/>
            <a:ext cx="3651682" cy="251845"/>
          </a:xfrm>
        </p:spPr>
        <p:txBody>
          <a:bodyPr/>
          <a:lstStyle/>
          <a:p>
            <a:r>
              <a:rPr lang="en-US"/>
              <a:t>Confidential. Not to be copied, distributed, or reproduced without prior approval. </a:t>
            </a:r>
            <a:br>
              <a:rPr lang="en-US"/>
            </a:br>
            <a:r>
              <a:rPr lang="en-US"/>
              <a:t>© 2026 APTIM - All rights reserved.</a:t>
            </a:r>
          </a:p>
        </p:txBody>
      </p:sp>
      <p:sp>
        <p:nvSpPr>
          <p:cNvPr id="7" name="Slide Number Placeholder 6">
            <a:extLst>
              <a:ext uri="{FF2B5EF4-FFF2-40B4-BE49-F238E27FC236}">
                <a16:creationId xmlns:a16="http://schemas.microsoft.com/office/drawing/2014/main" id="{27C569F4-4EF4-5FA8-31E4-3225D16D6793}"/>
              </a:ext>
            </a:extLst>
          </p:cNvPr>
          <p:cNvSpPr>
            <a:spLocks noGrp="1"/>
          </p:cNvSpPr>
          <p:nvPr>
            <p:ph type="sldNum" sz="quarter" idx="12"/>
          </p:nvPr>
        </p:nvSpPr>
        <p:spPr/>
        <p:txBody>
          <a:bodyPr/>
          <a:lstStyle/>
          <a:p>
            <a:fld id="{F8F6B9CD-BE6B-498B-93B3-0FAD7ADE75E3}" type="slidenum">
              <a:rPr lang="en-US" smtClean="0"/>
              <a:t>‹#›</a:t>
            </a:fld>
            <a:endParaRPr lang="en-US"/>
          </a:p>
        </p:txBody>
      </p:sp>
    </p:spTree>
    <p:extLst>
      <p:ext uri="{BB962C8B-B14F-4D97-AF65-F5344CB8AC3E}">
        <p14:creationId xmlns:p14="http://schemas.microsoft.com/office/powerpoint/2010/main" val="1687292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Photo_L">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53F29-FC40-D147-DAC2-9F6F5F5C3A32}"/>
              </a:ext>
            </a:extLst>
          </p:cNvPr>
          <p:cNvSpPr>
            <a:spLocks noGrp="1"/>
          </p:cNvSpPr>
          <p:nvPr>
            <p:ph type="pic" sz="quarter" idx="13"/>
          </p:nvPr>
        </p:nvSpPr>
        <p:spPr>
          <a:xfrm>
            <a:off x="0" y="0"/>
            <a:ext cx="5778499" cy="6858000"/>
          </a:xfrm>
          <a:solidFill>
            <a:schemeClr val="accent3">
              <a:lumMod val="20000"/>
              <a:lumOff val="80000"/>
            </a:schemeClr>
          </a:solidFill>
        </p:spPr>
        <p:txBody>
          <a:bodyPr/>
          <a:lstStyle/>
          <a:p>
            <a:r>
              <a:rPr lang="en-US"/>
              <a:t>Click icon to add picture</a:t>
            </a:r>
          </a:p>
        </p:txBody>
      </p:sp>
      <p:sp>
        <p:nvSpPr>
          <p:cNvPr id="2" name="Title 1">
            <a:extLst>
              <a:ext uri="{FF2B5EF4-FFF2-40B4-BE49-F238E27FC236}">
                <a16:creationId xmlns:a16="http://schemas.microsoft.com/office/drawing/2014/main" id="{23D5C22D-294D-FDD8-79AE-511BBE44025C}"/>
              </a:ext>
            </a:extLst>
          </p:cNvPr>
          <p:cNvSpPr>
            <a:spLocks noGrp="1"/>
          </p:cNvSpPr>
          <p:nvPr>
            <p:ph type="title"/>
          </p:nvPr>
        </p:nvSpPr>
        <p:spPr>
          <a:xfrm>
            <a:off x="6096000" y="365126"/>
            <a:ext cx="5486398" cy="804735"/>
          </a:xfrm>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F85B712C-AEEE-5979-B760-1556A5F1345B}"/>
              </a:ext>
            </a:extLst>
          </p:cNvPr>
          <p:cNvSpPr>
            <a:spLocks noGrp="1"/>
          </p:cNvSpPr>
          <p:nvPr>
            <p:ph sz="half" idx="1"/>
          </p:nvPr>
        </p:nvSpPr>
        <p:spPr>
          <a:xfrm>
            <a:off x="6096000" y="1600200"/>
            <a:ext cx="5476441"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1A90EC-0829-F925-C5FF-A16A8424E207}"/>
              </a:ext>
            </a:extLst>
          </p:cNvPr>
          <p:cNvSpPr>
            <a:spLocks noGrp="1"/>
          </p:cNvSpPr>
          <p:nvPr>
            <p:ph type="dt" sz="half" idx="10"/>
          </p:nvPr>
        </p:nvSpPr>
        <p:spPr/>
        <p:txBody>
          <a:bodyPr/>
          <a:lstStyle/>
          <a:p>
            <a:fld id="{5A1B371B-4C8F-427D-8472-67D17CCB5F5E}" type="datetime1">
              <a:rPr lang="en-US" smtClean="0"/>
              <a:t>7/24/2026</a:t>
            </a:fld>
            <a:endParaRPr lang="en-US"/>
          </a:p>
        </p:txBody>
      </p:sp>
      <p:sp>
        <p:nvSpPr>
          <p:cNvPr id="6" name="Footer Placeholder 5">
            <a:extLst>
              <a:ext uri="{FF2B5EF4-FFF2-40B4-BE49-F238E27FC236}">
                <a16:creationId xmlns:a16="http://schemas.microsoft.com/office/drawing/2014/main" id="{DABF1429-8B9C-0BF2-068D-E661EF1985CD}"/>
              </a:ext>
            </a:extLst>
          </p:cNvPr>
          <p:cNvSpPr>
            <a:spLocks noGrp="1"/>
          </p:cNvSpPr>
          <p:nvPr>
            <p:ph type="ftr" sz="quarter" idx="11"/>
          </p:nvPr>
        </p:nvSpPr>
        <p:spPr>
          <a:xfrm>
            <a:off x="6096000" y="6469630"/>
            <a:ext cx="3657600" cy="251845"/>
          </a:xfrm>
        </p:spPr>
        <p:txBody>
          <a:bodyPr/>
          <a:lstStyle/>
          <a:p>
            <a:r>
              <a:rPr lang="en-US"/>
              <a:t>Confidential. Not to be copied, distributed, or reproduced without prior approval. </a:t>
            </a:r>
            <a:br>
              <a:rPr lang="en-US"/>
            </a:br>
            <a:r>
              <a:rPr lang="en-US"/>
              <a:t>© 2026 APTIM - All rights reserved.</a:t>
            </a:r>
          </a:p>
        </p:txBody>
      </p:sp>
      <p:sp>
        <p:nvSpPr>
          <p:cNvPr id="7" name="Slide Number Placeholder 6">
            <a:extLst>
              <a:ext uri="{FF2B5EF4-FFF2-40B4-BE49-F238E27FC236}">
                <a16:creationId xmlns:a16="http://schemas.microsoft.com/office/drawing/2014/main" id="{27C569F4-4EF4-5FA8-31E4-3225D16D6793}"/>
              </a:ext>
            </a:extLst>
          </p:cNvPr>
          <p:cNvSpPr>
            <a:spLocks noGrp="1"/>
          </p:cNvSpPr>
          <p:nvPr>
            <p:ph type="sldNum" sz="quarter" idx="12"/>
          </p:nvPr>
        </p:nvSpPr>
        <p:spPr/>
        <p:txBody>
          <a:bodyPr/>
          <a:lstStyle/>
          <a:p>
            <a:fld id="{F8F6B9CD-BE6B-498B-93B3-0FAD7ADE75E3}" type="slidenum">
              <a:rPr lang="en-US" smtClean="0"/>
              <a:t>‹#›</a:t>
            </a:fld>
            <a:endParaRPr lang="en-US"/>
          </a:p>
        </p:txBody>
      </p:sp>
    </p:spTree>
    <p:extLst>
      <p:ext uri="{BB962C8B-B14F-4D97-AF65-F5344CB8AC3E}">
        <p14:creationId xmlns:p14="http://schemas.microsoft.com/office/powerpoint/2010/main" val="898571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E9438-41CA-6403-82D1-1491E5F84043}"/>
              </a:ext>
            </a:extLst>
          </p:cNvPr>
          <p:cNvSpPr>
            <a:spLocks noGrp="1"/>
          </p:cNvSpPr>
          <p:nvPr>
            <p:ph type="title"/>
          </p:nvPr>
        </p:nvSpPr>
        <p:spPr/>
        <p:txBody>
          <a:bodyPr/>
          <a:lstStyle>
            <a:lvl1pPr>
              <a:defRPr/>
            </a:lvl1pPr>
          </a:lstStyle>
          <a:p>
            <a:r>
              <a:rPr lang="en-US"/>
              <a:t>Click to edit Master title style</a:t>
            </a:r>
          </a:p>
        </p:txBody>
      </p:sp>
      <p:sp>
        <p:nvSpPr>
          <p:cNvPr id="3" name="Date Placeholder 2">
            <a:extLst>
              <a:ext uri="{FF2B5EF4-FFF2-40B4-BE49-F238E27FC236}">
                <a16:creationId xmlns:a16="http://schemas.microsoft.com/office/drawing/2014/main" id="{175A0CD4-D1FB-574D-50CC-5286DC313358}"/>
              </a:ext>
            </a:extLst>
          </p:cNvPr>
          <p:cNvSpPr>
            <a:spLocks noGrp="1"/>
          </p:cNvSpPr>
          <p:nvPr>
            <p:ph type="dt" sz="half" idx="10"/>
          </p:nvPr>
        </p:nvSpPr>
        <p:spPr/>
        <p:txBody>
          <a:bodyPr/>
          <a:lstStyle/>
          <a:p>
            <a:fld id="{378DC9B1-4CB5-41C5-A686-D276F50CDC18}" type="datetime1">
              <a:rPr lang="en-US" smtClean="0"/>
              <a:t>7/24/2026</a:t>
            </a:fld>
            <a:endParaRPr lang="en-US"/>
          </a:p>
        </p:txBody>
      </p:sp>
      <p:sp>
        <p:nvSpPr>
          <p:cNvPr id="4" name="Footer Placeholder 3">
            <a:extLst>
              <a:ext uri="{FF2B5EF4-FFF2-40B4-BE49-F238E27FC236}">
                <a16:creationId xmlns:a16="http://schemas.microsoft.com/office/drawing/2014/main" id="{417B03AE-E331-6F6E-E95F-EC40F015331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BFA8369F-A487-09AB-5DCF-E9B51B788DE4}"/>
              </a:ext>
            </a:extLst>
          </p:cNvPr>
          <p:cNvSpPr>
            <a:spLocks noGrp="1"/>
          </p:cNvSpPr>
          <p:nvPr>
            <p:ph type="sldNum" sz="quarter" idx="12"/>
          </p:nvPr>
        </p:nvSpPr>
        <p:spPr/>
        <p:txBody>
          <a:bodyPr/>
          <a:lstStyle/>
          <a:p>
            <a:fld id="{F8F6B9CD-BE6B-498B-93B3-0FAD7ADE75E3}" type="slidenum">
              <a:rPr lang="en-US" smtClean="0"/>
              <a:t>‹#›</a:t>
            </a:fld>
            <a:endParaRPr lang="en-US"/>
          </a:p>
        </p:txBody>
      </p:sp>
    </p:spTree>
    <p:extLst>
      <p:ext uri="{BB962C8B-B14F-4D97-AF65-F5344CB8AC3E}">
        <p14:creationId xmlns:p14="http://schemas.microsoft.com/office/powerpoint/2010/main" val="173367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No 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DA33B5-E8CC-4AA2-A4FC-DF1DC2449795}"/>
              </a:ext>
            </a:extLst>
          </p:cNvPr>
          <p:cNvSpPr>
            <a:spLocks noGrp="1"/>
          </p:cNvSpPr>
          <p:nvPr>
            <p:ph type="dt" sz="half" idx="10"/>
          </p:nvPr>
        </p:nvSpPr>
        <p:spPr/>
        <p:txBody>
          <a:bodyPr/>
          <a:lstStyle/>
          <a:p>
            <a:fld id="{68265D93-AE46-41DD-A13A-0A318133D2EC}" type="datetime1">
              <a:rPr lang="en-US" smtClean="0"/>
              <a:t>7/24/2026</a:t>
            </a:fld>
            <a:endParaRPr lang="en-US"/>
          </a:p>
        </p:txBody>
      </p:sp>
      <p:sp>
        <p:nvSpPr>
          <p:cNvPr id="3" name="Footer Placeholder 2">
            <a:extLst>
              <a:ext uri="{FF2B5EF4-FFF2-40B4-BE49-F238E27FC236}">
                <a16:creationId xmlns:a16="http://schemas.microsoft.com/office/drawing/2014/main" id="{3860BC1A-6A7A-A33C-8BF6-223B3BF1F5F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4" name="Slide Number Placeholder 3">
            <a:extLst>
              <a:ext uri="{FF2B5EF4-FFF2-40B4-BE49-F238E27FC236}">
                <a16:creationId xmlns:a16="http://schemas.microsoft.com/office/drawing/2014/main" id="{16B1B7D1-1C77-C275-C652-7CFFD54076DE}"/>
              </a:ext>
            </a:extLst>
          </p:cNvPr>
          <p:cNvSpPr>
            <a:spLocks noGrp="1"/>
          </p:cNvSpPr>
          <p:nvPr>
            <p:ph type="sldNum" sz="quarter" idx="12"/>
          </p:nvPr>
        </p:nvSpPr>
        <p:spPr/>
        <p:txBody>
          <a:bodyPr/>
          <a:lstStyle/>
          <a:p>
            <a:fld id="{F8F6B9CD-BE6B-498B-93B3-0FAD7ADE75E3}" type="slidenum">
              <a:rPr lang="en-US" smtClean="0"/>
              <a:t>‹#›</a:t>
            </a:fld>
            <a:endParaRPr lang="en-US"/>
          </a:p>
        </p:txBody>
      </p:sp>
    </p:spTree>
    <p:extLst>
      <p:ext uri="{BB962C8B-B14F-4D97-AF65-F5344CB8AC3E}">
        <p14:creationId xmlns:p14="http://schemas.microsoft.com/office/powerpoint/2010/main" val="167905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5 Photo Gri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DA33B5-E8CC-4AA2-A4FC-DF1DC2449795}"/>
              </a:ext>
            </a:extLst>
          </p:cNvPr>
          <p:cNvSpPr>
            <a:spLocks noGrp="1"/>
          </p:cNvSpPr>
          <p:nvPr>
            <p:ph type="dt" sz="half" idx="10"/>
          </p:nvPr>
        </p:nvSpPr>
        <p:spPr/>
        <p:txBody>
          <a:bodyPr/>
          <a:lstStyle/>
          <a:p>
            <a:fld id="{68265D93-AE46-41DD-A13A-0A318133D2EC}" type="datetime1">
              <a:rPr lang="en-US" smtClean="0"/>
              <a:t>7/24/2026</a:t>
            </a:fld>
            <a:endParaRPr lang="en-US"/>
          </a:p>
        </p:txBody>
      </p:sp>
      <p:sp>
        <p:nvSpPr>
          <p:cNvPr id="3" name="Footer Placeholder 2">
            <a:extLst>
              <a:ext uri="{FF2B5EF4-FFF2-40B4-BE49-F238E27FC236}">
                <a16:creationId xmlns:a16="http://schemas.microsoft.com/office/drawing/2014/main" id="{3860BC1A-6A7A-A33C-8BF6-223B3BF1F5F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4" name="Slide Number Placeholder 3">
            <a:extLst>
              <a:ext uri="{FF2B5EF4-FFF2-40B4-BE49-F238E27FC236}">
                <a16:creationId xmlns:a16="http://schemas.microsoft.com/office/drawing/2014/main" id="{16B1B7D1-1C77-C275-C652-7CFFD54076DE}"/>
              </a:ext>
            </a:extLst>
          </p:cNvPr>
          <p:cNvSpPr>
            <a:spLocks noGrp="1"/>
          </p:cNvSpPr>
          <p:nvPr>
            <p:ph type="sldNum" sz="quarter" idx="12"/>
          </p:nvPr>
        </p:nvSpPr>
        <p:spPr/>
        <p:txBody>
          <a:bodyPr/>
          <a:lstStyle/>
          <a:p>
            <a:fld id="{F8F6B9CD-BE6B-498B-93B3-0FAD7ADE75E3}" type="slidenum">
              <a:rPr lang="en-US" smtClean="0"/>
              <a:t>‹#›</a:t>
            </a:fld>
            <a:endParaRPr lang="en-US"/>
          </a:p>
        </p:txBody>
      </p:sp>
      <p:sp>
        <p:nvSpPr>
          <p:cNvPr id="5" name="Picture Placeholder 11">
            <a:extLst>
              <a:ext uri="{FF2B5EF4-FFF2-40B4-BE49-F238E27FC236}">
                <a16:creationId xmlns:a16="http://schemas.microsoft.com/office/drawing/2014/main" id="{298808EF-F468-45F6-C708-77F14C6F1550}"/>
              </a:ext>
            </a:extLst>
          </p:cNvPr>
          <p:cNvSpPr>
            <a:spLocks noGrp="1"/>
          </p:cNvSpPr>
          <p:nvPr>
            <p:ph type="pic" sz="quarter" idx="13" hasCustomPrompt="1"/>
          </p:nvPr>
        </p:nvSpPr>
        <p:spPr>
          <a:xfrm>
            <a:off x="609601" y="684716"/>
            <a:ext cx="3557016" cy="2194560"/>
          </a:xfrm>
          <a:solidFill>
            <a:schemeClr val="accent3">
              <a:lumMod val="20000"/>
              <a:lumOff val="80000"/>
            </a:schemeClr>
          </a:solidFill>
        </p:spPr>
        <p:txBody>
          <a:bodyPr/>
          <a:lstStyle>
            <a:lvl1pPr>
              <a:defRPr/>
            </a:lvl1pPr>
          </a:lstStyle>
          <a:p>
            <a:r>
              <a:rPr lang="en-US"/>
              <a:t>Click icon to add picture </a:t>
            </a:r>
          </a:p>
        </p:txBody>
      </p:sp>
      <p:sp>
        <p:nvSpPr>
          <p:cNvPr id="6" name="Picture Placeholder 11">
            <a:extLst>
              <a:ext uri="{FF2B5EF4-FFF2-40B4-BE49-F238E27FC236}">
                <a16:creationId xmlns:a16="http://schemas.microsoft.com/office/drawing/2014/main" id="{EC0BDF0C-FD48-AC33-E3CA-AE7B15BA0126}"/>
              </a:ext>
            </a:extLst>
          </p:cNvPr>
          <p:cNvSpPr>
            <a:spLocks noGrp="1"/>
          </p:cNvSpPr>
          <p:nvPr>
            <p:ph type="pic" sz="quarter" idx="14"/>
          </p:nvPr>
        </p:nvSpPr>
        <p:spPr>
          <a:xfrm>
            <a:off x="609601" y="3974212"/>
            <a:ext cx="3557016" cy="2194560"/>
          </a:xfrm>
          <a:solidFill>
            <a:schemeClr val="accent3">
              <a:lumMod val="20000"/>
              <a:lumOff val="80000"/>
            </a:schemeClr>
          </a:solidFill>
        </p:spPr>
        <p:txBody>
          <a:bodyPr/>
          <a:lstStyle/>
          <a:p>
            <a:r>
              <a:rPr lang="en-US"/>
              <a:t>Click icon to add picture</a:t>
            </a:r>
          </a:p>
        </p:txBody>
      </p:sp>
      <p:sp>
        <p:nvSpPr>
          <p:cNvPr id="7" name="Text Placeholder 14">
            <a:extLst>
              <a:ext uri="{FF2B5EF4-FFF2-40B4-BE49-F238E27FC236}">
                <a16:creationId xmlns:a16="http://schemas.microsoft.com/office/drawing/2014/main" id="{06B519A9-6A91-278D-09AE-F7901EEDA888}"/>
              </a:ext>
            </a:extLst>
          </p:cNvPr>
          <p:cNvSpPr>
            <a:spLocks noGrp="1"/>
          </p:cNvSpPr>
          <p:nvPr>
            <p:ph type="body" sz="quarter" idx="15" hasCustomPrompt="1"/>
          </p:nvPr>
        </p:nvSpPr>
        <p:spPr>
          <a:xfrm>
            <a:off x="609601" y="3028980"/>
            <a:ext cx="3557016" cy="795528"/>
          </a:xfrm>
          <a:solidFill>
            <a:schemeClr val="accent1"/>
          </a:solidFill>
        </p:spPr>
        <p:txBody>
          <a:bodyPr lIns="91440" tIns="91440" rIns="91440" bIns="91440" anchor="ctr" anchorCtr="0"/>
          <a:lstStyle>
            <a:lvl1pPr marL="0" indent="0">
              <a:spcBef>
                <a:spcPts val="0"/>
              </a:spcBef>
              <a:spcAft>
                <a:spcPts val="600"/>
              </a:spcAft>
              <a:buNone/>
              <a:defRPr sz="1000">
                <a:solidFill>
                  <a:schemeClr val="bg1"/>
                </a:solidFill>
              </a:defRPr>
            </a:lvl1pPr>
          </a:lstStyle>
          <a:p>
            <a:pPr lvl="0"/>
            <a:r>
              <a:rPr lang="en-US"/>
              <a:t>Click to add descriptions</a:t>
            </a:r>
          </a:p>
        </p:txBody>
      </p:sp>
      <p:sp>
        <p:nvSpPr>
          <p:cNvPr id="11" name="Text Placeholder 14">
            <a:extLst>
              <a:ext uri="{FF2B5EF4-FFF2-40B4-BE49-F238E27FC236}">
                <a16:creationId xmlns:a16="http://schemas.microsoft.com/office/drawing/2014/main" id="{912B3DDE-BCB1-D413-CBBB-C27FEF231F6D}"/>
              </a:ext>
            </a:extLst>
          </p:cNvPr>
          <p:cNvSpPr>
            <a:spLocks noGrp="1"/>
          </p:cNvSpPr>
          <p:nvPr>
            <p:ph type="body" sz="quarter" idx="16" hasCustomPrompt="1"/>
          </p:nvPr>
        </p:nvSpPr>
        <p:spPr>
          <a:xfrm>
            <a:off x="4317492" y="684717"/>
            <a:ext cx="3557016" cy="795528"/>
          </a:xfrm>
          <a:solidFill>
            <a:schemeClr val="accent1"/>
          </a:solidFill>
          <a:ln w="12700">
            <a:noFill/>
          </a:ln>
        </p:spPr>
        <p:txBody>
          <a:bodyPr lIns="91440" tIns="91440" rIns="91440" bIns="91440" anchor="ctr" anchorCtr="0"/>
          <a:lstStyle>
            <a:lvl1pPr marL="0" indent="0">
              <a:buNone/>
              <a:defRPr sz="1000">
                <a:solidFill>
                  <a:schemeClr val="bg1"/>
                </a:solidFill>
              </a:defRPr>
            </a:lvl1pPr>
          </a:lstStyle>
          <a:p>
            <a:pPr lvl="0"/>
            <a:r>
              <a:rPr lang="en-US"/>
              <a:t>Click to add descriptions</a:t>
            </a:r>
          </a:p>
        </p:txBody>
      </p:sp>
      <p:sp>
        <p:nvSpPr>
          <p:cNvPr id="12" name="Picture Placeholder 11">
            <a:extLst>
              <a:ext uri="{FF2B5EF4-FFF2-40B4-BE49-F238E27FC236}">
                <a16:creationId xmlns:a16="http://schemas.microsoft.com/office/drawing/2014/main" id="{F60E9786-0594-4D8C-077D-C926CAB21384}"/>
              </a:ext>
            </a:extLst>
          </p:cNvPr>
          <p:cNvSpPr>
            <a:spLocks noGrp="1"/>
          </p:cNvSpPr>
          <p:nvPr>
            <p:ph type="pic" sz="quarter" idx="17"/>
          </p:nvPr>
        </p:nvSpPr>
        <p:spPr>
          <a:xfrm>
            <a:off x="4317492" y="1636776"/>
            <a:ext cx="3557016" cy="4531996"/>
          </a:xfrm>
          <a:solidFill>
            <a:schemeClr val="accent3">
              <a:lumMod val="20000"/>
              <a:lumOff val="80000"/>
            </a:schemeClr>
          </a:solidFill>
        </p:spPr>
        <p:txBody>
          <a:bodyPr/>
          <a:lstStyle/>
          <a:p>
            <a:r>
              <a:rPr lang="en-US"/>
              <a:t>Click icon to add picture</a:t>
            </a:r>
          </a:p>
        </p:txBody>
      </p:sp>
      <p:sp>
        <p:nvSpPr>
          <p:cNvPr id="13" name="Picture Placeholder 11">
            <a:extLst>
              <a:ext uri="{FF2B5EF4-FFF2-40B4-BE49-F238E27FC236}">
                <a16:creationId xmlns:a16="http://schemas.microsoft.com/office/drawing/2014/main" id="{8BDF79DC-9765-4677-47C1-3C328100D0F0}"/>
              </a:ext>
            </a:extLst>
          </p:cNvPr>
          <p:cNvSpPr>
            <a:spLocks noGrp="1"/>
          </p:cNvSpPr>
          <p:nvPr>
            <p:ph type="pic" sz="quarter" idx="18" hasCustomPrompt="1"/>
          </p:nvPr>
        </p:nvSpPr>
        <p:spPr>
          <a:xfrm>
            <a:off x="8025383" y="684716"/>
            <a:ext cx="3557016" cy="2194560"/>
          </a:xfrm>
          <a:solidFill>
            <a:schemeClr val="accent3">
              <a:lumMod val="20000"/>
              <a:lumOff val="80000"/>
            </a:schemeClr>
          </a:solidFill>
        </p:spPr>
        <p:txBody>
          <a:bodyPr/>
          <a:lstStyle>
            <a:lvl1pPr>
              <a:defRPr/>
            </a:lvl1pPr>
          </a:lstStyle>
          <a:p>
            <a:r>
              <a:rPr lang="en-US"/>
              <a:t>Click icon to add picture </a:t>
            </a:r>
          </a:p>
        </p:txBody>
      </p:sp>
      <p:sp>
        <p:nvSpPr>
          <p:cNvPr id="14" name="Picture Placeholder 11">
            <a:extLst>
              <a:ext uri="{FF2B5EF4-FFF2-40B4-BE49-F238E27FC236}">
                <a16:creationId xmlns:a16="http://schemas.microsoft.com/office/drawing/2014/main" id="{0FC878BB-1A7D-7FEF-3D60-21C822BCD3A8}"/>
              </a:ext>
            </a:extLst>
          </p:cNvPr>
          <p:cNvSpPr>
            <a:spLocks noGrp="1"/>
          </p:cNvSpPr>
          <p:nvPr>
            <p:ph type="pic" sz="quarter" idx="19"/>
          </p:nvPr>
        </p:nvSpPr>
        <p:spPr>
          <a:xfrm>
            <a:off x="8025383" y="3974212"/>
            <a:ext cx="3557016" cy="2194560"/>
          </a:xfrm>
          <a:solidFill>
            <a:schemeClr val="accent3">
              <a:lumMod val="20000"/>
              <a:lumOff val="80000"/>
            </a:schemeClr>
          </a:solidFill>
        </p:spPr>
        <p:txBody>
          <a:bodyPr/>
          <a:lstStyle/>
          <a:p>
            <a:r>
              <a:rPr lang="en-US"/>
              <a:t>Click icon to add picture</a:t>
            </a:r>
          </a:p>
        </p:txBody>
      </p:sp>
      <p:sp>
        <p:nvSpPr>
          <p:cNvPr id="15" name="Text Placeholder 14">
            <a:extLst>
              <a:ext uri="{FF2B5EF4-FFF2-40B4-BE49-F238E27FC236}">
                <a16:creationId xmlns:a16="http://schemas.microsoft.com/office/drawing/2014/main" id="{D35B3773-1F6A-1001-254C-A43693500F56}"/>
              </a:ext>
            </a:extLst>
          </p:cNvPr>
          <p:cNvSpPr>
            <a:spLocks noGrp="1"/>
          </p:cNvSpPr>
          <p:nvPr>
            <p:ph type="body" sz="quarter" idx="20" hasCustomPrompt="1"/>
          </p:nvPr>
        </p:nvSpPr>
        <p:spPr>
          <a:xfrm>
            <a:off x="8025383" y="3028980"/>
            <a:ext cx="3557016" cy="795528"/>
          </a:xfrm>
          <a:solidFill>
            <a:schemeClr val="accent1"/>
          </a:solidFill>
        </p:spPr>
        <p:txBody>
          <a:bodyPr lIns="91440" tIns="91440" rIns="91440" bIns="91440" anchor="ctr" anchorCtr="0"/>
          <a:lstStyle>
            <a:lvl1pPr marL="0" indent="0">
              <a:buNone/>
              <a:defRPr sz="1000">
                <a:solidFill>
                  <a:schemeClr val="bg1"/>
                </a:solidFill>
              </a:defRPr>
            </a:lvl1pPr>
          </a:lstStyle>
          <a:p>
            <a:pPr lvl="0"/>
            <a:r>
              <a:rPr lang="en-US"/>
              <a:t>Click to add descriptions</a:t>
            </a:r>
          </a:p>
        </p:txBody>
      </p:sp>
    </p:spTree>
    <p:extLst>
      <p:ext uri="{BB962C8B-B14F-4D97-AF65-F5344CB8AC3E}">
        <p14:creationId xmlns:p14="http://schemas.microsoft.com/office/powerpoint/2010/main" val="4066811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5 Photo Grid Alt">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DA33B5-E8CC-4AA2-A4FC-DF1DC2449795}"/>
              </a:ext>
            </a:extLst>
          </p:cNvPr>
          <p:cNvSpPr>
            <a:spLocks noGrp="1"/>
          </p:cNvSpPr>
          <p:nvPr>
            <p:ph type="dt" sz="half" idx="10"/>
          </p:nvPr>
        </p:nvSpPr>
        <p:spPr/>
        <p:txBody>
          <a:bodyPr/>
          <a:lstStyle/>
          <a:p>
            <a:fld id="{68265D93-AE46-41DD-A13A-0A318133D2EC}" type="datetime1">
              <a:rPr lang="en-US" smtClean="0"/>
              <a:t>7/24/2026</a:t>
            </a:fld>
            <a:endParaRPr lang="en-US"/>
          </a:p>
        </p:txBody>
      </p:sp>
      <p:sp>
        <p:nvSpPr>
          <p:cNvPr id="3" name="Footer Placeholder 2">
            <a:extLst>
              <a:ext uri="{FF2B5EF4-FFF2-40B4-BE49-F238E27FC236}">
                <a16:creationId xmlns:a16="http://schemas.microsoft.com/office/drawing/2014/main" id="{3860BC1A-6A7A-A33C-8BF6-223B3BF1F5F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4" name="Slide Number Placeholder 3">
            <a:extLst>
              <a:ext uri="{FF2B5EF4-FFF2-40B4-BE49-F238E27FC236}">
                <a16:creationId xmlns:a16="http://schemas.microsoft.com/office/drawing/2014/main" id="{16B1B7D1-1C77-C275-C652-7CFFD54076DE}"/>
              </a:ext>
            </a:extLst>
          </p:cNvPr>
          <p:cNvSpPr>
            <a:spLocks noGrp="1"/>
          </p:cNvSpPr>
          <p:nvPr>
            <p:ph type="sldNum" sz="quarter" idx="12"/>
          </p:nvPr>
        </p:nvSpPr>
        <p:spPr/>
        <p:txBody>
          <a:bodyPr/>
          <a:lstStyle/>
          <a:p>
            <a:fld id="{F8F6B9CD-BE6B-498B-93B3-0FAD7ADE75E3}" type="slidenum">
              <a:rPr lang="en-US" smtClean="0"/>
              <a:t>‹#›</a:t>
            </a:fld>
            <a:endParaRPr lang="en-US"/>
          </a:p>
        </p:txBody>
      </p:sp>
      <p:sp>
        <p:nvSpPr>
          <p:cNvPr id="5" name="Picture Placeholder 11">
            <a:extLst>
              <a:ext uri="{FF2B5EF4-FFF2-40B4-BE49-F238E27FC236}">
                <a16:creationId xmlns:a16="http://schemas.microsoft.com/office/drawing/2014/main" id="{298808EF-F468-45F6-C708-77F14C6F1550}"/>
              </a:ext>
            </a:extLst>
          </p:cNvPr>
          <p:cNvSpPr>
            <a:spLocks noGrp="1"/>
          </p:cNvSpPr>
          <p:nvPr>
            <p:ph type="pic" sz="quarter" idx="13" hasCustomPrompt="1"/>
          </p:nvPr>
        </p:nvSpPr>
        <p:spPr>
          <a:xfrm>
            <a:off x="4317492" y="684716"/>
            <a:ext cx="3557016" cy="2194560"/>
          </a:xfrm>
          <a:solidFill>
            <a:schemeClr val="accent3">
              <a:lumMod val="20000"/>
              <a:lumOff val="80000"/>
            </a:schemeClr>
          </a:solidFill>
        </p:spPr>
        <p:txBody>
          <a:bodyPr/>
          <a:lstStyle>
            <a:lvl1pPr>
              <a:defRPr/>
            </a:lvl1pPr>
          </a:lstStyle>
          <a:p>
            <a:r>
              <a:rPr lang="en-US"/>
              <a:t>Click icon to add picture </a:t>
            </a:r>
          </a:p>
        </p:txBody>
      </p:sp>
      <p:sp>
        <p:nvSpPr>
          <p:cNvPr id="6" name="Picture Placeholder 11">
            <a:extLst>
              <a:ext uri="{FF2B5EF4-FFF2-40B4-BE49-F238E27FC236}">
                <a16:creationId xmlns:a16="http://schemas.microsoft.com/office/drawing/2014/main" id="{EC0BDF0C-FD48-AC33-E3CA-AE7B15BA0126}"/>
              </a:ext>
            </a:extLst>
          </p:cNvPr>
          <p:cNvSpPr>
            <a:spLocks noGrp="1"/>
          </p:cNvSpPr>
          <p:nvPr>
            <p:ph type="pic" sz="quarter" idx="14"/>
          </p:nvPr>
        </p:nvSpPr>
        <p:spPr>
          <a:xfrm>
            <a:off x="4317492" y="3974212"/>
            <a:ext cx="3557016" cy="2194560"/>
          </a:xfrm>
          <a:solidFill>
            <a:schemeClr val="accent3">
              <a:lumMod val="20000"/>
              <a:lumOff val="80000"/>
            </a:schemeClr>
          </a:solidFill>
        </p:spPr>
        <p:txBody>
          <a:bodyPr/>
          <a:lstStyle/>
          <a:p>
            <a:r>
              <a:rPr lang="en-US"/>
              <a:t>Click icon to add picture</a:t>
            </a:r>
          </a:p>
        </p:txBody>
      </p:sp>
      <p:sp>
        <p:nvSpPr>
          <p:cNvPr id="7" name="Text Placeholder 14">
            <a:extLst>
              <a:ext uri="{FF2B5EF4-FFF2-40B4-BE49-F238E27FC236}">
                <a16:creationId xmlns:a16="http://schemas.microsoft.com/office/drawing/2014/main" id="{06B519A9-6A91-278D-09AE-F7901EEDA888}"/>
              </a:ext>
            </a:extLst>
          </p:cNvPr>
          <p:cNvSpPr>
            <a:spLocks noGrp="1"/>
          </p:cNvSpPr>
          <p:nvPr>
            <p:ph type="body" sz="quarter" idx="15" hasCustomPrompt="1"/>
          </p:nvPr>
        </p:nvSpPr>
        <p:spPr>
          <a:xfrm>
            <a:off x="4317492" y="3028980"/>
            <a:ext cx="3557016" cy="795528"/>
          </a:xfrm>
          <a:solidFill>
            <a:schemeClr val="accent1"/>
          </a:solidFill>
        </p:spPr>
        <p:txBody>
          <a:bodyPr lIns="91440" tIns="91440" rIns="91440" bIns="91440" anchor="ctr" anchorCtr="0"/>
          <a:lstStyle>
            <a:lvl1pPr marL="0" indent="0">
              <a:spcBef>
                <a:spcPts val="0"/>
              </a:spcBef>
              <a:spcAft>
                <a:spcPts val="600"/>
              </a:spcAft>
              <a:buNone/>
              <a:defRPr sz="1000">
                <a:solidFill>
                  <a:schemeClr val="bg1"/>
                </a:solidFill>
              </a:defRPr>
            </a:lvl1pPr>
          </a:lstStyle>
          <a:p>
            <a:pPr lvl="0"/>
            <a:r>
              <a:rPr lang="en-US"/>
              <a:t>Click to add descriptions</a:t>
            </a:r>
          </a:p>
        </p:txBody>
      </p:sp>
      <p:sp>
        <p:nvSpPr>
          <p:cNvPr id="11" name="Text Placeholder 14">
            <a:extLst>
              <a:ext uri="{FF2B5EF4-FFF2-40B4-BE49-F238E27FC236}">
                <a16:creationId xmlns:a16="http://schemas.microsoft.com/office/drawing/2014/main" id="{912B3DDE-BCB1-D413-CBBB-C27FEF231F6D}"/>
              </a:ext>
            </a:extLst>
          </p:cNvPr>
          <p:cNvSpPr>
            <a:spLocks noGrp="1"/>
          </p:cNvSpPr>
          <p:nvPr>
            <p:ph type="body" sz="quarter" idx="16" hasCustomPrompt="1"/>
          </p:nvPr>
        </p:nvSpPr>
        <p:spPr>
          <a:xfrm>
            <a:off x="612648" y="684717"/>
            <a:ext cx="3557016" cy="795528"/>
          </a:xfrm>
          <a:solidFill>
            <a:schemeClr val="accent1"/>
          </a:solidFill>
          <a:ln w="12700">
            <a:noFill/>
          </a:ln>
        </p:spPr>
        <p:txBody>
          <a:bodyPr lIns="91440" tIns="91440" rIns="91440" bIns="91440" anchor="ctr" anchorCtr="0"/>
          <a:lstStyle>
            <a:lvl1pPr marL="0" indent="0">
              <a:buNone/>
              <a:defRPr sz="1000">
                <a:solidFill>
                  <a:schemeClr val="bg1"/>
                </a:solidFill>
              </a:defRPr>
            </a:lvl1pPr>
          </a:lstStyle>
          <a:p>
            <a:pPr lvl="0"/>
            <a:r>
              <a:rPr lang="en-US"/>
              <a:t>Click to add descriptions</a:t>
            </a:r>
          </a:p>
        </p:txBody>
      </p:sp>
      <p:sp>
        <p:nvSpPr>
          <p:cNvPr id="12" name="Picture Placeholder 11">
            <a:extLst>
              <a:ext uri="{FF2B5EF4-FFF2-40B4-BE49-F238E27FC236}">
                <a16:creationId xmlns:a16="http://schemas.microsoft.com/office/drawing/2014/main" id="{F60E9786-0594-4D8C-077D-C926CAB21384}"/>
              </a:ext>
            </a:extLst>
          </p:cNvPr>
          <p:cNvSpPr>
            <a:spLocks noGrp="1"/>
          </p:cNvSpPr>
          <p:nvPr>
            <p:ph type="pic" sz="quarter" idx="17"/>
          </p:nvPr>
        </p:nvSpPr>
        <p:spPr>
          <a:xfrm>
            <a:off x="612648" y="1636776"/>
            <a:ext cx="3557016" cy="4531996"/>
          </a:xfrm>
          <a:solidFill>
            <a:schemeClr val="accent3">
              <a:lumMod val="20000"/>
              <a:lumOff val="80000"/>
            </a:schemeClr>
          </a:solidFill>
        </p:spPr>
        <p:txBody>
          <a:bodyPr/>
          <a:lstStyle/>
          <a:p>
            <a:r>
              <a:rPr lang="en-US"/>
              <a:t>Click icon to add picture</a:t>
            </a:r>
          </a:p>
        </p:txBody>
      </p:sp>
      <p:sp>
        <p:nvSpPr>
          <p:cNvPr id="13" name="Picture Placeholder 11">
            <a:extLst>
              <a:ext uri="{FF2B5EF4-FFF2-40B4-BE49-F238E27FC236}">
                <a16:creationId xmlns:a16="http://schemas.microsoft.com/office/drawing/2014/main" id="{8BDF79DC-9765-4677-47C1-3C328100D0F0}"/>
              </a:ext>
            </a:extLst>
          </p:cNvPr>
          <p:cNvSpPr>
            <a:spLocks noGrp="1"/>
          </p:cNvSpPr>
          <p:nvPr>
            <p:ph type="pic" sz="quarter" idx="18" hasCustomPrompt="1"/>
          </p:nvPr>
        </p:nvSpPr>
        <p:spPr>
          <a:xfrm>
            <a:off x="8025383" y="684716"/>
            <a:ext cx="3557016" cy="2194560"/>
          </a:xfrm>
          <a:solidFill>
            <a:schemeClr val="accent3">
              <a:lumMod val="20000"/>
              <a:lumOff val="80000"/>
            </a:schemeClr>
          </a:solidFill>
        </p:spPr>
        <p:txBody>
          <a:bodyPr/>
          <a:lstStyle>
            <a:lvl1pPr>
              <a:defRPr/>
            </a:lvl1pPr>
          </a:lstStyle>
          <a:p>
            <a:r>
              <a:rPr lang="en-US"/>
              <a:t>Click icon to add picture </a:t>
            </a:r>
          </a:p>
        </p:txBody>
      </p:sp>
      <p:sp>
        <p:nvSpPr>
          <p:cNvPr id="14" name="Picture Placeholder 11">
            <a:extLst>
              <a:ext uri="{FF2B5EF4-FFF2-40B4-BE49-F238E27FC236}">
                <a16:creationId xmlns:a16="http://schemas.microsoft.com/office/drawing/2014/main" id="{0FC878BB-1A7D-7FEF-3D60-21C822BCD3A8}"/>
              </a:ext>
            </a:extLst>
          </p:cNvPr>
          <p:cNvSpPr>
            <a:spLocks noGrp="1"/>
          </p:cNvSpPr>
          <p:nvPr>
            <p:ph type="pic" sz="quarter" idx="19"/>
          </p:nvPr>
        </p:nvSpPr>
        <p:spPr>
          <a:xfrm>
            <a:off x="8025383" y="3974212"/>
            <a:ext cx="3557016" cy="2194560"/>
          </a:xfrm>
          <a:solidFill>
            <a:schemeClr val="accent3">
              <a:lumMod val="20000"/>
              <a:lumOff val="80000"/>
            </a:schemeClr>
          </a:solidFill>
        </p:spPr>
        <p:txBody>
          <a:bodyPr/>
          <a:lstStyle/>
          <a:p>
            <a:r>
              <a:rPr lang="en-US"/>
              <a:t>Click icon to add picture</a:t>
            </a:r>
          </a:p>
        </p:txBody>
      </p:sp>
      <p:sp>
        <p:nvSpPr>
          <p:cNvPr id="15" name="Text Placeholder 14">
            <a:extLst>
              <a:ext uri="{FF2B5EF4-FFF2-40B4-BE49-F238E27FC236}">
                <a16:creationId xmlns:a16="http://schemas.microsoft.com/office/drawing/2014/main" id="{D35B3773-1F6A-1001-254C-A43693500F56}"/>
              </a:ext>
            </a:extLst>
          </p:cNvPr>
          <p:cNvSpPr>
            <a:spLocks noGrp="1"/>
          </p:cNvSpPr>
          <p:nvPr>
            <p:ph type="body" sz="quarter" idx="20" hasCustomPrompt="1"/>
          </p:nvPr>
        </p:nvSpPr>
        <p:spPr>
          <a:xfrm>
            <a:off x="8025383" y="3028980"/>
            <a:ext cx="3557016" cy="795528"/>
          </a:xfrm>
          <a:solidFill>
            <a:schemeClr val="accent1"/>
          </a:solidFill>
        </p:spPr>
        <p:txBody>
          <a:bodyPr lIns="91440" tIns="91440" rIns="91440" bIns="91440" anchor="ctr" anchorCtr="0"/>
          <a:lstStyle>
            <a:lvl1pPr marL="0" indent="0">
              <a:buNone/>
              <a:defRPr sz="1000">
                <a:solidFill>
                  <a:schemeClr val="bg1"/>
                </a:solidFill>
              </a:defRPr>
            </a:lvl1pPr>
          </a:lstStyle>
          <a:p>
            <a:pPr lvl="0"/>
            <a:r>
              <a:rPr lang="en-US"/>
              <a:t>Click to add descriptions</a:t>
            </a:r>
          </a:p>
        </p:txBody>
      </p:sp>
    </p:spTree>
    <p:extLst>
      <p:ext uri="{BB962C8B-B14F-4D97-AF65-F5344CB8AC3E}">
        <p14:creationId xmlns:p14="http://schemas.microsoft.com/office/powerpoint/2010/main" val="1101342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3 Photo Gri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DA33B5-E8CC-4AA2-A4FC-DF1DC2449795}"/>
              </a:ext>
            </a:extLst>
          </p:cNvPr>
          <p:cNvSpPr>
            <a:spLocks noGrp="1"/>
          </p:cNvSpPr>
          <p:nvPr>
            <p:ph type="dt" sz="half" idx="10"/>
          </p:nvPr>
        </p:nvSpPr>
        <p:spPr/>
        <p:txBody>
          <a:bodyPr/>
          <a:lstStyle/>
          <a:p>
            <a:fld id="{68265D93-AE46-41DD-A13A-0A318133D2EC}" type="datetime1">
              <a:rPr lang="en-US" smtClean="0"/>
              <a:t>7/24/2026</a:t>
            </a:fld>
            <a:endParaRPr lang="en-US"/>
          </a:p>
        </p:txBody>
      </p:sp>
      <p:sp>
        <p:nvSpPr>
          <p:cNvPr id="3" name="Footer Placeholder 2">
            <a:extLst>
              <a:ext uri="{FF2B5EF4-FFF2-40B4-BE49-F238E27FC236}">
                <a16:creationId xmlns:a16="http://schemas.microsoft.com/office/drawing/2014/main" id="{3860BC1A-6A7A-A33C-8BF6-223B3BF1F5F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4" name="Slide Number Placeholder 3">
            <a:extLst>
              <a:ext uri="{FF2B5EF4-FFF2-40B4-BE49-F238E27FC236}">
                <a16:creationId xmlns:a16="http://schemas.microsoft.com/office/drawing/2014/main" id="{16B1B7D1-1C77-C275-C652-7CFFD54076DE}"/>
              </a:ext>
            </a:extLst>
          </p:cNvPr>
          <p:cNvSpPr>
            <a:spLocks noGrp="1"/>
          </p:cNvSpPr>
          <p:nvPr>
            <p:ph type="sldNum" sz="quarter" idx="12"/>
          </p:nvPr>
        </p:nvSpPr>
        <p:spPr/>
        <p:txBody>
          <a:bodyPr/>
          <a:lstStyle/>
          <a:p>
            <a:fld id="{F8F6B9CD-BE6B-498B-93B3-0FAD7ADE75E3}" type="slidenum">
              <a:rPr lang="en-US" smtClean="0"/>
              <a:t>‹#›</a:t>
            </a:fld>
            <a:endParaRPr lang="en-US"/>
          </a:p>
        </p:txBody>
      </p:sp>
      <p:sp>
        <p:nvSpPr>
          <p:cNvPr id="5" name="Picture Placeholder 11">
            <a:extLst>
              <a:ext uri="{FF2B5EF4-FFF2-40B4-BE49-F238E27FC236}">
                <a16:creationId xmlns:a16="http://schemas.microsoft.com/office/drawing/2014/main" id="{298808EF-F468-45F6-C708-77F14C6F1550}"/>
              </a:ext>
            </a:extLst>
          </p:cNvPr>
          <p:cNvSpPr>
            <a:spLocks noGrp="1"/>
          </p:cNvSpPr>
          <p:nvPr>
            <p:ph type="pic" sz="quarter" idx="13" hasCustomPrompt="1"/>
          </p:nvPr>
        </p:nvSpPr>
        <p:spPr>
          <a:xfrm>
            <a:off x="609599" y="684716"/>
            <a:ext cx="7269480" cy="4882896"/>
          </a:xfrm>
          <a:solidFill>
            <a:schemeClr val="accent3">
              <a:lumMod val="20000"/>
              <a:lumOff val="80000"/>
            </a:schemeClr>
          </a:solidFill>
        </p:spPr>
        <p:txBody>
          <a:bodyPr/>
          <a:lstStyle>
            <a:lvl1pPr>
              <a:defRPr/>
            </a:lvl1pPr>
          </a:lstStyle>
          <a:p>
            <a:r>
              <a:rPr lang="en-US"/>
              <a:t>Click icon to add picture </a:t>
            </a:r>
          </a:p>
        </p:txBody>
      </p:sp>
      <p:sp>
        <p:nvSpPr>
          <p:cNvPr id="7" name="Text Placeholder 14">
            <a:extLst>
              <a:ext uri="{FF2B5EF4-FFF2-40B4-BE49-F238E27FC236}">
                <a16:creationId xmlns:a16="http://schemas.microsoft.com/office/drawing/2014/main" id="{06B519A9-6A91-278D-09AE-F7901EEDA888}"/>
              </a:ext>
            </a:extLst>
          </p:cNvPr>
          <p:cNvSpPr>
            <a:spLocks noGrp="1"/>
          </p:cNvSpPr>
          <p:nvPr>
            <p:ph type="body" sz="quarter" idx="15" hasCustomPrompt="1"/>
          </p:nvPr>
        </p:nvSpPr>
        <p:spPr>
          <a:xfrm>
            <a:off x="609599" y="5711572"/>
            <a:ext cx="7269480" cy="457200"/>
          </a:xfrm>
          <a:solidFill>
            <a:schemeClr val="accent1"/>
          </a:solidFill>
        </p:spPr>
        <p:txBody>
          <a:bodyPr lIns="91440" tIns="91440" rIns="91440" bIns="91440" anchor="ctr" anchorCtr="0"/>
          <a:lstStyle>
            <a:lvl1pPr marL="0" indent="0">
              <a:spcBef>
                <a:spcPts val="0"/>
              </a:spcBef>
              <a:spcAft>
                <a:spcPts val="600"/>
              </a:spcAft>
              <a:buNone/>
              <a:defRPr sz="1000">
                <a:solidFill>
                  <a:schemeClr val="bg1"/>
                </a:solidFill>
              </a:defRPr>
            </a:lvl1pPr>
          </a:lstStyle>
          <a:p>
            <a:pPr lvl="0"/>
            <a:r>
              <a:rPr lang="en-US"/>
              <a:t>Click to add descriptions</a:t>
            </a:r>
          </a:p>
        </p:txBody>
      </p:sp>
      <p:sp>
        <p:nvSpPr>
          <p:cNvPr id="13" name="Picture Placeholder 11">
            <a:extLst>
              <a:ext uri="{FF2B5EF4-FFF2-40B4-BE49-F238E27FC236}">
                <a16:creationId xmlns:a16="http://schemas.microsoft.com/office/drawing/2014/main" id="{8BDF79DC-9765-4677-47C1-3C328100D0F0}"/>
              </a:ext>
            </a:extLst>
          </p:cNvPr>
          <p:cNvSpPr>
            <a:spLocks noGrp="1"/>
          </p:cNvSpPr>
          <p:nvPr>
            <p:ph type="pic" sz="quarter" idx="18"/>
          </p:nvPr>
        </p:nvSpPr>
        <p:spPr>
          <a:xfrm>
            <a:off x="8025383" y="684716"/>
            <a:ext cx="3557016" cy="2194560"/>
          </a:xfrm>
          <a:solidFill>
            <a:schemeClr val="accent3">
              <a:lumMod val="20000"/>
              <a:lumOff val="80000"/>
            </a:schemeClr>
          </a:solidFill>
        </p:spPr>
        <p:txBody>
          <a:bodyPr/>
          <a:lstStyle>
            <a:lvl1pPr marL="0" indent="0">
              <a:buNone/>
              <a:defRPr/>
            </a:lvl1pPr>
          </a:lstStyle>
          <a:p>
            <a:r>
              <a:rPr lang="en-US"/>
              <a:t>Click icon to add picture</a:t>
            </a:r>
          </a:p>
        </p:txBody>
      </p:sp>
      <p:sp>
        <p:nvSpPr>
          <p:cNvPr id="14" name="Picture Placeholder 11">
            <a:extLst>
              <a:ext uri="{FF2B5EF4-FFF2-40B4-BE49-F238E27FC236}">
                <a16:creationId xmlns:a16="http://schemas.microsoft.com/office/drawing/2014/main" id="{0FC878BB-1A7D-7FEF-3D60-21C822BCD3A8}"/>
              </a:ext>
            </a:extLst>
          </p:cNvPr>
          <p:cNvSpPr>
            <a:spLocks noGrp="1"/>
          </p:cNvSpPr>
          <p:nvPr>
            <p:ph type="pic" sz="quarter" idx="19"/>
          </p:nvPr>
        </p:nvSpPr>
        <p:spPr>
          <a:xfrm>
            <a:off x="8025383" y="3974212"/>
            <a:ext cx="3557016" cy="2194560"/>
          </a:xfrm>
          <a:solidFill>
            <a:schemeClr val="accent3">
              <a:lumMod val="20000"/>
              <a:lumOff val="80000"/>
            </a:schemeClr>
          </a:solidFill>
        </p:spPr>
        <p:txBody>
          <a:bodyPr/>
          <a:lstStyle/>
          <a:p>
            <a:r>
              <a:rPr lang="en-US"/>
              <a:t>Click icon to add picture</a:t>
            </a:r>
          </a:p>
        </p:txBody>
      </p:sp>
      <p:sp>
        <p:nvSpPr>
          <p:cNvPr id="15" name="Text Placeholder 14">
            <a:extLst>
              <a:ext uri="{FF2B5EF4-FFF2-40B4-BE49-F238E27FC236}">
                <a16:creationId xmlns:a16="http://schemas.microsoft.com/office/drawing/2014/main" id="{D35B3773-1F6A-1001-254C-A43693500F56}"/>
              </a:ext>
            </a:extLst>
          </p:cNvPr>
          <p:cNvSpPr>
            <a:spLocks noGrp="1"/>
          </p:cNvSpPr>
          <p:nvPr>
            <p:ph type="body" sz="quarter" idx="20" hasCustomPrompt="1"/>
          </p:nvPr>
        </p:nvSpPr>
        <p:spPr>
          <a:xfrm>
            <a:off x="8025383" y="3028980"/>
            <a:ext cx="3557016" cy="795528"/>
          </a:xfrm>
          <a:solidFill>
            <a:schemeClr val="accent1"/>
          </a:solidFill>
        </p:spPr>
        <p:txBody>
          <a:bodyPr lIns="91440" tIns="91440" rIns="91440" bIns="91440" anchor="ctr" anchorCtr="0"/>
          <a:lstStyle>
            <a:lvl1pPr marL="0" indent="0">
              <a:buNone/>
              <a:defRPr sz="1000">
                <a:solidFill>
                  <a:schemeClr val="bg1"/>
                </a:solidFill>
              </a:defRPr>
            </a:lvl1pPr>
          </a:lstStyle>
          <a:p>
            <a:pPr lvl="0"/>
            <a:r>
              <a:rPr lang="en-US"/>
              <a:t>Click to add descriptions</a:t>
            </a:r>
          </a:p>
        </p:txBody>
      </p:sp>
    </p:spTree>
    <p:extLst>
      <p:ext uri="{BB962C8B-B14F-4D97-AF65-F5344CB8AC3E}">
        <p14:creationId xmlns:p14="http://schemas.microsoft.com/office/powerpoint/2010/main" val="1922736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lumn_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9927C-F1F5-7ABC-F6F5-5070F3210486}"/>
              </a:ext>
            </a:extLst>
          </p:cNvPr>
          <p:cNvSpPr>
            <a:spLocks noGrp="1"/>
          </p:cNvSpPr>
          <p:nvPr>
            <p:ph type="title"/>
          </p:nvPr>
        </p:nvSpPr>
        <p:spPr>
          <a:xfrm>
            <a:off x="612647" y="365760"/>
            <a:ext cx="10972800" cy="804672"/>
          </a:xfrm>
        </p:spPr>
        <p:txBody>
          <a:bodyPr anchor="ctr" anchorCtr="0"/>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32EF38-B78D-EF0B-BAB1-A522624540B4}"/>
              </a:ext>
            </a:extLst>
          </p:cNvPr>
          <p:cNvSpPr>
            <a:spLocks noGrp="1"/>
          </p:cNvSpPr>
          <p:nvPr>
            <p:ph idx="1"/>
          </p:nvPr>
        </p:nvSpPr>
        <p:spPr>
          <a:xfrm>
            <a:off x="5183188" y="1600199"/>
            <a:ext cx="6396164" cy="4581525"/>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BA7B6C-A8C6-6B61-6186-FE835A3BD140}"/>
              </a:ext>
            </a:extLst>
          </p:cNvPr>
          <p:cNvSpPr>
            <a:spLocks noGrp="1"/>
          </p:cNvSpPr>
          <p:nvPr>
            <p:ph type="body" sz="half" idx="2"/>
          </p:nvPr>
        </p:nvSpPr>
        <p:spPr>
          <a:xfrm>
            <a:off x="612648" y="1600200"/>
            <a:ext cx="3932237" cy="4581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60848-5EFC-5E33-E34E-D76B5AD82005}"/>
              </a:ext>
            </a:extLst>
          </p:cNvPr>
          <p:cNvSpPr>
            <a:spLocks noGrp="1"/>
          </p:cNvSpPr>
          <p:nvPr>
            <p:ph type="dt" sz="half" idx="10"/>
          </p:nvPr>
        </p:nvSpPr>
        <p:spPr/>
        <p:txBody>
          <a:bodyPr/>
          <a:lstStyle/>
          <a:p>
            <a:fld id="{DF4DDD80-E100-4250-B254-F604B2CEB146}" type="datetime1">
              <a:rPr lang="en-US" smtClean="0"/>
              <a:t>7/24/2026</a:t>
            </a:fld>
            <a:endParaRPr lang="en-US"/>
          </a:p>
        </p:txBody>
      </p:sp>
      <p:sp>
        <p:nvSpPr>
          <p:cNvPr id="6" name="Footer Placeholder 5">
            <a:extLst>
              <a:ext uri="{FF2B5EF4-FFF2-40B4-BE49-F238E27FC236}">
                <a16:creationId xmlns:a16="http://schemas.microsoft.com/office/drawing/2014/main" id="{A28654C0-1751-9657-08BC-9B9F17639466}"/>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7" name="Slide Number Placeholder 6">
            <a:extLst>
              <a:ext uri="{FF2B5EF4-FFF2-40B4-BE49-F238E27FC236}">
                <a16:creationId xmlns:a16="http://schemas.microsoft.com/office/drawing/2014/main" id="{762FACB1-383F-C084-FE92-6891E03C07F7}"/>
              </a:ext>
            </a:extLst>
          </p:cNvPr>
          <p:cNvSpPr>
            <a:spLocks noGrp="1"/>
          </p:cNvSpPr>
          <p:nvPr>
            <p:ph type="sldNum" sz="quarter" idx="12"/>
          </p:nvPr>
        </p:nvSpPr>
        <p:spPr/>
        <p:txBody>
          <a:bodyPr/>
          <a:lstStyle/>
          <a:p>
            <a:fld id="{F8F6B9CD-BE6B-498B-93B3-0FAD7ADE75E3}" type="slidenum">
              <a:rPr lang="en-US" smtClean="0"/>
              <a:t>‹#›</a:t>
            </a:fld>
            <a:endParaRPr lang="en-US"/>
          </a:p>
        </p:txBody>
      </p:sp>
      <p:sp>
        <p:nvSpPr>
          <p:cNvPr id="9" name="Text Placeholder 8">
            <a:extLst>
              <a:ext uri="{FF2B5EF4-FFF2-40B4-BE49-F238E27FC236}">
                <a16:creationId xmlns:a16="http://schemas.microsoft.com/office/drawing/2014/main" id="{C27C40EB-EAD3-897A-F9ED-4B916829B69E}"/>
              </a:ext>
            </a:extLst>
          </p:cNvPr>
          <p:cNvSpPr>
            <a:spLocks noGrp="1"/>
          </p:cNvSpPr>
          <p:nvPr>
            <p:ph type="body" sz="quarter" idx="13" hasCustomPrompt="1"/>
          </p:nvPr>
        </p:nvSpPr>
        <p:spPr>
          <a:xfrm>
            <a:off x="612648" y="1234440"/>
            <a:ext cx="3932237" cy="301752"/>
          </a:xfrm>
        </p:spPr>
        <p:txBody>
          <a:bodyPr/>
          <a:lstStyle>
            <a:lvl1pPr marL="0" indent="0">
              <a:buNone/>
              <a:defRPr sz="2000">
                <a:solidFill>
                  <a:schemeClr val="accent3"/>
                </a:solidFill>
              </a:defRPr>
            </a:lvl1pPr>
          </a:lstStyle>
          <a:p>
            <a:pPr lvl="0"/>
            <a:r>
              <a:rPr lang="en-US" err="1"/>
              <a:t>SubTitle</a:t>
            </a:r>
            <a:endParaRPr lang="en-US"/>
          </a:p>
        </p:txBody>
      </p:sp>
    </p:spTree>
    <p:extLst>
      <p:ext uri="{BB962C8B-B14F-4D97-AF65-F5344CB8AC3E}">
        <p14:creationId xmlns:p14="http://schemas.microsoft.com/office/powerpoint/2010/main" val="160205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1 Column/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8AF39-4147-F506-9D05-7F5788B14D20}"/>
              </a:ext>
            </a:extLst>
          </p:cNvPr>
          <p:cNvSpPr>
            <a:spLocks noGrp="1"/>
          </p:cNvSpPr>
          <p:nvPr>
            <p:ph type="title"/>
          </p:nvPr>
        </p:nvSpPr>
        <p:spPr>
          <a:xfrm>
            <a:off x="609600" y="457200"/>
            <a:ext cx="3932237" cy="860323"/>
          </a:xfrm>
        </p:spPr>
        <p:txBody>
          <a:bodyPr anchor="ctr"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06B7BB-CEFE-9049-F1F2-DE882FC24EAD}"/>
              </a:ext>
            </a:extLst>
          </p:cNvPr>
          <p:cNvSpPr>
            <a:spLocks noGrp="1"/>
          </p:cNvSpPr>
          <p:nvPr>
            <p:ph type="pic" idx="1"/>
          </p:nvPr>
        </p:nvSpPr>
        <p:spPr>
          <a:xfrm>
            <a:off x="5024284" y="457200"/>
            <a:ext cx="6556528" cy="5717457"/>
          </a:xfrm>
          <a:solidFill>
            <a:schemeClr val="accent3">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9D0B73B-F72E-3091-2968-17B476AC619D}"/>
              </a:ext>
            </a:extLst>
          </p:cNvPr>
          <p:cNvSpPr>
            <a:spLocks noGrp="1"/>
          </p:cNvSpPr>
          <p:nvPr>
            <p:ph type="body" sz="half" idx="2"/>
          </p:nvPr>
        </p:nvSpPr>
        <p:spPr>
          <a:xfrm>
            <a:off x="609600" y="2057399"/>
            <a:ext cx="3932237" cy="4117257"/>
          </a:xfrm>
        </p:spPr>
        <p:txBody>
          <a:bodyPr/>
          <a:lstStyle>
            <a:lvl1pPr marL="285750" indent="-285750">
              <a:buClr>
                <a:schemeClr val="tx2"/>
              </a:buClr>
              <a:buFont typeface="Arial" panose="020B0604020202020204" pitchFamily="34" charset="0"/>
              <a:buChar char="–"/>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8197F5-1C1C-3FA2-EFA1-793B6934A481}"/>
              </a:ext>
            </a:extLst>
          </p:cNvPr>
          <p:cNvSpPr>
            <a:spLocks noGrp="1"/>
          </p:cNvSpPr>
          <p:nvPr>
            <p:ph type="dt" sz="half" idx="10"/>
          </p:nvPr>
        </p:nvSpPr>
        <p:spPr/>
        <p:txBody>
          <a:bodyPr/>
          <a:lstStyle/>
          <a:p>
            <a:fld id="{DFA529EB-661E-4B4E-BD9B-001E9D5DCD5D}" type="datetime1">
              <a:rPr lang="en-US" smtClean="0"/>
              <a:t>7/24/2026</a:t>
            </a:fld>
            <a:endParaRPr lang="en-US"/>
          </a:p>
        </p:txBody>
      </p:sp>
      <p:sp>
        <p:nvSpPr>
          <p:cNvPr id="6" name="Footer Placeholder 5">
            <a:extLst>
              <a:ext uri="{FF2B5EF4-FFF2-40B4-BE49-F238E27FC236}">
                <a16:creationId xmlns:a16="http://schemas.microsoft.com/office/drawing/2014/main" id="{C7FB2BA9-66B6-CB52-4E90-6C35F9D87472}"/>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7" name="Slide Number Placeholder 6">
            <a:extLst>
              <a:ext uri="{FF2B5EF4-FFF2-40B4-BE49-F238E27FC236}">
                <a16:creationId xmlns:a16="http://schemas.microsoft.com/office/drawing/2014/main" id="{6C2EBFB1-5DA3-3291-A328-6F43C4FAD287}"/>
              </a:ext>
            </a:extLst>
          </p:cNvPr>
          <p:cNvSpPr>
            <a:spLocks noGrp="1"/>
          </p:cNvSpPr>
          <p:nvPr>
            <p:ph type="sldNum" sz="quarter" idx="12"/>
          </p:nvPr>
        </p:nvSpPr>
        <p:spPr/>
        <p:txBody>
          <a:bodyPr/>
          <a:lstStyle/>
          <a:p>
            <a:fld id="{F8F6B9CD-BE6B-498B-93B3-0FAD7ADE75E3}" type="slidenum">
              <a:rPr lang="en-US" smtClean="0"/>
              <a:t>‹#›</a:t>
            </a:fld>
            <a:endParaRPr lang="en-US"/>
          </a:p>
        </p:txBody>
      </p:sp>
      <p:sp>
        <p:nvSpPr>
          <p:cNvPr id="8" name="Text Placeholder 8">
            <a:extLst>
              <a:ext uri="{FF2B5EF4-FFF2-40B4-BE49-F238E27FC236}">
                <a16:creationId xmlns:a16="http://schemas.microsoft.com/office/drawing/2014/main" id="{40B17CFA-C3B5-27F8-FB71-E891F95312CD}"/>
              </a:ext>
            </a:extLst>
          </p:cNvPr>
          <p:cNvSpPr>
            <a:spLocks noGrp="1"/>
          </p:cNvSpPr>
          <p:nvPr>
            <p:ph type="body" sz="quarter" idx="13" hasCustomPrompt="1"/>
          </p:nvPr>
        </p:nvSpPr>
        <p:spPr>
          <a:xfrm>
            <a:off x="612648" y="1536585"/>
            <a:ext cx="3932237" cy="301752"/>
          </a:xfrm>
        </p:spPr>
        <p:txBody>
          <a:bodyPr/>
          <a:lstStyle>
            <a:lvl1pPr marL="0" indent="0">
              <a:buNone/>
              <a:defRPr sz="2000">
                <a:solidFill>
                  <a:schemeClr val="accent3"/>
                </a:solidFill>
              </a:defRPr>
            </a:lvl1pPr>
          </a:lstStyle>
          <a:p>
            <a:pPr lvl="0"/>
            <a:r>
              <a:rPr lang="en-US" err="1"/>
              <a:t>SubTitle</a:t>
            </a:r>
            <a:endParaRPr lang="en-US"/>
          </a:p>
        </p:txBody>
      </p:sp>
    </p:spTree>
    <p:extLst>
      <p:ext uri="{BB962C8B-B14F-4D97-AF65-F5344CB8AC3E}">
        <p14:creationId xmlns:p14="http://schemas.microsoft.com/office/powerpoint/2010/main" val="1725468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 Person Team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484D-75B0-DFAD-9571-2EDEB762644E}"/>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CA5F7240-373D-E9E2-6F39-57D7722E78E9}"/>
              </a:ext>
            </a:extLst>
          </p:cNvPr>
          <p:cNvSpPr>
            <a:spLocks noGrp="1"/>
          </p:cNvSpPr>
          <p:nvPr>
            <p:ph type="sldNum" sz="quarter" idx="10"/>
          </p:nvPr>
        </p:nvSpPr>
        <p:spPr/>
        <p:txBody>
          <a:bodyPr/>
          <a:lstStyle/>
          <a:p>
            <a:fld id="{72E20F18-833A-4542-A439-FC39BC210022}" type="slidenum">
              <a:rPr lang="en-US" smtClean="0"/>
              <a:pPr/>
              <a:t>‹#›</a:t>
            </a:fld>
            <a:endParaRPr lang="en-US"/>
          </a:p>
        </p:txBody>
      </p:sp>
      <p:sp>
        <p:nvSpPr>
          <p:cNvPr id="4" name="Footer Placeholder 3">
            <a:extLst>
              <a:ext uri="{FF2B5EF4-FFF2-40B4-BE49-F238E27FC236}">
                <a16:creationId xmlns:a16="http://schemas.microsoft.com/office/drawing/2014/main" id="{4BB6091E-E525-FA89-6062-56CF687F2E77}"/>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0C32289D-88ED-1848-7EC4-7B7756E619BA}"/>
              </a:ext>
            </a:extLst>
          </p:cNvPr>
          <p:cNvSpPr>
            <a:spLocks noGrp="1"/>
          </p:cNvSpPr>
          <p:nvPr>
            <p:ph type="dt" sz="half" idx="12"/>
          </p:nvPr>
        </p:nvSpPr>
        <p:spPr/>
        <p:txBody>
          <a:bodyPr/>
          <a:lstStyle/>
          <a:p>
            <a:fld id="{40711C0D-6AE8-47B7-9D02-2C83FBE968D2}" type="datetime1">
              <a:rPr lang="en-US" smtClean="0"/>
              <a:pPr/>
              <a:t>7/24/2026</a:t>
            </a:fld>
            <a:endParaRPr lang="en-US"/>
          </a:p>
        </p:txBody>
      </p:sp>
      <p:sp>
        <p:nvSpPr>
          <p:cNvPr id="6" name="Picture Placeholder 10">
            <a:extLst>
              <a:ext uri="{FF2B5EF4-FFF2-40B4-BE49-F238E27FC236}">
                <a16:creationId xmlns:a16="http://schemas.microsoft.com/office/drawing/2014/main" id="{DE8453E8-CBBC-762A-0B1F-273BC7BD6CBE}"/>
              </a:ext>
            </a:extLst>
          </p:cNvPr>
          <p:cNvSpPr>
            <a:spLocks noGrp="1" noChangeAspect="1"/>
          </p:cNvSpPr>
          <p:nvPr>
            <p:ph type="pic" sz="quarter" idx="13" hasCustomPrompt="1"/>
          </p:nvPr>
        </p:nvSpPr>
        <p:spPr>
          <a:xfrm>
            <a:off x="1391" y="1837089"/>
            <a:ext cx="1828800" cy="2743200"/>
          </a:xfrm>
        </p:spPr>
        <p:txBody>
          <a:bodyPr>
            <a:normAutofit/>
          </a:bodyPr>
          <a:lstStyle>
            <a:lvl1pPr>
              <a:defRPr sz="2000"/>
            </a:lvl1pPr>
          </a:lstStyle>
          <a:p>
            <a:r>
              <a:rPr lang="en-US"/>
              <a:t>Add Professional Headshot</a:t>
            </a:r>
          </a:p>
        </p:txBody>
      </p:sp>
      <p:sp>
        <p:nvSpPr>
          <p:cNvPr id="7" name="Text Placeholder 12">
            <a:extLst>
              <a:ext uri="{FF2B5EF4-FFF2-40B4-BE49-F238E27FC236}">
                <a16:creationId xmlns:a16="http://schemas.microsoft.com/office/drawing/2014/main" id="{BC024A8E-E65C-91F9-B044-F874BA470286}"/>
              </a:ext>
            </a:extLst>
          </p:cNvPr>
          <p:cNvSpPr>
            <a:spLocks noGrp="1"/>
          </p:cNvSpPr>
          <p:nvPr>
            <p:ph type="body" sz="quarter" idx="14" hasCustomPrompt="1"/>
          </p:nvPr>
        </p:nvSpPr>
        <p:spPr>
          <a:xfrm>
            <a:off x="0" y="4625297"/>
            <a:ext cx="1828800" cy="840230"/>
          </a:xfrm>
          <a:noFill/>
        </p:spPr>
        <p:txBody>
          <a:bodyPr wrap="square" rtlCol="0">
            <a:spAutoFit/>
          </a:bodyPr>
          <a:lstStyle>
            <a:lvl1pPr marL="0" indent="0">
              <a:spcBef>
                <a:spcPts val="0"/>
              </a:spcBef>
              <a:buNone/>
              <a:defRPr lang="en-US" sz="1800" i="0" dirty="0">
                <a:latin typeface="+mn-lt"/>
                <a:cs typeface="+mn-cs"/>
              </a:defRPr>
            </a:lvl1pPr>
          </a:lstStyle>
          <a:p>
            <a:pPr marL="0" lvl="0"/>
            <a:r>
              <a:rPr lang="en-US"/>
              <a:t>Name 1 (alphabetically) and title</a:t>
            </a:r>
          </a:p>
        </p:txBody>
      </p:sp>
      <p:sp>
        <p:nvSpPr>
          <p:cNvPr id="8" name="Picture Placeholder 10">
            <a:extLst>
              <a:ext uri="{FF2B5EF4-FFF2-40B4-BE49-F238E27FC236}">
                <a16:creationId xmlns:a16="http://schemas.microsoft.com/office/drawing/2014/main" id="{62B36441-D4DC-8305-5396-D1BE296A7123}"/>
              </a:ext>
            </a:extLst>
          </p:cNvPr>
          <p:cNvSpPr>
            <a:spLocks noGrp="1" noChangeAspect="1"/>
          </p:cNvSpPr>
          <p:nvPr>
            <p:ph type="pic" sz="quarter" idx="15" hasCustomPrompt="1"/>
          </p:nvPr>
        </p:nvSpPr>
        <p:spPr>
          <a:xfrm>
            <a:off x="8839200" y="1825625"/>
            <a:ext cx="1828800" cy="2743200"/>
          </a:xfrm>
        </p:spPr>
        <p:txBody>
          <a:bodyPr>
            <a:normAutofit/>
          </a:bodyPr>
          <a:lstStyle>
            <a:lvl1pPr>
              <a:defRPr sz="2000"/>
            </a:lvl1pPr>
          </a:lstStyle>
          <a:p>
            <a:r>
              <a:rPr lang="en-US"/>
              <a:t>Add Professional Headshot</a:t>
            </a:r>
          </a:p>
        </p:txBody>
      </p:sp>
      <p:sp>
        <p:nvSpPr>
          <p:cNvPr id="9" name="Text Placeholder 12">
            <a:extLst>
              <a:ext uri="{FF2B5EF4-FFF2-40B4-BE49-F238E27FC236}">
                <a16:creationId xmlns:a16="http://schemas.microsoft.com/office/drawing/2014/main" id="{A6E6DF15-BD4D-E29B-8E7C-4EB6DBC08BB3}"/>
              </a:ext>
            </a:extLst>
          </p:cNvPr>
          <p:cNvSpPr>
            <a:spLocks noGrp="1"/>
          </p:cNvSpPr>
          <p:nvPr>
            <p:ph type="body" sz="quarter" idx="16" hasCustomPrompt="1"/>
          </p:nvPr>
        </p:nvSpPr>
        <p:spPr>
          <a:xfrm>
            <a:off x="6629400" y="5118097"/>
            <a:ext cx="1828800" cy="840230"/>
          </a:xfrm>
          <a:noFill/>
        </p:spPr>
        <p:txBody>
          <a:bodyPr wrap="square" rtlCol="0">
            <a:spAutoFit/>
          </a:bodyPr>
          <a:lstStyle>
            <a:lvl1pPr marL="0" indent="0">
              <a:spcBef>
                <a:spcPts val="0"/>
              </a:spcBef>
              <a:buNone/>
              <a:defRPr lang="en-US" sz="1800" i="0" dirty="0">
                <a:latin typeface="+mn-lt"/>
                <a:cs typeface="+mn-cs"/>
              </a:defRPr>
            </a:lvl1pPr>
          </a:lstStyle>
          <a:p>
            <a:pPr marL="0" lvl="0"/>
            <a:r>
              <a:rPr lang="en-US"/>
              <a:t>Name 4 (alphabetically) and title</a:t>
            </a:r>
          </a:p>
        </p:txBody>
      </p:sp>
      <p:sp>
        <p:nvSpPr>
          <p:cNvPr id="10" name="Text Placeholder 12">
            <a:extLst>
              <a:ext uri="{FF2B5EF4-FFF2-40B4-BE49-F238E27FC236}">
                <a16:creationId xmlns:a16="http://schemas.microsoft.com/office/drawing/2014/main" id="{FE172D5F-59AE-F32F-D1CB-4EFD0175FC55}"/>
              </a:ext>
            </a:extLst>
          </p:cNvPr>
          <p:cNvSpPr>
            <a:spLocks noGrp="1"/>
          </p:cNvSpPr>
          <p:nvPr>
            <p:ph type="body" sz="quarter" idx="17" hasCustomPrompt="1"/>
          </p:nvPr>
        </p:nvSpPr>
        <p:spPr>
          <a:xfrm>
            <a:off x="2209800" y="5118097"/>
            <a:ext cx="1828800" cy="840230"/>
          </a:xfrm>
          <a:noFill/>
        </p:spPr>
        <p:txBody>
          <a:bodyPr wrap="square" rtlCol="0">
            <a:spAutoFit/>
          </a:bodyPr>
          <a:lstStyle>
            <a:lvl1pPr marL="0" indent="0">
              <a:spcBef>
                <a:spcPts val="0"/>
              </a:spcBef>
              <a:buNone/>
              <a:defRPr lang="en-US" sz="1800" i="0" dirty="0">
                <a:latin typeface="+mn-lt"/>
                <a:cs typeface="+mn-cs"/>
              </a:defRPr>
            </a:lvl1pPr>
          </a:lstStyle>
          <a:p>
            <a:pPr marL="0" lvl="0"/>
            <a:r>
              <a:rPr lang="en-US"/>
              <a:t>Name 2 (alphabetically) and title</a:t>
            </a:r>
          </a:p>
        </p:txBody>
      </p:sp>
      <p:sp>
        <p:nvSpPr>
          <p:cNvPr id="11" name="Text Placeholder 12">
            <a:extLst>
              <a:ext uri="{FF2B5EF4-FFF2-40B4-BE49-F238E27FC236}">
                <a16:creationId xmlns:a16="http://schemas.microsoft.com/office/drawing/2014/main" id="{2EEAB187-123E-4293-F85A-1BCBFBFF6590}"/>
              </a:ext>
            </a:extLst>
          </p:cNvPr>
          <p:cNvSpPr>
            <a:spLocks noGrp="1"/>
          </p:cNvSpPr>
          <p:nvPr>
            <p:ph type="body" sz="quarter" idx="18" hasCustomPrompt="1"/>
          </p:nvPr>
        </p:nvSpPr>
        <p:spPr>
          <a:xfrm>
            <a:off x="4419600" y="4625297"/>
            <a:ext cx="1828800" cy="840230"/>
          </a:xfrm>
          <a:noFill/>
        </p:spPr>
        <p:txBody>
          <a:bodyPr wrap="square" rtlCol="0">
            <a:spAutoFit/>
          </a:bodyPr>
          <a:lstStyle>
            <a:lvl1pPr marL="0" indent="0">
              <a:spcBef>
                <a:spcPts val="0"/>
              </a:spcBef>
              <a:buNone/>
              <a:defRPr lang="en-US" sz="1800" i="0" dirty="0">
                <a:latin typeface="+mn-lt"/>
                <a:cs typeface="+mn-cs"/>
              </a:defRPr>
            </a:lvl1pPr>
          </a:lstStyle>
          <a:p>
            <a:pPr marL="0" lvl="0"/>
            <a:r>
              <a:rPr lang="en-US"/>
              <a:t>Name 3 (alphabetically) and title</a:t>
            </a:r>
          </a:p>
        </p:txBody>
      </p:sp>
      <p:sp>
        <p:nvSpPr>
          <p:cNvPr id="12" name="Picture Placeholder 10">
            <a:extLst>
              <a:ext uri="{FF2B5EF4-FFF2-40B4-BE49-F238E27FC236}">
                <a16:creationId xmlns:a16="http://schemas.microsoft.com/office/drawing/2014/main" id="{C81BC737-4937-A161-DB48-F436A98167FC}"/>
              </a:ext>
            </a:extLst>
          </p:cNvPr>
          <p:cNvSpPr>
            <a:spLocks noGrp="1" noChangeAspect="1"/>
          </p:cNvSpPr>
          <p:nvPr>
            <p:ph type="pic" sz="quarter" idx="19" hasCustomPrompt="1"/>
          </p:nvPr>
        </p:nvSpPr>
        <p:spPr>
          <a:xfrm>
            <a:off x="2210843" y="2318425"/>
            <a:ext cx="1828800" cy="2743200"/>
          </a:xfrm>
        </p:spPr>
        <p:txBody>
          <a:bodyPr>
            <a:normAutofit/>
          </a:bodyPr>
          <a:lstStyle>
            <a:lvl1pPr>
              <a:defRPr sz="2000"/>
            </a:lvl1pPr>
          </a:lstStyle>
          <a:p>
            <a:r>
              <a:rPr lang="en-US"/>
              <a:t>Add Professional Headshot</a:t>
            </a:r>
          </a:p>
        </p:txBody>
      </p:sp>
      <p:sp>
        <p:nvSpPr>
          <p:cNvPr id="13" name="Picture Placeholder 10">
            <a:extLst>
              <a:ext uri="{FF2B5EF4-FFF2-40B4-BE49-F238E27FC236}">
                <a16:creationId xmlns:a16="http://schemas.microsoft.com/office/drawing/2014/main" id="{C76AEED3-3414-3E73-C9D8-F1854608125C}"/>
              </a:ext>
            </a:extLst>
          </p:cNvPr>
          <p:cNvSpPr>
            <a:spLocks noGrp="1" noChangeAspect="1"/>
          </p:cNvSpPr>
          <p:nvPr>
            <p:ph type="pic" sz="quarter" idx="20" hasCustomPrompt="1"/>
          </p:nvPr>
        </p:nvSpPr>
        <p:spPr>
          <a:xfrm>
            <a:off x="4420295" y="1825625"/>
            <a:ext cx="1828800" cy="2743200"/>
          </a:xfrm>
        </p:spPr>
        <p:txBody>
          <a:bodyPr>
            <a:normAutofit/>
          </a:bodyPr>
          <a:lstStyle>
            <a:lvl1pPr>
              <a:defRPr sz="2000"/>
            </a:lvl1pPr>
          </a:lstStyle>
          <a:p>
            <a:r>
              <a:rPr lang="en-US"/>
              <a:t>Add Professional Headshot</a:t>
            </a:r>
          </a:p>
        </p:txBody>
      </p:sp>
      <p:sp>
        <p:nvSpPr>
          <p:cNvPr id="14" name="Picture Placeholder 10">
            <a:extLst>
              <a:ext uri="{FF2B5EF4-FFF2-40B4-BE49-F238E27FC236}">
                <a16:creationId xmlns:a16="http://schemas.microsoft.com/office/drawing/2014/main" id="{99D47603-B850-C180-4CD1-4181324CE1B5}"/>
              </a:ext>
            </a:extLst>
          </p:cNvPr>
          <p:cNvSpPr>
            <a:spLocks noGrp="1" noChangeAspect="1"/>
          </p:cNvSpPr>
          <p:nvPr>
            <p:ph type="pic" sz="quarter" idx="21" hasCustomPrompt="1"/>
          </p:nvPr>
        </p:nvSpPr>
        <p:spPr>
          <a:xfrm>
            <a:off x="6629747" y="2318425"/>
            <a:ext cx="1828800" cy="2743200"/>
          </a:xfrm>
        </p:spPr>
        <p:txBody>
          <a:bodyPr>
            <a:normAutofit/>
          </a:bodyPr>
          <a:lstStyle>
            <a:lvl1pPr>
              <a:defRPr sz="2000"/>
            </a:lvl1pPr>
          </a:lstStyle>
          <a:p>
            <a:r>
              <a:rPr lang="en-US"/>
              <a:t>Add Professional Headshot</a:t>
            </a:r>
          </a:p>
        </p:txBody>
      </p:sp>
      <p:sp>
        <p:nvSpPr>
          <p:cNvPr id="15" name="Text Placeholder 12">
            <a:extLst>
              <a:ext uri="{FF2B5EF4-FFF2-40B4-BE49-F238E27FC236}">
                <a16:creationId xmlns:a16="http://schemas.microsoft.com/office/drawing/2014/main" id="{B7AC8A39-B642-D28D-3029-0323C84E2765}"/>
              </a:ext>
            </a:extLst>
          </p:cNvPr>
          <p:cNvSpPr>
            <a:spLocks noGrp="1"/>
          </p:cNvSpPr>
          <p:nvPr>
            <p:ph type="body" sz="quarter" idx="22" hasCustomPrompt="1"/>
          </p:nvPr>
        </p:nvSpPr>
        <p:spPr>
          <a:xfrm>
            <a:off x="8839200" y="4625297"/>
            <a:ext cx="1828800" cy="840230"/>
          </a:xfrm>
          <a:noFill/>
        </p:spPr>
        <p:txBody>
          <a:bodyPr wrap="square" rtlCol="0">
            <a:spAutoFit/>
          </a:bodyPr>
          <a:lstStyle>
            <a:lvl1pPr marL="0" indent="0">
              <a:spcBef>
                <a:spcPts val="0"/>
              </a:spcBef>
              <a:buNone/>
              <a:defRPr lang="en-US" sz="1800" i="0" dirty="0">
                <a:latin typeface="+mn-lt"/>
                <a:cs typeface="+mn-cs"/>
              </a:defRPr>
            </a:lvl1pPr>
          </a:lstStyle>
          <a:p>
            <a:pPr marL="0" lvl="0"/>
            <a:r>
              <a:rPr lang="en-US"/>
              <a:t>Name 5 (alphabetically) and title</a:t>
            </a:r>
          </a:p>
        </p:txBody>
      </p:sp>
      <p:sp>
        <p:nvSpPr>
          <p:cNvPr id="18" name="Presenter Name">
            <a:extLst>
              <a:ext uri="{FF2B5EF4-FFF2-40B4-BE49-F238E27FC236}">
                <a16:creationId xmlns:a16="http://schemas.microsoft.com/office/drawing/2014/main" id="{C96C96E3-B0CD-13A2-B5A7-1E1EEA4B26C4}"/>
              </a:ext>
            </a:extLst>
          </p:cNvPr>
          <p:cNvSpPr>
            <a:spLocks noGrp="1"/>
          </p:cNvSpPr>
          <p:nvPr>
            <p:ph type="body" sz="quarter" idx="23" hasCustomPrompt="1"/>
          </p:nvPr>
        </p:nvSpPr>
        <p:spPr>
          <a:xfrm>
            <a:off x="10668000" y="0"/>
            <a:ext cx="1524000" cy="757130"/>
          </a:xfrm>
          <a:noFill/>
        </p:spPr>
        <p:txBody>
          <a:bodyPr wrap="square" lIns="91440" tIns="45720" rIns="91440" bIns="45720" rtlCol="0" anchor="ctr">
            <a:noAutofit/>
          </a:bodyPr>
          <a:lstStyle>
            <a:lvl1pPr marL="0" indent="0" algn="ctr">
              <a:buNone/>
              <a:defRPr lang="en-US" sz="1600" dirty="0">
                <a:solidFill>
                  <a:srgbClr val="FFFFFF"/>
                </a:solidFill>
                <a:cs typeface="Calibri"/>
              </a:defRPr>
            </a:lvl1pPr>
          </a:lstStyle>
          <a:p>
            <a:pPr marL="0" lvl="0" algn="ctr"/>
            <a:r>
              <a:rPr lang="en-US"/>
              <a:t>Type the presenter First and Last Name</a:t>
            </a:r>
          </a:p>
        </p:txBody>
      </p:sp>
    </p:spTree>
    <p:extLst>
      <p:ext uri="{BB962C8B-B14F-4D97-AF65-F5344CB8AC3E}">
        <p14:creationId xmlns:p14="http://schemas.microsoft.com/office/powerpoint/2010/main" val="2249487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13673-AC37-B39E-8A7B-BA943527A949}"/>
              </a:ext>
            </a:extLst>
          </p:cNvPr>
          <p:cNvSpPr>
            <a:spLocks noGrp="1"/>
          </p:cNvSpPr>
          <p:nvPr>
            <p:ph type="ctrTitle"/>
          </p:nvPr>
        </p:nvSpPr>
        <p:spPr>
          <a:xfrm>
            <a:off x="609600" y="1933574"/>
            <a:ext cx="10972800" cy="1838325"/>
          </a:xfrm>
        </p:spPr>
        <p:txBody>
          <a:bodyPr lIns="0" tIns="0" rIns="0" bIns="0" anchor="ctr" anchorCtr="0">
            <a:noAutofit/>
          </a:bodyPr>
          <a:lstStyle>
            <a:lvl1pPr algn="ctr">
              <a:defRPr sz="4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1E3665D3-1E0D-3329-CCBE-693E32EF86C5}"/>
              </a:ext>
            </a:extLst>
          </p:cNvPr>
          <p:cNvSpPr>
            <a:spLocks noGrp="1"/>
          </p:cNvSpPr>
          <p:nvPr>
            <p:ph type="subTitle" idx="1"/>
          </p:nvPr>
        </p:nvSpPr>
        <p:spPr>
          <a:xfrm>
            <a:off x="609600" y="3914774"/>
            <a:ext cx="10972800" cy="1343025"/>
          </a:xfrm>
        </p:spPr>
        <p:txBody>
          <a:bodyPr lIns="0" tIns="0" rIns="0" bIns="0" anchor="t" anchorCtr="0">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E2338F-9D96-8B9D-DBAB-78900D5AEFDD}"/>
              </a:ext>
            </a:extLst>
          </p:cNvPr>
          <p:cNvSpPr>
            <a:spLocks noGrp="1"/>
          </p:cNvSpPr>
          <p:nvPr>
            <p:ph type="dt" sz="half" idx="10"/>
          </p:nvPr>
        </p:nvSpPr>
        <p:spPr/>
        <p:txBody>
          <a:bodyPr/>
          <a:lstStyle>
            <a:lvl1pPr>
              <a:defRPr>
                <a:solidFill>
                  <a:schemeClr val="bg1"/>
                </a:solidFill>
              </a:defRPr>
            </a:lvl1pPr>
          </a:lstStyle>
          <a:p>
            <a:fld id="{1196A179-E1F3-41DF-A32E-5D20EBA957C1}" type="datetime1">
              <a:rPr lang="en-US" smtClean="0"/>
              <a:t>7/24/2026</a:t>
            </a:fld>
            <a:endParaRPr lang="en-US"/>
          </a:p>
        </p:txBody>
      </p:sp>
      <p:sp>
        <p:nvSpPr>
          <p:cNvPr id="5" name="Footer Placeholder 4">
            <a:extLst>
              <a:ext uri="{FF2B5EF4-FFF2-40B4-BE49-F238E27FC236}">
                <a16:creationId xmlns:a16="http://schemas.microsoft.com/office/drawing/2014/main" id="{434BF103-2ED7-FA37-9B9A-AC3F50823BC4}"/>
              </a:ext>
            </a:extLst>
          </p:cNvPr>
          <p:cNvSpPr>
            <a:spLocks noGrp="1"/>
          </p:cNvSpPr>
          <p:nvPr>
            <p:ph type="ftr" sz="quarter" idx="11"/>
          </p:nvPr>
        </p:nvSpPr>
        <p:spPr/>
        <p:txBody>
          <a:bodyPr/>
          <a:lstStyle>
            <a:lvl1pPr>
              <a:defRPr>
                <a:solidFill>
                  <a:schemeClr val="bg1"/>
                </a:solidFill>
              </a:defRPr>
            </a:lvl1p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7962DA50-39DC-3A5E-B5A8-8C542CB86DA3}"/>
              </a:ext>
            </a:extLst>
          </p:cNvPr>
          <p:cNvSpPr>
            <a:spLocks noGrp="1"/>
          </p:cNvSpPr>
          <p:nvPr>
            <p:ph type="sldNum" sz="quarter" idx="12"/>
          </p:nvPr>
        </p:nvSpPr>
        <p:spPr/>
        <p:txBody>
          <a:bodyPr/>
          <a:lstStyle>
            <a:lvl1pPr>
              <a:defRPr>
                <a:solidFill>
                  <a:schemeClr val="bg1"/>
                </a:solidFill>
              </a:defRPr>
            </a:lvl1pPr>
          </a:lstStyle>
          <a:p>
            <a:fld id="{F8F6B9CD-BE6B-498B-93B3-0FAD7ADE75E3}"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CCFF5D25-23DB-D676-8EDB-7BE6225A815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600" y="569210"/>
            <a:ext cx="2200279" cy="792101"/>
          </a:xfrm>
          <a:prstGeom prst="rect">
            <a:avLst/>
          </a:prstGeom>
        </p:spPr>
      </p:pic>
    </p:spTree>
    <p:extLst>
      <p:ext uri="{BB962C8B-B14F-4D97-AF65-F5344CB8AC3E}">
        <p14:creationId xmlns:p14="http://schemas.microsoft.com/office/powerpoint/2010/main" val="2865717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13673-AC37-B39E-8A7B-BA943527A949}"/>
              </a:ext>
            </a:extLst>
          </p:cNvPr>
          <p:cNvSpPr>
            <a:spLocks noGrp="1"/>
          </p:cNvSpPr>
          <p:nvPr>
            <p:ph type="ctrTitle" hasCustomPrompt="1"/>
          </p:nvPr>
        </p:nvSpPr>
        <p:spPr>
          <a:xfrm>
            <a:off x="612647" y="1933574"/>
            <a:ext cx="10974471" cy="1838325"/>
          </a:xfrm>
        </p:spPr>
        <p:txBody>
          <a:bodyPr lIns="0" tIns="0" rIns="0" bIns="0" anchor="ctr" anchorCtr="0">
            <a:noAutofit/>
          </a:bodyPr>
          <a:lstStyle>
            <a:lvl1pPr algn="ctr">
              <a:defRPr sz="3200">
                <a:solidFill>
                  <a:schemeClr val="bg1"/>
                </a:solidFill>
              </a:defRPr>
            </a:lvl1pPr>
          </a:lstStyle>
          <a:p>
            <a:r>
              <a:rPr lang="en-US"/>
              <a:t>Click to edit Section title</a:t>
            </a:r>
          </a:p>
        </p:txBody>
      </p:sp>
      <p:sp>
        <p:nvSpPr>
          <p:cNvPr id="3" name="Subtitle 2">
            <a:extLst>
              <a:ext uri="{FF2B5EF4-FFF2-40B4-BE49-F238E27FC236}">
                <a16:creationId xmlns:a16="http://schemas.microsoft.com/office/drawing/2014/main" id="{1E3665D3-1E0D-3329-CCBE-693E32EF86C5}"/>
              </a:ext>
            </a:extLst>
          </p:cNvPr>
          <p:cNvSpPr>
            <a:spLocks noGrp="1"/>
          </p:cNvSpPr>
          <p:nvPr>
            <p:ph type="subTitle" idx="1" hasCustomPrompt="1"/>
          </p:nvPr>
        </p:nvSpPr>
        <p:spPr>
          <a:xfrm>
            <a:off x="612647" y="3914774"/>
            <a:ext cx="10974471" cy="1343025"/>
          </a:xfrm>
        </p:spPr>
        <p:txBody>
          <a:bodyPr lIns="0" tIns="0" rIns="0" bIns="0" anchor="t" anchorCtr="0">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Section subtitle style</a:t>
            </a:r>
          </a:p>
        </p:txBody>
      </p:sp>
      <p:sp>
        <p:nvSpPr>
          <p:cNvPr id="4" name="Date Placeholder 3">
            <a:extLst>
              <a:ext uri="{FF2B5EF4-FFF2-40B4-BE49-F238E27FC236}">
                <a16:creationId xmlns:a16="http://schemas.microsoft.com/office/drawing/2014/main" id="{6BE2338F-9D96-8B9D-DBAB-78900D5AEFDD}"/>
              </a:ext>
            </a:extLst>
          </p:cNvPr>
          <p:cNvSpPr>
            <a:spLocks noGrp="1"/>
          </p:cNvSpPr>
          <p:nvPr>
            <p:ph type="dt" sz="half" idx="10"/>
          </p:nvPr>
        </p:nvSpPr>
        <p:spPr>
          <a:xfrm>
            <a:off x="1069848" y="6469630"/>
            <a:ext cx="914400" cy="251845"/>
          </a:xfrm>
        </p:spPr>
        <p:txBody>
          <a:bodyPr/>
          <a:lstStyle>
            <a:lvl1pPr>
              <a:defRPr>
                <a:solidFill>
                  <a:schemeClr val="bg1"/>
                </a:solidFill>
              </a:defRPr>
            </a:lvl1pPr>
          </a:lstStyle>
          <a:p>
            <a:fld id="{E38D72AB-68EE-4555-9EDB-3844E58A10EA}" type="datetime1">
              <a:rPr lang="en-US" smtClean="0"/>
              <a:t>7/24/2026</a:t>
            </a:fld>
            <a:endParaRPr lang="en-US"/>
          </a:p>
        </p:txBody>
      </p:sp>
      <p:sp>
        <p:nvSpPr>
          <p:cNvPr id="5" name="Footer Placeholder 4">
            <a:extLst>
              <a:ext uri="{FF2B5EF4-FFF2-40B4-BE49-F238E27FC236}">
                <a16:creationId xmlns:a16="http://schemas.microsoft.com/office/drawing/2014/main" id="{434BF103-2ED7-FA37-9B9A-AC3F50823BC4}"/>
              </a:ext>
            </a:extLst>
          </p:cNvPr>
          <p:cNvSpPr>
            <a:spLocks noGrp="1"/>
          </p:cNvSpPr>
          <p:nvPr>
            <p:ph type="ftr" sz="quarter" idx="11"/>
          </p:nvPr>
        </p:nvSpPr>
        <p:spPr/>
        <p:txBody>
          <a:bodyPr/>
          <a:lstStyle>
            <a:lvl1pPr>
              <a:defRPr>
                <a:solidFill>
                  <a:schemeClr val="bg1"/>
                </a:solidFill>
              </a:defRPr>
            </a:lvl1p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7962DA50-39DC-3A5E-B5A8-8C542CB86DA3}"/>
              </a:ext>
            </a:extLst>
          </p:cNvPr>
          <p:cNvSpPr>
            <a:spLocks noGrp="1"/>
          </p:cNvSpPr>
          <p:nvPr>
            <p:ph type="sldNum" sz="quarter" idx="12"/>
          </p:nvPr>
        </p:nvSpPr>
        <p:spPr>
          <a:xfrm>
            <a:off x="11301984" y="6469630"/>
            <a:ext cx="285135" cy="251845"/>
          </a:xfrm>
        </p:spPr>
        <p:txBody>
          <a:bodyPr/>
          <a:lstStyle>
            <a:lvl1pPr>
              <a:defRPr>
                <a:solidFill>
                  <a:schemeClr val="bg1"/>
                </a:solidFill>
              </a:defRPr>
            </a:lvl1pPr>
          </a:lstStyle>
          <a:p>
            <a:fld id="{F8F6B9CD-BE6B-498B-93B3-0FAD7ADE75E3}" type="slidenum">
              <a:rPr lang="en-US" smtClean="0"/>
              <a:pPr/>
              <a:t>‹#›</a:t>
            </a:fld>
            <a:endParaRPr lang="en-US"/>
          </a:p>
        </p:txBody>
      </p:sp>
      <p:pic>
        <p:nvPicPr>
          <p:cNvPr id="7" name="Picture 6">
            <a:extLst>
              <a:ext uri="{FF2B5EF4-FFF2-40B4-BE49-F238E27FC236}">
                <a16:creationId xmlns:a16="http://schemas.microsoft.com/office/drawing/2014/main" id="{E309D806-2D72-58D7-14B9-4B0B382BA54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12649" y="6473825"/>
            <a:ext cx="285748" cy="247649"/>
          </a:xfrm>
          <a:prstGeom prst="rect">
            <a:avLst/>
          </a:prstGeom>
        </p:spPr>
      </p:pic>
    </p:spTree>
    <p:extLst>
      <p:ext uri="{BB962C8B-B14F-4D97-AF65-F5344CB8AC3E}">
        <p14:creationId xmlns:p14="http://schemas.microsoft.com/office/powerpoint/2010/main" val="3298848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3_Section Slide _ No Waterm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13673-AC37-B39E-8A7B-BA943527A949}"/>
              </a:ext>
            </a:extLst>
          </p:cNvPr>
          <p:cNvSpPr>
            <a:spLocks noGrp="1"/>
          </p:cNvSpPr>
          <p:nvPr>
            <p:ph type="ctrTitle" hasCustomPrompt="1"/>
          </p:nvPr>
        </p:nvSpPr>
        <p:spPr>
          <a:xfrm>
            <a:off x="612647" y="1933574"/>
            <a:ext cx="10974471" cy="1838325"/>
          </a:xfrm>
        </p:spPr>
        <p:txBody>
          <a:bodyPr lIns="0" tIns="0" rIns="0" bIns="0" anchor="ctr" anchorCtr="0">
            <a:noAutofit/>
          </a:bodyPr>
          <a:lstStyle>
            <a:lvl1pPr algn="ctr">
              <a:defRPr sz="3200">
                <a:solidFill>
                  <a:schemeClr val="bg1"/>
                </a:solidFill>
              </a:defRPr>
            </a:lvl1pPr>
          </a:lstStyle>
          <a:p>
            <a:r>
              <a:rPr lang="en-US"/>
              <a:t>Click to edit Section title</a:t>
            </a:r>
          </a:p>
        </p:txBody>
      </p:sp>
      <p:sp>
        <p:nvSpPr>
          <p:cNvPr id="3" name="Subtitle 2">
            <a:extLst>
              <a:ext uri="{FF2B5EF4-FFF2-40B4-BE49-F238E27FC236}">
                <a16:creationId xmlns:a16="http://schemas.microsoft.com/office/drawing/2014/main" id="{1E3665D3-1E0D-3329-CCBE-693E32EF86C5}"/>
              </a:ext>
            </a:extLst>
          </p:cNvPr>
          <p:cNvSpPr>
            <a:spLocks noGrp="1"/>
          </p:cNvSpPr>
          <p:nvPr>
            <p:ph type="subTitle" idx="1" hasCustomPrompt="1"/>
          </p:nvPr>
        </p:nvSpPr>
        <p:spPr>
          <a:xfrm>
            <a:off x="612647" y="3914774"/>
            <a:ext cx="10974471" cy="1343025"/>
          </a:xfrm>
        </p:spPr>
        <p:txBody>
          <a:bodyPr lIns="0" tIns="0" rIns="0" bIns="0" anchor="t" anchorCtr="0">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Section subtitle style</a:t>
            </a:r>
          </a:p>
        </p:txBody>
      </p:sp>
      <p:sp>
        <p:nvSpPr>
          <p:cNvPr id="4" name="Date Placeholder 3">
            <a:extLst>
              <a:ext uri="{FF2B5EF4-FFF2-40B4-BE49-F238E27FC236}">
                <a16:creationId xmlns:a16="http://schemas.microsoft.com/office/drawing/2014/main" id="{6BE2338F-9D96-8B9D-DBAB-78900D5AEFDD}"/>
              </a:ext>
            </a:extLst>
          </p:cNvPr>
          <p:cNvSpPr>
            <a:spLocks noGrp="1"/>
          </p:cNvSpPr>
          <p:nvPr>
            <p:ph type="dt" sz="half" idx="10"/>
          </p:nvPr>
        </p:nvSpPr>
        <p:spPr>
          <a:xfrm>
            <a:off x="1069848" y="6469630"/>
            <a:ext cx="914400" cy="251845"/>
          </a:xfrm>
        </p:spPr>
        <p:txBody>
          <a:bodyPr/>
          <a:lstStyle>
            <a:lvl1pPr>
              <a:defRPr>
                <a:solidFill>
                  <a:schemeClr val="bg1"/>
                </a:solidFill>
              </a:defRPr>
            </a:lvl1pPr>
          </a:lstStyle>
          <a:p>
            <a:fld id="{E38D72AB-68EE-4555-9EDB-3844E58A10EA}" type="datetime1">
              <a:rPr lang="en-US" smtClean="0"/>
              <a:t>7/24/2026</a:t>
            </a:fld>
            <a:endParaRPr lang="en-US"/>
          </a:p>
        </p:txBody>
      </p:sp>
      <p:sp>
        <p:nvSpPr>
          <p:cNvPr id="5" name="Footer Placeholder 4">
            <a:extLst>
              <a:ext uri="{FF2B5EF4-FFF2-40B4-BE49-F238E27FC236}">
                <a16:creationId xmlns:a16="http://schemas.microsoft.com/office/drawing/2014/main" id="{434BF103-2ED7-FA37-9B9A-AC3F50823BC4}"/>
              </a:ext>
            </a:extLst>
          </p:cNvPr>
          <p:cNvSpPr>
            <a:spLocks noGrp="1"/>
          </p:cNvSpPr>
          <p:nvPr>
            <p:ph type="ftr" sz="quarter" idx="11"/>
          </p:nvPr>
        </p:nvSpPr>
        <p:spPr/>
        <p:txBody>
          <a:bodyPr/>
          <a:lstStyle>
            <a:lvl1pPr>
              <a:defRPr>
                <a:solidFill>
                  <a:schemeClr val="bg1"/>
                </a:solidFill>
              </a:defRPr>
            </a:lvl1p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7962DA50-39DC-3A5E-B5A8-8C542CB86DA3}"/>
              </a:ext>
            </a:extLst>
          </p:cNvPr>
          <p:cNvSpPr>
            <a:spLocks noGrp="1"/>
          </p:cNvSpPr>
          <p:nvPr>
            <p:ph type="sldNum" sz="quarter" idx="12"/>
          </p:nvPr>
        </p:nvSpPr>
        <p:spPr>
          <a:xfrm>
            <a:off x="11301984" y="6469630"/>
            <a:ext cx="285135" cy="251845"/>
          </a:xfrm>
        </p:spPr>
        <p:txBody>
          <a:bodyPr/>
          <a:lstStyle>
            <a:lvl1pPr>
              <a:defRPr>
                <a:solidFill>
                  <a:schemeClr val="bg1"/>
                </a:solidFill>
              </a:defRPr>
            </a:lvl1pPr>
          </a:lstStyle>
          <a:p>
            <a:fld id="{F8F6B9CD-BE6B-498B-93B3-0FAD7ADE75E3}" type="slidenum">
              <a:rPr lang="en-US" smtClean="0"/>
              <a:pPr/>
              <a:t>‹#›</a:t>
            </a:fld>
            <a:endParaRPr lang="en-US"/>
          </a:p>
        </p:txBody>
      </p:sp>
      <p:pic>
        <p:nvPicPr>
          <p:cNvPr id="7" name="Picture 6">
            <a:extLst>
              <a:ext uri="{FF2B5EF4-FFF2-40B4-BE49-F238E27FC236}">
                <a16:creationId xmlns:a16="http://schemas.microsoft.com/office/drawing/2014/main" id="{E309D806-2D72-58D7-14B9-4B0B382BA54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12649" y="6473825"/>
            <a:ext cx="285748" cy="247649"/>
          </a:xfrm>
          <a:prstGeom prst="rect">
            <a:avLst/>
          </a:prstGeom>
        </p:spPr>
      </p:pic>
    </p:spTree>
    <p:extLst>
      <p:ext uri="{BB962C8B-B14F-4D97-AF65-F5344CB8AC3E}">
        <p14:creationId xmlns:p14="http://schemas.microsoft.com/office/powerpoint/2010/main" val="195046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Blue Background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D12D8-747A-7760-86BD-9635F1E8F87E}"/>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747F2BB-C62B-86F8-F167-8B8900B3C2C2}"/>
              </a:ext>
            </a:extLst>
          </p:cNvPr>
          <p:cNvSpPr>
            <a:spLocks noGrp="1"/>
          </p:cNvSpPr>
          <p:nvPr>
            <p:ph type="dt" sz="half" idx="10"/>
          </p:nvPr>
        </p:nvSpPr>
        <p:spPr>
          <a:xfrm>
            <a:off x="1078992" y="6469630"/>
            <a:ext cx="914400" cy="251845"/>
          </a:xfrm>
        </p:spPr>
        <p:txBody>
          <a:bodyPr/>
          <a:lstStyle>
            <a:lvl1pPr>
              <a:defRPr>
                <a:solidFill>
                  <a:schemeClr val="bg1"/>
                </a:solidFill>
              </a:defRPr>
            </a:lvl1pPr>
          </a:lstStyle>
          <a:p>
            <a:fld id="{53267548-35E6-4544-9584-3D38A8B3D92B}" type="datetime1">
              <a:rPr lang="en-US" smtClean="0"/>
              <a:pPr/>
              <a:t>7/24/2026</a:t>
            </a:fld>
            <a:endParaRPr lang="en-US"/>
          </a:p>
        </p:txBody>
      </p:sp>
      <p:sp>
        <p:nvSpPr>
          <p:cNvPr id="4" name="Footer Placeholder 3">
            <a:extLst>
              <a:ext uri="{FF2B5EF4-FFF2-40B4-BE49-F238E27FC236}">
                <a16:creationId xmlns:a16="http://schemas.microsoft.com/office/drawing/2014/main" id="{F20A38ED-770F-E051-07E4-BF1F07D3176F}"/>
              </a:ext>
            </a:extLst>
          </p:cNvPr>
          <p:cNvSpPr>
            <a:spLocks noGrp="1"/>
          </p:cNvSpPr>
          <p:nvPr>
            <p:ph type="ftr" sz="quarter" idx="11"/>
          </p:nvPr>
        </p:nvSpPr>
        <p:spPr/>
        <p:txBody>
          <a:bodyPr/>
          <a:lstStyle>
            <a:lvl1pPr>
              <a:defRPr>
                <a:solidFill>
                  <a:schemeClr val="bg1"/>
                </a:solidFill>
              </a:defRPr>
            </a:lvl1p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4EAAFC56-4E45-C368-A250-76860BBB4815}"/>
              </a:ext>
            </a:extLst>
          </p:cNvPr>
          <p:cNvSpPr>
            <a:spLocks noGrp="1"/>
          </p:cNvSpPr>
          <p:nvPr>
            <p:ph type="sldNum" sz="quarter" idx="12"/>
          </p:nvPr>
        </p:nvSpPr>
        <p:spPr/>
        <p:txBody>
          <a:bodyPr/>
          <a:lstStyle>
            <a:lvl1pPr>
              <a:defRPr>
                <a:solidFill>
                  <a:schemeClr val="bg1"/>
                </a:solidFill>
              </a:defRPr>
            </a:lvl1pPr>
          </a:lstStyle>
          <a:p>
            <a:fld id="{F8F6B9CD-BE6B-498B-93B3-0FAD7ADE75E3}" type="slidenum">
              <a:rPr lang="en-US" smtClean="0"/>
              <a:pPr/>
              <a:t>‹#›</a:t>
            </a:fld>
            <a:endParaRPr lang="en-US"/>
          </a:p>
        </p:txBody>
      </p:sp>
      <p:pic>
        <p:nvPicPr>
          <p:cNvPr id="6" name="Picture 5">
            <a:extLst>
              <a:ext uri="{FF2B5EF4-FFF2-40B4-BE49-F238E27FC236}">
                <a16:creationId xmlns:a16="http://schemas.microsoft.com/office/drawing/2014/main" id="{2DB46275-C489-74DF-CCD0-856EE8A881F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12649" y="6473825"/>
            <a:ext cx="285748" cy="247649"/>
          </a:xfrm>
          <a:prstGeom prst="rect">
            <a:avLst/>
          </a:prstGeom>
        </p:spPr>
      </p:pic>
    </p:spTree>
    <p:extLst>
      <p:ext uri="{BB962C8B-B14F-4D97-AF65-F5344CB8AC3E}">
        <p14:creationId xmlns:p14="http://schemas.microsoft.com/office/powerpoint/2010/main" val="36851974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BE2338F-9D96-8B9D-DBAB-78900D5AEFDD}"/>
              </a:ext>
            </a:extLst>
          </p:cNvPr>
          <p:cNvSpPr>
            <a:spLocks noGrp="1"/>
          </p:cNvSpPr>
          <p:nvPr>
            <p:ph type="dt" sz="half" idx="10"/>
          </p:nvPr>
        </p:nvSpPr>
        <p:spPr/>
        <p:txBody>
          <a:bodyPr/>
          <a:lstStyle>
            <a:lvl1pPr>
              <a:defRPr>
                <a:solidFill>
                  <a:schemeClr val="bg1"/>
                </a:solidFill>
              </a:defRPr>
            </a:lvl1pPr>
          </a:lstStyle>
          <a:p>
            <a:fld id="{CB9568A7-7C9C-4EFB-9490-5B2B0469AB3C}" type="datetime1">
              <a:rPr lang="en-US" smtClean="0"/>
              <a:t>7/24/2026</a:t>
            </a:fld>
            <a:endParaRPr lang="en-US"/>
          </a:p>
        </p:txBody>
      </p:sp>
      <p:sp>
        <p:nvSpPr>
          <p:cNvPr id="5" name="Footer Placeholder 4">
            <a:extLst>
              <a:ext uri="{FF2B5EF4-FFF2-40B4-BE49-F238E27FC236}">
                <a16:creationId xmlns:a16="http://schemas.microsoft.com/office/drawing/2014/main" id="{434BF103-2ED7-FA37-9B9A-AC3F50823BC4}"/>
              </a:ext>
            </a:extLst>
          </p:cNvPr>
          <p:cNvSpPr>
            <a:spLocks noGrp="1"/>
          </p:cNvSpPr>
          <p:nvPr>
            <p:ph type="ftr" sz="quarter" idx="11"/>
          </p:nvPr>
        </p:nvSpPr>
        <p:spPr/>
        <p:txBody>
          <a:bodyPr/>
          <a:lstStyle>
            <a:lvl1pPr>
              <a:defRPr>
                <a:solidFill>
                  <a:schemeClr val="bg1"/>
                </a:solidFill>
              </a:defRPr>
            </a:lvl1p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7962DA50-39DC-3A5E-B5A8-8C542CB86DA3}"/>
              </a:ext>
            </a:extLst>
          </p:cNvPr>
          <p:cNvSpPr>
            <a:spLocks noGrp="1"/>
          </p:cNvSpPr>
          <p:nvPr>
            <p:ph type="sldNum" sz="quarter" idx="12"/>
          </p:nvPr>
        </p:nvSpPr>
        <p:spPr/>
        <p:txBody>
          <a:bodyPr/>
          <a:lstStyle>
            <a:lvl1pPr>
              <a:defRPr>
                <a:solidFill>
                  <a:schemeClr val="bg1"/>
                </a:solidFill>
              </a:defRPr>
            </a:lvl1pPr>
          </a:lstStyle>
          <a:p>
            <a:fld id="{F8F6B9CD-BE6B-498B-93B3-0FAD7ADE75E3}" type="slidenum">
              <a:rPr lang="en-US" smtClean="0"/>
              <a:pPr/>
              <a:t>‹#›</a:t>
            </a:fld>
            <a:endParaRPr lang="en-US"/>
          </a:p>
        </p:txBody>
      </p:sp>
      <p:pic>
        <p:nvPicPr>
          <p:cNvPr id="9" name="Picture 8">
            <a:extLst>
              <a:ext uri="{FF2B5EF4-FFF2-40B4-BE49-F238E27FC236}">
                <a16:creationId xmlns:a16="http://schemas.microsoft.com/office/drawing/2014/main" id="{1745B5A7-9EB4-349F-8E63-0CA0827DD72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367465" y="2700465"/>
            <a:ext cx="1457070" cy="1457070"/>
          </a:xfrm>
          <a:prstGeom prst="rect">
            <a:avLst/>
          </a:prstGeom>
        </p:spPr>
      </p:pic>
    </p:spTree>
    <p:extLst>
      <p:ext uri="{BB962C8B-B14F-4D97-AF65-F5344CB8AC3E}">
        <p14:creationId xmlns:p14="http://schemas.microsoft.com/office/powerpoint/2010/main" val="11686297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3CB894-8012-6399-3714-345ADF81FAAD}"/>
              </a:ext>
            </a:extLst>
          </p:cNvPr>
          <p:cNvSpPr>
            <a:spLocks noGrp="1"/>
          </p:cNvSpPr>
          <p:nvPr>
            <p:ph type="title"/>
          </p:nvPr>
        </p:nvSpPr>
        <p:spPr>
          <a:xfrm>
            <a:off x="609599" y="365126"/>
            <a:ext cx="10972799" cy="804735"/>
          </a:xfrm>
          <a:prstGeom prst="rect">
            <a:avLst/>
          </a:prstGeom>
        </p:spPr>
        <p:txBody>
          <a:bodyPr vert="horz" lIns="0" tIns="0" rIns="0" bIns="0" rtlCol="0" anchor="ctr" anchorCtr="0">
            <a:noAutofit/>
          </a:bodyPr>
          <a:lstStyle/>
          <a:p>
            <a:r>
              <a:rPr lang="en-US"/>
              <a:t>Click to edit </a:t>
            </a:r>
            <a:br>
              <a:rPr lang="en-US"/>
            </a:br>
            <a:r>
              <a:rPr lang="en-US"/>
              <a:t>Master title style</a:t>
            </a:r>
          </a:p>
        </p:txBody>
      </p:sp>
      <p:sp>
        <p:nvSpPr>
          <p:cNvPr id="3" name="Text Placeholder 2">
            <a:extLst>
              <a:ext uri="{FF2B5EF4-FFF2-40B4-BE49-F238E27FC236}">
                <a16:creationId xmlns:a16="http://schemas.microsoft.com/office/drawing/2014/main" id="{9D65161F-1CD1-0BA8-4137-0C3B3BD4F830}"/>
              </a:ext>
            </a:extLst>
          </p:cNvPr>
          <p:cNvSpPr>
            <a:spLocks noGrp="1"/>
          </p:cNvSpPr>
          <p:nvPr>
            <p:ph type="body" idx="1"/>
          </p:nvPr>
        </p:nvSpPr>
        <p:spPr>
          <a:xfrm>
            <a:off x="609600" y="1415846"/>
            <a:ext cx="10972800" cy="4870654"/>
          </a:xfrm>
          <a:prstGeom prst="rect">
            <a:avLst/>
          </a:prstGeom>
        </p:spPr>
        <p:txBody>
          <a:bodyPr vert="horz" lIns="0" tIns="0" rIns="0" bIns="0" rtlCol="0">
            <a:noAutofit/>
          </a:bodyPr>
          <a:lstStyle/>
          <a:p>
            <a:pPr lvl="0"/>
            <a:r>
              <a:rPr lang="en-US"/>
              <a:t>Click to edit Master text styles or click icon to add graphic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896ED-48D5-F6A7-A18D-C547E5124CAA}"/>
              </a:ext>
            </a:extLst>
          </p:cNvPr>
          <p:cNvSpPr>
            <a:spLocks noGrp="1"/>
          </p:cNvSpPr>
          <p:nvPr>
            <p:ph type="dt" sz="half" idx="2"/>
          </p:nvPr>
        </p:nvSpPr>
        <p:spPr>
          <a:xfrm>
            <a:off x="1071717" y="6469630"/>
            <a:ext cx="914400" cy="251845"/>
          </a:xfrm>
          <a:prstGeom prst="rect">
            <a:avLst/>
          </a:prstGeom>
        </p:spPr>
        <p:txBody>
          <a:bodyPr vert="horz" lIns="0" tIns="0" rIns="0" bIns="0" rtlCol="0" anchor="b" anchorCtr="0"/>
          <a:lstStyle>
            <a:lvl1pPr algn="l">
              <a:defRPr sz="700">
                <a:solidFill>
                  <a:schemeClr val="tx2"/>
                </a:solidFill>
                <a:latin typeface="Arial" panose="020B0604020202020204" pitchFamily="34" charset="0"/>
                <a:cs typeface="Arial" panose="020B0604020202020204" pitchFamily="34" charset="0"/>
              </a:defRPr>
            </a:lvl1pPr>
          </a:lstStyle>
          <a:p>
            <a:fld id="{B3C10171-6731-4FE5-ACF0-5BB638CF3093}" type="datetime1">
              <a:rPr lang="en-US" smtClean="0"/>
              <a:t>7/24/2026</a:t>
            </a:fld>
            <a:endParaRPr lang="en-US"/>
          </a:p>
        </p:txBody>
      </p:sp>
      <p:sp>
        <p:nvSpPr>
          <p:cNvPr id="5" name="Footer Placeholder 4">
            <a:extLst>
              <a:ext uri="{FF2B5EF4-FFF2-40B4-BE49-F238E27FC236}">
                <a16:creationId xmlns:a16="http://schemas.microsoft.com/office/drawing/2014/main" id="{B98CFE87-0B09-F8AD-4C87-B3BEC29C73D7}"/>
              </a:ext>
            </a:extLst>
          </p:cNvPr>
          <p:cNvSpPr>
            <a:spLocks noGrp="1"/>
          </p:cNvSpPr>
          <p:nvPr>
            <p:ph type="ftr" sz="quarter" idx="3"/>
          </p:nvPr>
        </p:nvSpPr>
        <p:spPr>
          <a:xfrm>
            <a:off x="2444318" y="6469630"/>
            <a:ext cx="7309282" cy="251845"/>
          </a:xfrm>
          <a:prstGeom prst="rect">
            <a:avLst/>
          </a:prstGeom>
        </p:spPr>
        <p:txBody>
          <a:bodyPr vert="horz" lIns="0" tIns="0" rIns="0" bIns="0" rtlCol="0" anchor="b" anchorCtr="0"/>
          <a:lstStyle>
            <a:lvl1pPr algn="ctr">
              <a:defRPr sz="700">
                <a:solidFill>
                  <a:schemeClr val="tx2"/>
                </a:solidFill>
                <a:latin typeface="Arial" panose="020B0604020202020204" pitchFamily="34" charset="0"/>
                <a:cs typeface="Arial" panose="020B0604020202020204" pitchFamily="34" charset="0"/>
              </a:defRPr>
            </a:lvl1p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A98197C8-7BDB-0441-59A5-2B3AA4DA8DD6}"/>
              </a:ext>
            </a:extLst>
          </p:cNvPr>
          <p:cNvSpPr>
            <a:spLocks noGrp="1"/>
          </p:cNvSpPr>
          <p:nvPr>
            <p:ph type="sldNum" sz="quarter" idx="4"/>
          </p:nvPr>
        </p:nvSpPr>
        <p:spPr>
          <a:xfrm>
            <a:off x="11297263" y="6469630"/>
            <a:ext cx="285135" cy="251845"/>
          </a:xfrm>
          <a:prstGeom prst="rect">
            <a:avLst/>
          </a:prstGeom>
        </p:spPr>
        <p:txBody>
          <a:bodyPr vert="horz" lIns="0" tIns="0" rIns="0" bIns="0" rtlCol="0" anchor="b" anchorCtr="0"/>
          <a:lstStyle>
            <a:lvl1pPr algn="r">
              <a:defRPr sz="700">
                <a:solidFill>
                  <a:schemeClr val="tx2"/>
                </a:solidFill>
                <a:latin typeface="Arial" panose="020B0604020202020204" pitchFamily="34" charset="0"/>
                <a:cs typeface="Arial" panose="020B0604020202020204" pitchFamily="34" charset="0"/>
              </a:defRPr>
            </a:lvl1pPr>
          </a:lstStyle>
          <a:p>
            <a:fld id="{F8F6B9CD-BE6B-498B-93B3-0FAD7ADE75E3}" type="slidenum">
              <a:rPr lang="en-US" smtClean="0"/>
              <a:pPr/>
              <a:t>‹#›</a:t>
            </a:fld>
            <a:endParaRPr lang="en-US"/>
          </a:p>
        </p:txBody>
      </p:sp>
      <p:pic>
        <p:nvPicPr>
          <p:cNvPr id="16" name="Picture 15">
            <a:extLst>
              <a:ext uri="{FF2B5EF4-FFF2-40B4-BE49-F238E27FC236}">
                <a16:creationId xmlns:a16="http://schemas.microsoft.com/office/drawing/2014/main" id="{EF86C883-ECB3-EA86-7D2C-B8A6C2CFC4B2}"/>
              </a:ext>
            </a:extLst>
          </p:cNvPr>
          <p:cNvPicPr>
            <a:picLocks noChangeAspect="1"/>
          </p:cNvPicPr>
          <p:nvPr userDrawn="1"/>
        </p:nvPicPr>
        <p:blipFill>
          <a:blip r:embed="rId18">
            <a:extLst>
              <a:ext uri="{28A0092B-C50C-407E-A947-70E740481C1C}">
                <a14:useLocalDpi xmlns:a14="http://schemas.microsoft.com/office/drawing/2010/main" val="0"/>
              </a:ext>
            </a:extLst>
          </a:blip>
          <a:srcRect/>
          <a:stretch/>
        </p:blipFill>
        <p:spPr>
          <a:xfrm>
            <a:off x="609599" y="6473825"/>
            <a:ext cx="285750" cy="247649"/>
          </a:xfrm>
          <a:prstGeom prst="rect">
            <a:avLst/>
          </a:prstGeom>
        </p:spPr>
      </p:pic>
    </p:spTree>
    <p:extLst>
      <p:ext uri="{BB962C8B-B14F-4D97-AF65-F5344CB8AC3E}">
        <p14:creationId xmlns:p14="http://schemas.microsoft.com/office/powerpoint/2010/main" val="955192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52" r:id="rId4"/>
    <p:sldLayoutId id="2147483653" r:id="rId5"/>
    <p:sldLayoutId id="2147483665" r:id="rId6"/>
    <p:sldLayoutId id="2147483666" r:id="rId7"/>
    <p:sldLayoutId id="2147483654" r:id="rId8"/>
    <p:sldLayoutId id="2147483655" r:id="rId9"/>
    <p:sldLayoutId id="2147483669" r:id="rId10"/>
    <p:sldLayoutId id="2147483671" r:id="rId11"/>
    <p:sldLayoutId id="2147483670" r:id="rId12"/>
    <p:sldLayoutId id="2147483656" r:id="rId13"/>
    <p:sldLayoutId id="2147483657" r:id="rId14"/>
    <p:sldLayoutId id="2147483676" r:id="rId15"/>
  </p:sldLayoutIdLst>
  <p:hf hdr="0" dt="0"/>
  <p:txStyles>
    <p:titleStyle>
      <a:lvl1pPr algn="l" defTabSz="914400" rtl="0" eaLnBrk="1" latinLnBrk="0" hangingPunct="1">
        <a:lnSpc>
          <a:spcPct val="90000"/>
        </a:lnSpc>
        <a:spcBef>
          <a:spcPct val="0"/>
        </a:spcBef>
        <a:buNone/>
        <a:defRPr sz="2800" kern="1200">
          <a:solidFill>
            <a:schemeClr val="accent1"/>
          </a:solidFill>
          <a:latin typeface="Arial Black" panose="020B0A04020102020204" pitchFamily="34" charset="0"/>
          <a:ea typeface="+mj-ea"/>
          <a:cs typeface="Arial" panose="020B0604020202020204" pitchFamily="34" charset="0"/>
        </a:defRPr>
      </a:lvl1pPr>
    </p:titleStyle>
    <p:bodyStyle>
      <a:lvl1pPr marL="233363" indent="-233363" algn="l" defTabSz="914400" rtl="0" eaLnBrk="1" latinLnBrk="0" hangingPunct="1">
        <a:lnSpc>
          <a:spcPct val="100000"/>
        </a:lnSpc>
        <a:spcBef>
          <a:spcPts val="0"/>
        </a:spcBef>
        <a:spcAft>
          <a:spcPts val="500"/>
        </a:spcAft>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1pPr>
      <a:lvl2pPr marL="574675" indent="-336550" algn="l" defTabSz="914400" rtl="0" eaLnBrk="1" latinLnBrk="0" hangingPunct="1">
        <a:lnSpc>
          <a:spcPct val="100000"/>
        </a:lnSpc>
        <a:spcBef>
          <a:spcPts val="0"/>
        </a:spcBef>
        <a:spcAft>
          <a:spcPts val="500"/>
        </a:spcAft>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2pPr>
      <a:lvl3pPr marL="796925" indent="-225425" algn="l" defTabSz="914400" rtl="0" eaLnBrk="1" latinLnBrk="0" hangingPunct="1">
        <a:lnSpc>
          <a:spcPct val="100000"/>
        </a:lnSpc>
        <a:spcBef>
          <a:spcPts val="0"/>
        </a:spcBef>
        <a:spcAft>
          <a:spcPts val="500"/>
        </a:spcAft>
        <a:buFont typeface="Arial" panose="020B0604020202020204" pitchFamily="34" charset="0"/>
        <a:buChar char="•"/>
        <a:defRPr sz="1400" kern="1200">
          <a:solidFill>
            <a:schemeClr val="tx2"/>
          </a:solidFill>
          <a:latin typeface="Arial" panose="020B0604020202020204" pitchFamily="34" charset="0"/>
          <a:ea typeface="+mn-ea"/>
          <a:cs typeface="Arial" panose="020B0604020202020204" pitchFamily="34" charset="0"/>
        </a:defRPr>
      </a:lvl3pPr>
      <a:lvl4pPr marL="1031875" indent="-234950" algn="l" defTabSz="914400" rtl="0" eaLnBrk="1" latinLnBrk="0" hangingPunct="1">
        <a:lnSpc>
          <a:spcPct val="100000"/>
        </a:lnSpc>
        <a:spcBef>
          <a:spcPts val="0"/>
        </a:spcBef>
        <a:spcAft>
          <a:spcPts val="500"/>
        </a:spcAft>
        <a:buFont typeface="Arial" panose="020B0604020202020204" pitchFamily="34" charset="0"/>
        <a:buChar char="•"/>
        <a:defRPr sz="1200" kern="1200">
          <a:solidFill>
            <a:schemeClr val="tx2"/>
          </a:solidFill>
          <a:latin typeface="Arial" panose="020B0604020202020204" pitchFamily="34" charset="0"/>
          <a:ea typeface="+mn-ea"/>
          <a:cs typeface="Arial" panose="020B0604020202020204" pitchFamily="34" charset="0"/>
        </a:defRPr>
      </a:lvl4pPr>
      <a:lvl5pPr marL="1254125" indent="-225425" algn="l" defTabSz="914400" rtl="0" eaLnBrk="1" latinLnBrk="0" hangingPunct="1">
        <a:lnSpc>
          <a:spcPct val="100000"/>
        </a:lnSpc>
        <a:spcBef>
          <a:spcPts val="0"/>
        </a:spcBef>
        <a:spcAft>
          <a:spcPts val="500"/>
        </a:spcAft>
        <a:buFont typeface="Arial" panose="020B0604020202020204" pitchFamily="34" charset="0"/>
        <a:buChar char="•"/>
        <a:defRPr sz="12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3CB894-8012-6399-3714-345ADF81FAAD}"/>
              </a:ext>
            </a:extLst>
          </p:cNvPr>
          <p:cNvSpPr>
            <a:spLocks noGrp="1"/>
          </p:cNvSpPr>
          <p:nvPr>
            <p:ph type="title"/>
          </p:nvPr>
        </p:nvSpPr>
        <p:spPr>
          <a:xfrm>
            <a:off x="609600" y="365126"/>
            <a:ext cx="10972800" cy="804672"/>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3" name="Text Placeholder 2">
            <a:extLst>
              <a:ext uri="{FF2B5EF4-FFF2-40B4-BE49-F238E27FC236}">
                <a16:creationId xmlns:a16="http://schemas.microsoft.com/office/drawing/2014/main" id="{9D65161F-1CD1-0BA8-4137-0C3B3BD4F830}"/>
              </a:ext>
            </a:extLst>
          </p:cNvPr>
          <p:cNvSpPr>
            <a:spLocks noGrp="1"/>
          </p:cNvSpPr>
          <p:nvPr>
            <p:ph type="body" idx="1"/>
          </p:nvPr>
        </p:nvSpPr>
        <p:spPr>
          <a:xfrm>
            <a:off x="609600" y="1419226"/>
            <a:ext cx="10972800" cy="4867274"/>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896ED-48D5-F6A7-A18D-C547E5124CAA}"/>
              </a:ext>
            </a:extLst>
          </p:cNvPr>
          <p:cNvSpPr>
            <a:spLocks noGrp="1"/>
          </p:cNvSpPr>
          <p:nvPr>
            <p:ph type="dt" sz="half" idx="2"/>
          </p:nvPr>
        </p:nvSpPr>
        <p:spPr>
          <a:xfrm>
            <a:off x="609600" y="6469630"/>
            <a:ext cx="1730477" cy="251845"/>
          </a:xfrm>
          <a:prstGeom prst="rect">
            <a:avLst/>
          </a:prstGeom>
        </p:spPr>
        <p:txBody>
          <a:bodyPr vert="horz" lIns="0" tIns="0" rIns="0" bIns="0" rtlCol="0" anchor="b" anchorCtr="0"/>
          <a:lstStyle>
            <a:lvl1pPr algn="l">
              <a:defRPr sz="800">
                <a:solidFill>
                  <a:schemeClr val="tx2"/>
                </a:solidFill>
                <a:latin typeface="Arial" panose="020B0604020202020204" pitchFamily="34" charset="0"/>
                <a:cs typeface="Arial" panose="020B0604020202020204" pitchFamily="34" charset="0"/>
              </a:defRPr>
            </a:lvl1pPr>
          </a:lstStyle>
          <a:p>
            <a:fld id="{53267548-35E6-4544-9584-3D38A8B3D92B}" type="datetime1">
              <a:rPr lang="en-US" smtClean="0"/>
              <a:t>7/24/2026</a:t>
            </a:fld>
            <a:endParaRPr lang="en-US"/>
          </a:p>
        </p:txBody>
      </p:sp>
      <p:sp>
        <p:nvSpPr>
          <p:cNvPr id="5" name="Footer Placeholder 4">
            <a:extLst>
              <a:ext uri="{FF2B5EF4-FFF2-40B4-BE49-F238E27FC236}">
                <a16:creationId xmlns:a16="http://schemas.microsoft.com/office/drawing/2014/main" id="{B98CFE87-0B09-F8AD-4C87-B3BEC29C73D7}"/>
              </a:ext>
            </a:extLst>
          </p:cNvPr>
          <p:cNvSpPr>
            <a:spLocks noGrp="1"/>
          </p:cNvSpPr>
          <p:nvPr>
            <p:ph type="ftr" sz="quarter" idx="3"/>
          </p:nvPr>
        </p:nvSpPr>
        <p:spPr>
          <a:xfrm>
            <a:off x="2444318" y="6469630"/>
            <a:ext cx="7309282" cy="251845"/>
          </a:xfrm>
          <a:prstGeom prst="rect">
            <a:avLst/>
          </a:prstGeom>
        </p:spPr>
        <p:txBody>
          <a:bodyPr vert="horz" lIns="0" tIns="0" rIns="0" bIns="0" rtlCol="0" anchor="b" anchorCtr="0"/>
          <a:lstStyle>
            <a:lvl1pPr algn="ctr">
              <a:defRPr sz="800">
                <a:solidFill>
                  <a:schemeClr val="tx2"/>
                </a:solidFill>
                <a:latin typeface="Arial" panose="020B0604020202020204" pitchFamily="34" charset="0"/>
                <a:cs typeface="Arial" panose="020B0604020202020204" pitchFamily="34" charset="0"/>
              </a:defRPr>
            </a:lvl1p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A98197C8-7BDB-0441-59A5-2B3AA4DA8DD6}"/>
              </a:ext>
            </a:extLst>
          </p:cNvPr>
          <p:cNvSpPr>
            <a:spLocks noGrp="1"/>
          </p:cNvSpPr>
          <p:nvPr>
            <p:ph type="sldNum" sz="quarter" idx="4"/>
          </p:nvPr>
        </p:nvSpPr>
        <p:spPr>
          <a:xfrm>
            <a:off x="11297265" y="6469630"/>
            <a:ext cx="285135" cy="251845"/>
          </a:xfrm>
          <a:prstGeom prst="rect">
            <a:avLst/>
          </a:prstGeom>
        </p:spPr>
        <p:txBody>
          <a:bodyPr vert="horz" lIns="0" tIns="0" rIns="0" bIns="0" rtlCol="0" anchor="b" anchorCtr="0"/>
          <a:lstStyle>
            <a:lvl1pPr algn="r">
              <a:defRPr sz="800">
                <a:solidFill>
                  <a:schemeClr val="tx2"/>
                </a:solidFill>
                <a:latin typeface="Arial" panose="020B0604020202020204" pitchFamily="34" charset="0"/>
                <a:cs typeface="Arial" panose="020B0604020202020204" pitchFamily="34" charset="0"/>
              </a:defRPr>
            </a:lvl1pPr>
          </a:lstStyle>
          <a:p>
            <a:fld id="{F8F6B9CD-BE6B-498B-93B3-0FAD7ADE75E3}" type="slidenum">
              <a:rPr lang="en-US" smtClean="0"/>
              <a:pPr/>
              <a:t>‹#›</a:t>
            </a:fld>
            <a:endParaRPr lang="en-US"/>
          </a:p>
        </p:txBody>
      </p:sp>
    </p:spTree>
    <p:extLst>
      <p:ext uri="{BB962C8B-B14F-4D97-AF65-F5344CB8AC3E}">
        <p14:creationId xmlns:p14="http://schemas.microsoft.com/office/powerpoint/2010/main" val="3894721301"/>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75" r:id="rId3"/>
    <p:sldLayoutId id="2147483674" r:id="rId4"/>
    <p:sldLayoutId id="2147483668" r:id="rId5"/>
  </p:sldLayoutIdLst>
  <p:hf hdr="0" dt="0"/>
  <p:txStyles>
    <p:titleStyle>
      <a:lvl1pPr algn="l" defTabSz="914400" rtl="0" eaLnBrk="1" latinLnBrk="0" hangingPunct="1">
        <a:lnSpc>
          <a:spcPct val="90000"/>
        </a:lnSpc>
        <a:spcBef>
          <a:spcPct val="0"/>
        </a:spcBef>
        <a:buNone/>
        <a:defRPr sz="3200" kern="1200">
          <a:solidFill>
            <a:schemeClr val="accent1"/>
          </a:solidFill>
          <a:latin typeface="Arial Black" panose="020B0A04020102020204" pitchFamily="34" charset="0"/>
          <a:ea typeface="+mj-ea"/>
          <a:cs typeface="Arial" panose="020B0604020202020204" pitchFamily="34" charset="0"/>
        </a:defRPr>
      </a:lvl1pPr>
    </p:titleStyle>
    <p:bodyStyle>
      <a:lvl1pPr marL="344488" indent="-344488"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96925" indent="-452438"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081088" indent="-284163"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258888"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1484313" indent="-225425"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8" Type="http://schemas.openxmlformats.org/officeDocument/2006/relationships/image" Target="../media/image11.svg"/><Relationship Id="rId9" Type="http://schemas.openxmlformats.org/officeDocument/2006/relationships/image" Target="../media/image12.svg"/><Relationship Id="rId10" Type="http://schemas.openxmlformats.org/officeDocument/2006/relationships/image" Target="../media/image13.svg"/><Relationship Id="rId11" Type="http://schemas.openxmlformats.org/officeDocument/2006/relationships/image" Target="../media/image14.svg"/><Relationship Id="rId12" Type="http://schemas.openxmlformats.org/officeDocument/2006/relationships/image" Target="../media/image1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9.svg"/><Relationship Id="rId4" Type="http://schemas.openxmlformats.org/officeDocument/2006/relationships/image" Target="../media/image20.svg"/><Relationship Id="rId5" Type="http://schemas.openxmlformats.org/officeDocument/2006/relationships/image" Target="../media/image21.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2.jpeg"/><Relationship Id="rId4" Type="http://schemas.openxmlformats.org/officeDocument/2006/relationships/image" Target="../media/image23.jpeg"/><Relationship Id="rId5"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8" Type="http://schemas.openxmlformats.org/officeDocument/2006/relationships/image" Target="../media/image14.svg"/><Relationship Id="rId9" Type="http://schemas.openxmlformats.org/officeDocument/2006/relationships/image" Target="../media/image13.svg"/><Relationship Id="rId10" Type="http://schemas.openxmlformats.org/officeDocument/2006/relationships/image" Target="../media/image26.svg"/><Relationship Id="rId11" Type="http://schemas.openxmlformats.org/officeDocument/2006/relationships/image" Target="../media/image15.svg"/><Relationship Id="rId12" Type="http://schemas.openxmlformats.org/officeDocument/2006/relationships/image" Target="../media/image27.svg"/><Relationship Id="rId13" Type="http://schemas.openxmlformats.org/officeDocument/2006/relationships/image" Target="../media/image28.svg"/><Relationship Id="rId14" Type="http://schemas.openxmlformats.org/officeDocument/2006/relationships/image" Target="../media/image29.svg"/><Relationship Id="rId15" Type="http://schemas.openxmlformats.org/officeDocument/2006/relationships/image" Target="../media/image30.svg"/><Relationship Id="rId16" Type="http://schemas.openxmlformats.org/officeDocument/2006/relationships/image" Target="../media/image31.svg"/><Relationship Id="rId17" Type="http://schemas.openxmlformats.org/officeDocument/2006/relationships/image" Target="../media/image3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3.svg"/><Relationship Id="rId4" Type="http://schemas.openxmlformats.org/officeDocument/2006/relationships/image" Target="../media/image3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5.xml"/><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microsoft.com/office/2007/relationships/diagramDrawing" Target="../diagrams/drawin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6.xml"/><Relationship Id="rId3" Type="http://schemas.openxmlformats.org/officeDocument/2006/relationships/diagramLayout" Target="../diagrams/layout6.xml"/><Relationship Id="rId4" Type="http://schemas.openxmlformats.org/officeDocument/2006/relationships/diagramQuickStyle" Target="../diagrams/quickStyle6.xml"/><Relationship Id="rId5" Type="http://schemas.openxmlformats.org/officeDocument/2006/relationships/diagramColors" Target="../diagrams/colors6.xml"/><Relationship Id="rId6" Type="http://schemas.microsoft.com/office/2007/relationships/diagramDrawing" Target="../diagrams/drawing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7.xml"/><Relationship Id="rId3" Type="http://schemas.openxmlformats.org/officeDocument/2006/relationships/diagramLayout" Target="../diagrams/layout7.xml"/><Relationship Id="rId4" Type="http://schemas.openxmlformats.org/officeDocument/2006/relationships/diagramQuickStyle" Target="../diagrams/quickStyle7.xml"/><Relationship Id="rId5" Type="http://schemas.openxmlformats.org/officeDocument/2006/relationships/diagramColors" Target="../diagrams/colors7.xml"/><Relationship Id="rId6" Type="http://schemas.microsoft.com/office/2007/relationships/diagramDrawing" Target="../diagrams/drawing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aptimcorp.sharepoint.com/sites/marcom/SitePages/hubley%20Pages/Marketing-Collateral.aspx"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wrike.com/frontend/requestforms/index.html?token=eyJhY2NvdW50SWQiOjIwMDQ1NTgsInRhc2tGb3JtSWQiOjQ2NDU5MX0JNDc5OTIzNTkwNzkzOAkzZTQ1YTMyMDdmNTgxMWVkNGU2YTliMzQyNmNiMGFiZGEwODAxYzVkZjJmYzM1YWQ3ZGM1NjRkMWE5M2EyYWEz"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aptimcorp.sharepoint.com/sites/marcom/Marketing%20Collateral/APTIM%20Branding/Brand%20Guidelines/2025%20APTIM%20Written%20Style%20Guide.pdf" TargetMode="Externa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9373E-1094-4F3A-6BEC-225A620FBC20}"/>
              </a:ext>
            </a:extLst>
          </p:cNvPr>
          <p:cNvSpPr>
            <a:spLocks noGrp="1"/>
          </p:cNvSpPr>
          <p:nvPr>
            <p:ph type="ctrTitle"/>
          </p:nvPr>
        </p:nvSpPr>
        <p:spPr/>
        <p:txBody>
          <a:bodyPr/>
          <a:lstStyle/>
          <a:p>
            <a:r>
              <a:rPr lang="en-US"/>
              <a:t>Evolving Energy Programs Under Funding Uncertainty</a:t>
            </a:r>
          </a:p>
        </p:txBody>
      </p:sp>
      <p:sp>
        <p:nvSpPr>
          <p:cNvPr id="3" name="Subtitle 2">
            <a:extLst>
              <a:ext uri="{FF2B5EF4-FFF2-40B4-BE49-F238E27FC236}">
                <a16:creationId xmlns:a16="http://schemas.microsoft.com/office/drawing/2014/main" id="{AF7B6484-1211-33BD-C548-B9D847708AC9}"/>
              </a:ext>
            </a:extLst>
          </p:cNvPr>
          <p:cNvSpPr>
            <a:spLocks noGrp="1"/>
          </p:cNvSpPr>
          <p:nvPr>
            <p:ph type="subTitle" idx="1"/>
          </p:nvPr>
        </p:nvSpPr>
        <p:spPr/>
        <p:txBody>
          <a:bodyPr/>
          <a:lstStyle/>
          <a:p>
            <a:r>
              <a:rPr lang="en-US">
                <a:latin typeface="Arial"/>
                <a:cs typeface="Arial"/>
              </a:rPr>
              <a:t>Alexander Brown, Christian Gracia, Jenny Isham, Maija Miller, John Woods</a:t>
            </a:r>
          </a:p>
          <a:p>
            <a:r>
              <a:rPr lang="en-US"/>
              <a:t>Date</a:t>
            </a:r>
          </a:p>
        </p:txBody>
      </p:sp>
      <p:sp>
        <p:nvSpPr>
          <p:cNvPr id="4" name="Footer Placeholder 3">
            <a:extLst>
              <a:ext uri="{FF2B5EF4-FFF2-40B4-BE49-F238E27FC236}">
                <a16:creationId xmlns:a16="http://schemas.microsoft.com/office/drawing/2014/main" id="{DBFD8D97-70AF-3DCF-B8E5-926FC888842F}"/>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42D922BD-7674-1FA6-49BC-8770A507F359}"/>
              </a:ext>
            </a:extLst>
          </p:cNvPr>
          <p:cNvSpPr>
            <a:spLocks noGrp="1"/>
          </p:cNvSpPr>
          <p:nvPr>
            <p:ph type="sldNum" sz="quarter" idx="12"/>
          </p:nvPr>
        </p:nvSpPr>
        <p:spPr/>
        <p:txBody>
          <a:bodyPr/>
          <a:lstStyle/>
          <a:p>
            <a:fld id="{F8F6B9CD-BE6B-498B-93B3-0FAD7ADE75E3}" type="slidenum">
              <a:rPr lang="en-US" smtClean="0"/>
              <a:pPr/>
              <a:t>1</a:t>
            </a:fld>
            <a:endParaRPr lang="en-US"/>
          </a:p>
        </p:txBody>
      </p:sp>
    </p:spTree>
    <p:extLst>
      <p:ext uri="{BB962C8B-B14F-4D97-AF65-F5344CB8AC3E}">
        <p14:creationId xmlns:p14="http://schemas.microsoft.com/office/powerpoint/2010/main" val="2238147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8BC2B-447D-F588-3D91-F0DEA555B354}"/>
              </a:ext>
            </a:extLst>
          </p:cNvPr>
          <p:cNvSpPr>
            <a:spLocks noGrp="1"/>
          </p:cNvSpPr>
          <p:nvPr>
            <p:ph type="title"/>
          </p:nvPr>
        </p:nvSpPr>
        <p:spPr/>
        <p:txBody>
          <a:bodyPr/>
          <a:lstStyle/>
          <a:p>
            <a:r>
              <a:rPr lang="en-US">
                <a:latin typeface="Arial Black"/>
                <a:cs typeface="Arial"/>
              </a:rPr>
              <a:t>The Dream Team</a:t>
            </a:r>
            <a:endParaRPr lang="en-US"/>
          </a:p>
        </p:txBody>
      </p:sp>
      <p:sp>
        <p:nvSpPr>
          <p:cNvPr id="3" name="Slide Number Placeholder 2">
            <a:extLst>
              <a:ext uri="{FF2B5EF4-FFF2-40B4-BE49-F238E27FC236}">
                <a16:creationId xmlns:a16="http://schemas.microsoft.com/office/drawing/2014/main" id="{921551E4-713F-AA64-0B60-ACFE8208A0DB}"/>
              </a:ext>
            </a:extLst>
          </p:cNvPr>
          <p:cNvSpPr>
            <a:spLocks noGrp="1"/>
          </p:cNvSpPr>
          <p:nvPr>
            <p:ph type="sldNum" sz="quarter" idx="10"/>
          </p:nvPr>
        </p:nvSpPr>
        <p:spPr/>
        <p:txBody>
          <a:bodyPr/>
          <a:lstStyle/>
          <a:p>
            <a:fld id="{72E20F18-833A-4542-A439-FC39BC210022}" type="slidenum">
              <a:rPr lang="en-US" smtClean="0"/>
              <a:pPr/>
              <a:t>2</a:t>
            </a:fld>
            <a:endParaRPr lang="en-US"/>
          </a:p>
        </p:txBody>
      </p:sp>
      <p:sp>
        <p:nvSpPr>
          <p:cNvPr id="4" name="Footer Placeholder 3">
            <a:extLst>
              <a:ext uri="{FF2B5EF4-FFF2-40B4-BE49-F238E27FC236}">
                <a16:creationId xmlns:a16="http://schemas.microsoft.com/office/drawing/2014/main" id="{D91D99CB-02AE-21FD-5DE4-0308A1EA90A8}"/>
              </a:ext>
            </a:extLst>
          </p:cNvPr>
          <p:cNvSpPr>
            <a:spLocks noGrp="1"/>
          </p:cNvSpPr>
          <p:nvPr>
            <p:ph type="ftr" sz="quarter" idx="11"/>
          </p:nvPr>
        </p:nvSpPr>
        <p:spPr/>
        <p:txBody>
          <a:bodyPr/>
          <a:lstStyle/>
          <a:p>
            <a:endParaRPr lang="en-US"/>
          </a:p>
        </p:txBody>
      </p:sp>
      <p:sp>
        <p:nvSpPr>
          <p:cNvPr id="5" name="Picture Placeholder 4">
            <a:extLst>
              <a:ext uri="{FF2B5EF4-FFF2-40B4-BE49-F238E27FC236}">
                <a16:creationId xmlns:a16="http://schemas.microsoft.com/office/drawing/2014/main" id="{3626F35C-2F42-1673-A24D-EAFED75CB96A}"/>
              </a:ext>
            </a:extLst>
          </p:cNvPr>
          <p:cNvSpPr>
            <a:spLocks noGrp="1"/>
          </p:cNvSpPr>
          <p:nvPr>
            <p:ph type="pic" sz="quarter" idx="13"/>
          </p:nvPr>
        </p:nvSpPr>
        <p:spPr>
          <a:xfrm>
            <a:off x="751199" y="1764858"/>
            <a:ext cx="1828800" cy="2743200"/>
          </a:xfrm>
        </p:spPr>
        <p:txBody>
          <a:bodyPr/>
          <a:lstStyle/>
          <a:p>
            <a:endParaRPr lang="en-US"/>
          </a:p>
        </p:txBody>
      </p:sp>
      <p:sp>
        <p:nvSpPr>
          <p:cNvPr id="6" name="Text Placeholder 5">
            <a:extLst>
              <a:ext uri="{FF2B5EF4-FFF2-40B4-BE49-F238E27FC236}">
                <a16:creationId xmlns:a16="http://schemas.microsoft.com/office/drawing/2014/main" id="{326FAA2A-23FE-50CC-F3CC-C50F38617BC1}"/>
              </a:ext>
            </a:extLst>
          </p:cNvPr>
          <p:cNvSpPr>
            <a:spLocks noGrp="1"/>
          </p:cNvSpPr>
          <p:nvPr>
            <p:ph type="body" sz="quarter" idx="14"/>
          </p:nvPr>
        </p:nvSpPr>
        <p:spPr>
          <a:xfrm>
            <a:off x="749808" y="4553066"/>
            <a:ext cx="1828800" cy="618118"/>
          </a:xfrm>
        </p:spPr>
        <p:txBody>
          <a:bodyPr/>
          <a:lstStyle/>
          <a:p>
            <a:r>
              <a:rPr lang="en-US" b="1"/>
              <a:t>Alexander Brown</a:t>
            </a:r>
          </a:p>
          <a:p>
            <a:endParaRPr lang="en-US"/>
          </a:p>
        </p:txBody>
      </p:sp>
      <p:pic>
        <p:nvPicPr>
          <p:cNvPr id="15" name="Picture Placeholder 14">
            <a:extLst>
              <a:ext uri="{FF2B5EF4-FFF2-40B4-BE49-F238E27FC236}">
                <a16:creationId xmlns:a16="http://schemas.microsoft.com/office/drawing/2014/main" id="{BC69E68D-3474-CDE0-C137-3D5E49DD0222}"/>
              </a:ext>
            </a:extLst>
          </p:cNvPr>
          <p:cNvPicPr>
            <a:picLocks noGrp="1" noChangeAspect="1"/>
          </p:cNvPicPr>
          <p:nvPr>
            <p:ph type="pic" sz="quarter" idx="15"/>
          </p:nvPr>
        </p:nvPicPr>
        <p:blipFill>
          <a:blip r:embed="rId2"/>
          <a:srcRect l="13757" t="357" r="11129" b="-357"/>
          <a:stretch>
            <a:fillRect/>
          </a:stretch>
        </p:blipFill>
        <p:spPr>
          <a:xfrm>
            <a:off x="9508671" y="1763987"/>
            <a:ext cx="2060557" cy="2743203"/>
          </a:xfrm>
          <a:prstGeom prst="rect">
            <a:avLst/>
          </a:prstGeom>
        </p:spPr>
      </p:pic>
      <p:sp>
        <p:nvSpPr>
          <p:cNvPr id="8" name="Text Placeholder 7">
            <a:extLst>
              <a:ext uri="{FF2B5EF4-FFF2-40B4-BE49-F238E27FC236}">
                <a16:creationId xmlns:a16="http://schemas.microsoft.com/office/drawing/2014/main" id="{D5C19598-634D-36D0-C064-349B7E6A1DD8}"/>
              </a:ext>
            </a:extLst>
          </p:cNvPr>
          <p:cNvSpPr>
            <a:spLocks noGrp="1"/>
          </p:cNvSpPr>
          <p:nvPr>
            <p:ph type="body" sz="quarter" idx="16"/>
          </p:nvPr>
        </p:nvSpPr>
        <p:spPr>
          <a:xfrm>
            <a:off x="7379208" y="5045866"/>
            <a:ext cx="1828800" cy="895117"/>
          </a:xfrm>
        </p:spPr>
        <p:txBody>
          <a:bodyPr/>
          <a:lstStyle/>
          <a:p>
            <a:r>
              <a:rPr lang="en-US" b="1"/>
              <a:t>Maija Miller</a:t>
            </a:r>
          </a:p>
          <a:p>
            <a:r>
              <a:rPr lang="en-US"/>
              <a:t>Environmental Engineering Intern</a:t>
            </a:r>
          </a:p>
        </p:txBody>
      </p:sp>
      <p:sp>
        <p:nvSpPr>
          <p:cNvPr id="9" name="Text Placeholder 8">
            <a:extLst>
              <a:ext uri="{FF2B5EF4-FFF2-40B4-BE49-F238E27FC236}">
                <a16:creationId xmlns:a16="http://schemas.microsoft.com/office/drawing/2014/main" id="{4B47FEE4-846E-F8B8-E297-D64A17BD1252}"/>
              </a:ext>
            </a:extLst>
          </p:cNvPr>
          <p:cNvSpPr>
            <a:spLocks noGrp="1"/>
          </p:cNvSpPr>
          <p:nvPr>
            <p:ph type="body" sz="quarter" idx="17"/>
          </p:nvPr>
        </p:nvSpPr>
        <p:spPr>
          <a:xfrm>
            <a:off x="2959608" y="5045866"/>
            <a:ext cx="1828800" cy="276999"/>
          </a:xfrm>
        </p:spPr>
        <p:txBody>
          <a:bodyPr/>
          <a:lstStyle/>
          <a:p>
            <a:r>
              <a:rPr lang="en-US" b="1"/>
              <a:t>Christian Garcia </a:t>
            </a:r>
          </a:p>
        </p:txBody>
      </p:sp>
      <p:sp>
        <p:nvSpPr>
          <p:cNvPr id="10" name="Text Placeholder 9">
            <a:extLst>
              <a:ext uri="{FF2B5EF4-FFF2-40B4-BE49-F238E27FC236}">
                <a16:creationId xmlns:a16="http://schemas.microsoft.com/office/drawing/2014/main" id="{D09783BE-494C-A327-A8BE-1D2D55A38E3C}"/>
              </a:ext>
            </a:extLst>
          </p:cNvPr>
          <p:cNvSpPr>
            <a:spLocks noGrp="1"/>
          </p:cNvSpPr>
          <p:nvPr>
            <p:ph type="body" sz="quarter" idx="18"/>
          </p:nvPr>
        </p:nvSpPr>
        <p:spPr>
          <a:xfrm>
            <a:off x="5169408" y="4553066"/>
            <a:ext cx="1828800" cy="895117"/>
          </a:xfrm>
        </p:spPr>
        <p:txBody>
          <a:bodyPr vert="horz" wrap="square" lIns="0" tIns="0" rIns="0" bIns="0" rtlCol="0" anchor="t">
            <a:spAutoFit/>
          </a:bodyPr>
          <a:lstStyle/>
          <a:p>
            <a:r>
              <a:rPr lang="en-US" b="1"/>
              <a:t>Jenny Isham</a:t>
            </a:r>
            <a:endParaRPr lang="en-US"/>
          </a:p>
          <a:p>
            <a:r>
              <a:rPr lang="en-US"/>
              <a:t>Civil Engineering Intern</a:t>
            </a:r>
          </a:p>
        </p:txBody>
      </p:sp>
      <p:sp>
        <p:nvSpPr>
          <p:cNvPr id="11" name="Picture Placeholder 10">
            <a:extLst>
              <a:ext uri="{FF2B5EF4-FFF2-40B4-BE49-F238E27FC236}">
                <a16:creationId xmlns:a16="http://schemas.microsoft.com/office/drawing/2014/main" id="{E0F0DD91-5435-BD69-E7E6-32B045873F9B}"/>
              </a:ext>
            </a:extLst>
          </p:cNvPr>
          <p:cNvSpPr>
            <a:spLocks noGrp="1"/>
          </p:cNvSpPr>
          <p:nvPr>
            <p:ph type="pic" sz="quarter" idx="19"/>
          </p:nvPr>
        </p:nvSpPr>
        <p:spPr>
          <a:xfrm>
            <a:off x="2960651" y="2246194"/>
            <a:ext cx="1828800" cy="2743200"/>
          </a:xfrm>
        </p:spPr>
        <p:txBody>
          <a:bodyPr/>
          <a:lstStyle/>
          <a:p>
            <a:endParaRPr lang="en-US"/>
          </a:p>
        </p:txBody>
      </p:sp>
      <p:sp>
        <p:nvSpPr>
          <p:cNvPr id="12" name="Picture Placeholder 11">
            <a:extLst>
              <a:ext uri="{FF2B5EF4-FFF2-40B4-BE49-F238E27FC236}">
                <a16:creationId xmlns:a16="http://schemas.microsoft.com/office/drawing/2014/main" id="{068EB5FF-6B14-4259-546F-407583665002}"/>
              </a:ext>
            </a:extLst>
          </p:cNvPr>
          <p:cNvSpPr>
            <a:spLocks noGrp="1"/>
          </p:cNvSpPr>
          <p:nvPr>
            <p:ph type="pic" sz="quarter" idx="20"/>
          </p:nvPr>
        </p:nvSpPr>
        <p:spPr>
          <a:xfrm>
            <a:off x="5170103" y="1753394"/>
            <a:ext cx="1828800" cy="2743200"/>
          </a:xfrm>
        </p:spPr>
        <p:txBody>
          <a:bodyPr/>
          <a:lstStyle/>
          <a:p>
            <a:endParaRPr lang="en-US"/>
          </a:p>
        </p:txBody>
      </p:sp>
      <p:sp>
        <p:nvSpPr>
          <p:cNvPr id="13" name="Picture Placeholder 12">
            <a:extLst>
              <a:ext uri="{FF2B5EF4-FFF2-40B4-BE49-F238E27FC236}">
                <a16:creationId xmlns:a16="http://schemas.microsoft.com/office/drawing/2014/main" id="{0B0216DA-96B4-1AF3-5A90-44B0A6C925A4}"/>
              </a:ext>
            </a:extLst>
          </p:cNvPr>
          <p:cNvSpPr>
            <a:spLocks noGrp="1"/>
          </p:cNvSpPr>
          <p:nvPr>
            <p:ph type="pic" sz="quarter" idx="21"/>
          </p:nvPr>
        </p:nvSpPr>
        <p:spPr>
          <a:xfrm>
            <a:off x="7379555" y="2246194"/>
            <a:ext cx="1828800" cy="2743200"/>
          </a:xfrm>
        </p:spPr>
        <p:txBody>
          <a:bodyPr/>
          <a:lstStyle/>
          <a:p>
            <a:endParaRPr lang="en-US"/>
          </a:p>
        </p:txBody>
      </p:sp>
      <p:sp>
        <p:nvSpPr>
          <p:cNvPr id="14" name="Text Placeholder 13">
            <a:extLst>
              <a:ext uri="{FF2B5EF4-FFF2-40B4-BE49-F238E27FC236}">
                <a16:creationId xmlns:a16="http://schemas.microsoft.com/office/drawing/2014/main" id="{8D71C4B5-C3DE-6429-B429-D997B984B758}"/>
              </a:ext>
            </a:extLst>
          </p:cNvPr>
          <p:cNvSpPr>
            <a:spLocks noGrp="1"/>
          </p:cNvSpPr>
          <p:nvPr>
            <p:ph type="body" sz="quarter" idx="22"/>
          </p:nvPr>
        </p:nvSpPr>
        <p:spPr>
          <a:xfrm>
            <a:off x="9589008" y="4553066"/>
            <a:ext cx="1828800" cy="1236236"/>
          </a:xfrm>
        </p:spPr>
        <p:txBody>
          <a:bodyPr vert="horz" wrap="square" lIns="0" tIns="0" rIns="0" bIns="0" rtlCol="0" anchor="t">
            <a:spAutoFit/>
          </a:bodyPr>
          <a:lstStyle/>
          <a:p>
            <a:r>
              <a:rPr lang="en-US" b="1"/>
              <a:t>John Woods</a:t>
            </a:r>
          </a:p>
          <a:p>
            <a:r>
              <a:rPr lang="en-US"/>
              <a:t>Mechanical Engineering Intern</a:t>
            </a:r>
          </a:p>
          <a:p>
            <a:r>
              <a:rPr lang="en-US"/>
              <a:t>Knoxville, TN</a:t>
            </a:r>
          </a:p>
        </p:txBody>
      </p:sp>
    </p:spTree>
    <p:extLst>
      <p:ext uri="{BB962C8B-B14F-4D97-AF65-F5344CB8AC3E}">
        <p14:creationId xmlns:p14="http://schemas.microsoft.com/office/powerpoint/2010/main" val="1828113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BB29BABF-9F2A-BFC5-62C4-ED276D0E09BB}"/>
              </a:ext>
            </a:extLst>
          </p:cNvPr>
          <p:cNvSpPr/>
          <p:nvPr/>
        </p:nvSpPr>
        <p:spPr>
          <a:xfrm>
            <a:off x="486926" y="3222082"/>
            <a:ext cx="3741404" cy="2329148"/>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tx1"/>
                </a:solidFill>
                <a:cs typeface="Arial"/>
              </a:rPr>
              <a:t>How could APTIM leverage its existing capabilities across </a:t>
            </a:r>
            <a:r>
              <a:rPr lang="en-US" b="1">
                <a:solidFill>
                  <a:schemeClr val="tx1"/>
                </a:solidFill>
              </a:rPr>
              <a:t>consulting and management to help deliver effective programs under constrained funding?</a:t>
            </a:r>
          </a:p>
        </p:txBody>
      </p:sp>
      <p:sp>
        <p:nvSpPr>
          <p:cNvPr id="9" name="Title 8">
            <a:extLst>
              <a:ext uri="{FF2B5EF4-FFF2-40B4-BE49-F238E27FC236}">
                <a16:creationId xmlns:a16="http://schemas.microsoft.com/office/drawing/2014/main" id="{CF013CD0-1ED7-54E6-8681-3CFFE6ADBE0A}"/>
              </a:ext>
            </a:extLst>
          </p:cNvPr>
          <p:cNvSpPr>
            <a:spLocks noGrp="1"/>
          </p:cNvSpPr>
          <p:nvPr>
            <p:ph type="title"/>
          </p:nvPr>
        </p:nvSpPr>
        <p:spPr>
          <a:xfrm>
            <a:off x="609600" y="370511"/>
            <a:ext cx="10972799" cy="804735"/>
          </a:xfrm>
        </p:spPr>
        <p:txBody>
          <a:bodyPr/>
          <a:lstStyle/>
          <a:p>
            <a:r>
              <a:rPr lang="en-US"/>
              <a:t>The Problem </a:t>
            </a:r>
          </a:p>
        </p:txBody>
      </p:sp>
      <p:sp>
        <p:nvSpPr>
          <p:cNvPr id="7" name="Footer Placeholder 6">
            <a:extLst>
              <a:ext uri="{FF2B5EF4-FFF2-40B4-BE49-F238E27FC236}">
                <a16:creationId xmlns:a16="http://schemas.microsoft.com/office/drawing/2014/main" id="{6281D506-D025-5D72-D80D-ECACC270B568}"/>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5359DF0C-675C-38C3-DD98-2540894C87E9}"/>
              </a:ext>
            </a:extLst>
          </p:cNvPr>
          <p:cNvSpPr>
            <a:spLocks noGrp="1"/>
          </p:cNvSpPr>
          <p:nvPr>
            <p:ph type="sldNum" sz="quarter" idx="12"/>
          </p:nvPr>
        </p:nvSpPr>
        <p:spPr>
          <a:xfrm>
            <a:off x="11178391" y="6140991"/>
            <a:ext cx="285135" cy="251845"/>
          </a:xfrm>
        </p:spPr>
        <p:txBody>
          <a:bodyPr/>
          <a:lstStyle/>
          <a:p>
            <a:fld id="{F8F6B9CD-BE6B-498B-93B3-0FAD7ADE75E3}" type="slidenum">
              <a:rPr lang="en-US" smtClean="0"/>
              <a:t>3</a:t>
            </a:fld>
            <a:endParaRPr lang="en-US"/>
          </a:p>
        </p:txBody>
      </p:sp>
      <p:graphicFrame>
        <p:nvGraphicFramePr>
          <p:cNvPr id="10" name="Diagram 9">
            <a:extLst>
              <a:ext uri="{FF2B5EF4-FFF2-40B4-BE49-F238E27FC236}">
                <a16:creationId xmlns:a16="http://schemas.microsoft.com/office/drawing/2014/main" id="{1A6EFDD8-730D-CF5E-726B-CAD06D0B4A79}"/>
              </a:ext>
            </a:extLst>
          </p:cNvPr>
          <p:cNvGraphicFramePr/>
          <p:nvPr>
            <p:extLst>
              <p:ext uri="{D42A27DB-BD31-4B8C-83A1-F6EECF244321}">
                <p14:modId xmlns:p14="http://schemas.microsoft.com/office/powerpoint/2010/main" val="1125097939"/>
              </p:ext>
            </p:extLst>
          </p:nvPr>
        </p:nvGraphicFramePr>
        <p:xfrm>
          <a:off x="4105656" y="942378"/>
          <a:ext cx="7874000" cy="49732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a:extLst>
              <a:ext uri="{FF2B5EF4-FFF2-40B4-BE49-F238E27FC236}">
                <a16:creationId xmlns:a16="http://schemas.microsoft.com/office/drawing/2014/main" id="{27A59918-E638-25AF-CB5A-1AA8C557485B}"/>
              </a:ext>
            </a:extLst>
          </p:cNvPr>
          <p:cNvSpPr txBox="1"/>
          <p:nvPr/>
        </p:nvSpPr>
        <p:spPr>
          <a:xfrm>
            <a:off x="609600" y="1598499"/>
            <a:ext cx="3922776" cy="1200329"/>
          </a:xfrm>
          <a:prstGeom prst="rect">
            <a:avLst/>
          </a:prstGeom>
          <a:noFill/>
        </p:spPr>
        <p:txBody>
          <a:bodyPr wrap="square" rtlCol="0">
            <a:spAutoFit/>
          </a:bodyPr>
          <a:lstStyle/>
          <a:p>
            <a:r>
              <a:rPr lang="en-US">
                <a:solidFill>
                  <a:schemeClr val="accent3"/>
                </a:solidFill>
              </a:rPr>
              <a:t>Utilities, states, counties, cities and program administrators have to balance growing expectations and growing constraints:</a:t>
            </a:r>
          </a:p>
        </p:txBody>
      </p:sp>
      <p:sp>
        <p:nvSpPr>
          <p:cNvPr id="16" name="Isosceles Triangle 15">
            <a:extLst>
              <a:ext uri="{FF2B5EF4-FFF2-40B4-BE49-F238E27FC236}">
                <a16:creationId xmlns:a16="http://schemas.microsoft.com/office/drawing/2014/main" id="{FFE324C8-3785-EDFE-DCBD-0D7B83E4F2E3}"/>
              </a:ext>
            </a:extLst>
          </p:cNvPr>
          <p:cNvSpPr/>
          <p:nvPr/>
        </p:nvSpPr>
        <p:spPr>
          <a:xfrm>
            <a:off x="7638318" y="3422238"/>
            <a:ext cx="722376" cy="566928"/>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BB85ADBA-4A18-1D3B-816B-CFD9C28A0CC9}"/>
              </a:ext>
            </a:extLst>
          </p:cNvPr>
          <p:cNvPicPr>
            <a:picLocks noChangeAspect="1"/>
          </p:cNvPicPr>
          <p:nvPr/>
        </p:nvPicPr>
        <p:blipFill>
          <a:blip r:embed="rId8"/>
          <a:stretch>
            <a:fillRect/>
          </a:stretch>
        </p:blipFill>
        <p:spPr>
          <a:xfrm rot="21286481">
            <a:off x="7667582" y="3129707"/>
            <a:ext cx="669499" cy="549106"/>
          </a:xfrm>
          <a:prstGeom prst="rect">
            <a:avLst/>
          </a:prstGeom>
          <a:ln w="28575">
            <a:solidFill>
              <a:schemeClr val="tx1"/>
            </a:solidFill>
          </a:ln>
        </p:spPr>
      </p:pic>
    </p:spTree>
    <p:extLst>
      <p:ext uri="{BB962C8B-B14F-4D97-AF65-F5344CB8AC3E}">
        <p14:creationId xmlns:p14="http://schemas.microsoft.com/office/powerpoint/2010/main" val="1438802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Graphic spid="10" grpId="0">
        <p:bldAsOne/>
      </p:bldGraphic>
      <p:bldP spid="13" grpId="0"/>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E3043-B4A8-8DA4-5BEE-DC9249CA2396}"/>
              </a:ext>
            </a:extLst>
          </p:cNvPr>
          <p:cNvSpPr>
            <a:spLocks noGrp="1"/>
          </p:cNvSpPr>
          <p:nvPr>
            <p:ph type="title"/>
          </p:nvPr>
        </p:nvSpPr>
        <p:spPr/>
        <p:txBody>
          <a:bodyPr/>
          <a:lstStyle/>
          <a:p>
            <a:r>
              <a:rPr lang="en-US">
                <a:latin typeface="Arial Black"/>
                <a:cs typeface="Arial"/>
              </a:rPr>
              <a:t>Pain Point</a:t>
            </a:r>
            <a:endParaRPr lang="en-US"/>
          </a:p>
        </p:txBody>
      </p:sp>
      <p:sp>
        <p:nvSpPr>
          <p:cNvPr id="5" name="Content Placeholder 4">
            <a:extLst>
              <a:ext uri="{FF2B5EF4-FFF2-40B4-BE49-F238E27FC236}">
                <a16:creationId xmlns:a16="http://schemas.microsoft.com/office/drawing/2014/main" id="{A8ADC309-BDA1-B72D-7986-0888DCF1F3E9}"/>
              </a:ext>
            </a:extLst>
          </p:cNvPr>
          <p:cNvSpPr>
            <a:spLocks noGrp="1"/>
          </p:cNvSpPr>
          <p:nvPr>
            <p:ph idx="1"/>
          </p:nvPr>
        </p:nvSpPr>
        <p:spPr>
          <a:xfrm>
            <a:off x="609600" y="1346201"/>
            <a:ext cx="10972800" cy="1232408"/>
          </a:xfrm>
        </p:spPr>
        <p:txBody>
          <a:bodyPr vert="horz" lIns="0" tIns="0" rIns="0" bIns="0" rtlCol="0" anchor="t">
            <a:noAutofit/>
          </a:bodyPr>
          <a:lstStyle/>
          <a:p>
            <a:pPr marL="0" indent="0" algn="ctr">
              <a:buNone/>
            </a:pPr>
            <a:r>
              <a:rPr lang="en-US" sz="2400">
                <a:latin typeface="Aptos Black" panose="020F0502020204030204" pitchFamily="34" charset="0"/>
              </a:rPr>
              <a:t>“…the US power sector is expected to require sustained capital investments over the next two to three decades. Investments could total as much as </a:t>
            </a:r>
          </a:p>
          <a:p>
            <a:pPr marL="0" indent="0" algn="ctr">
              <a:buNone/>
            </a:pPr>
            <a:r>
              <a:rPr lang="en-US" sz="2400">
                <a:latin typeface="Aptos Black" panose="020F0502020204030204" pitchFamily="34" charset="0"/>
              </a:rPr>
              <a:t>$1.4 trillion from 2025 to 2030…”</a:t>
            </a:r>
          </a:p>
        </p:txBody>
      </p:sp>
      <p:sp>
        <p:nvSpPr>
          <p:cNvPr id="3" name="Footer Placeholder 2">
            <a:extLst>
              <a:ext uri="{FF2B5EF4-FFF2-40B4-BE49-F238E27FC236}">
                <a16:creationId xmlns:a16="http://schemas.microsoft.com/office/drawing/2014/main" id="{B26D0BB9-591A-2092-23E0-657EBE6B59A0}"/>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4" name="Slide Number Placeholder 3">
            <a:extLst>
              <a:ext uri="{FF2B5EF4-FFF2-40B4-BE49-F238E27FC236}">
                <a16:creationId xmlns:a16="http://schemas.microsoft.com/office/drawing/2014/main" id="{60A32DB5-0325-0A48-3ECB-E8236ACF0CA3}"/>
              </a:ext>
            </a:extLst>
          </p:cNvPr>
          <p:cNvSpPr>
            <a:spLocks noGrp="1"/>
          </p:cNvSpPr>
          <p:nvPr>
            <p:ph type="sldNum" sz="quarter" idx="12"/>
          </p:nvPr>
        </p:nvSpPr>
        <p:spPr/>
        <p:txBody>
          <a:bodyPr/>
          <a:lstStyle/>
          <a:p>
            <a:fld id="{F8F6B9CD-BE6B-498B-93B3-0FAD7ADE75E3}" type="slidenum">
              <a:rPr lang="en-US" smtClean="0"/>
              <a:t>4</a:t>
            </a:fld>
            <a:endParaRPr lang="en-US"/>
          </a:p>
        </p:txBody>
      </p:sp>
      <p:sp>
        <p:nvSpPr>
          <p:cNvPr id="8" name="Rectangle: Rounded Corners 7">
            <a:extLst>
              <a:ext uri="{FF2B5EF4-FFF2-40B4-BE49-F238E27FC236}">
                <a16:creationId xmlns:a16="http://schemas.microsoft.com/office/drawing/2014/main" id="{CFBD705B-CDFC-82C8-0551-AF9CFA197FFE}"/>
              </a:ext>
            </a:extLst>
          </p:cNvPr>
          <p:cNvSpPr/>
          <p:nvPr/>
        </p:nvSpPr>
        <p:spPr>
          <a:xfrm>
            <a:off x="4517899" y="3139914"/>
            <a:ext cx="3156202" cy="275685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Why We Need It?</a:t>
            </a:r>
          </a:p>
          <a:p>
            <a:pPr algn="ctr"/>
            <a:endParaRPr lang="en-US"/>
          </a:p>
          <a:p>
            <a:pPr marL="285750" indent="-285750">
              <a:buClr>
                <a:schemeClr val="bg1"/>
              </a:buClr>
              <a:buFont typeface="Aptos" panose="020B0004020202020204" pitchFamily="34" charset="0"/>
              <a:buChar char="→"/>
            </a:pPr>
            <a:r>
              <a:rPr lang="en-US"/>
              <a:t>AI Infrastructure</a:t>
            </a:r>
          </a:p>
          <a:p>
            <a:pPr marL="285750" indent="-285750">
              <a:buClr>
                <a:schemeClr val="bg1"/>
              </a:buClr>
              <a:buFont typeface="Aptos" panose="020B0004020202020204" pitchFamily="34" charset="0"/>
              <a:buChar char="→"/>
            </a:pPr>
            <a:r>
              <a:rPr lang="en-US"/>
              <a:t>Climate Effects</a:t>
            </a:r>
          </a:p>
          <a:p>
            <a:pPr marL="285750" indent="-285750">
              <a:buClr>
                <a:schemeClr val="bg1"/>
              </a:buClr>
              <a:buFont typeface="Aptos" panose="020B0004020202020204" pitchFamily="34" charset="0"/>
              <a:buChar char="→"/>
            </a:pPr>
            <a:r>
              <a:rPr lang="en-US"/>
              <a:t>Politics</a:t>
            </a:r>
          </a:p>
          <a:p>
            <a:pPr marL="285750" indent="-285750">
              <a:buClr>
                <a:schemeClr val="bg1"/>
              </a:buClr>
              <a:buFont typeface="Aptos" panose="020B0004020202020204" pitchFamily="34" charset="0"/>
              <a:buChar char="→"/>
            </a:pPr>
            <a:endParaRPr lang="en-US"/>
          </a:p>
        </p:txBody>
      </p:sp>
      <p:sp>
        <p:nvSpPr>
          <p:cNvPr id="10" name="Rectangle: Rounded Corners 9">
            <a:extLst>
              <a:ext uri="{FF2B5EF4-FFF2-40B4-BE49-F238E27FC236}">
                <a16:creationId xmlns:a16="http://schemas.microsoft.com/office/drawing/2014/main" id="{7B290406-E2CD-0732-94A5-FE3350B2664C}"/>
              </a:ext>
            </a:extLst>
          </p:cNvPr>
          <p:cNvSpPr/>
          <p:nvPr/>
        </p:nvSpPr>
        <p:spPr>
          <a:xfrm>
            <a:off x="381763" y="3139914"/>
            <a:ext cx="3156202" cy="275685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t>What We Need?</a:t>
            </a:r>
          </a:p>
          <a:p>
            <a:pPr algn="ctr"/>
            <a:endParaRPr lang="en-US"/>
          </a:p>
          <a:p>
            <a:pPr marL="285750" indent="-285750">
              <a:buClr>
                <a:schemeClr val="bg1"/>
              </a:buClr>
              <a:buFont typeface="Aptos" panose="020B0004020202020204" pitchFamily="34" charset="0"/>
              <a:buChar char="→"/>
            </a:pPr>
            <a:r>
              <a:rPr lang="en-US"/>
              <a:t>Efficient Energy Usage</a:t>
            </a:r>
          </a:p>
          <a:p>
            <a:pPr marL="285750" indent="-285750">
              <a:buClr>
                <a:schemeClr val="bg1"/>
              </a:buClr>
              <a:buFont typeface="Aptos" panose="020B0004020202020204" pitchFamily="34" charset="0"/>
              <a:buChar char="→"/>
            </a:pPr>
            <a:r>
              <a:rPr lang="en-US"/>
              <a:t>Resource Independence</a:t>
            </a:r>
          </a:p>
          <a:p>
            <a:pPr marL="285750" indent="-285750">
              <a:buClr>
                <a:schemeClr val="bg1"/>
              </a:buClr>
              <a:buFont typeface="Aptos" panose="020B0004020202020204" pitchFamily="34" charset="0"/>
              <a:buChar char="→"/>
            </a:pPr>
            <a:r>
              <a:rPr lang="en-US"/>
              <a:t>Cost Reduction</a:t>
            </a:r>
          </a:p>
          <a:p>
            <a:pPr marL="285750" indent="-285750">
              <a:buClr>
                <a:schemeClr val="bg1"/>
              </a:buClr>
              <a:buFont typeface="Aptos" panose="020B0004020202020204" pitchFamily="34" charset="0"/>
              <a:buChar char="→"/>
            </a:pPr>
            <a:endParaRPr lang="en-US"/>
          </a:p>
        </p:txBody>
      </p:sp>
      <p:sp>
        <p:nvSpPr>
          <p:cNvPr id="12" name="Rectangle: Rounded Corners 11">
            <a:extLst>
              <a:ext uri="{FF2B5EF4-FFF2-40B4-BE49-F238E27FC236}">
                <a16:creationId xmlns:a16="http://schemas.microsoft.com/office/drawing/2014/main" id="{F0EBADC1-BD09-98EA-CFA1-52196F81CBD0}"/>
              </a:ext>
            </a:extLst>
          </p:cNvPr>
          <p:cNvSpPr/>
          <p:nvPr/>
        </p:nvSpPr>
        <p:spPr>
          <a:xfrm>
            <a:off x="8654035" y="3139914"/>
            <a:ext cx="3156202" cy="275685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t>Consequences</a:t>
            </a:r>
          </a:p>
          <a:p>
            <a:pPr algn="ctr"/>
            <a:endParaRPr lang="en-US"/>
          </a:p>
          <a:p>
            <a:pPr marL="285750" indent="-285750">
              <a:buClr>
                <a:schemeClr val="bg1"/>
              </a:buClr>
              <a:buFont typeface="Aptos" panose="020B0004020202020204" pitchFamily="34" charset="0"/>
              <a:buChar char="→"/>
            </a:pPr>
            <a:r>
              <a:rPr lang="en-US"/>
              <a:t>Grid Overload</a:t>
            </a:r>
          </a:p>
          <a:p>
            <a:pPr marL="285750" indent="-285750">
              <a:buClr>
                <a:schemeClr val="bg1"/>
              </a:buClr>
              <a:buFont typeface="Aptos" panose="020B0004020202020204" pitchFamily="34" charset="0"/>
              <a:buChar char="→"/>
            </a:pPr>
            <a:r>
              <a:rPr lang="en-US"/>
              <a:t>Complex Solutions</a:t>
            </a:r>
          </a:p>
          <a:p>
            <a:pPr marL="285750" indent="-285750">
              <a:buClr>
                <a:schemeClr val="bg1"/>
              </a:buClr>
              <a:buFont typeface="Aptos" panose="020B0004020202020204" pitchFamily="34" charset="0"/>
              <a:buChar char="→"/>
            </a:pPr>
            <a:r>
              <a:rPr lang="en-US"/>
              <a:t>Funding Pressure</a:t>
            </a:r>
          </a:p>
          <a:p>
            <a:pPr algn="ctr"/>
            <a:endParaRPr lang="en-US"/>
          </a:p>
        </p:txBody>
      </p:sp>
      <p:cxnSp>
        <p:nvCxnSpPr>
          <p:cNvPr id="14" name="Straight Arrow Connector 13">
            <a:extLst>
              <a:ext uri="{FF2B5EF4-FFF2-40B4-BE49-F238E27FC236}">
                <a16:creationId xmlns:a16="http://schemas.microsoft.com/office/drawing/2014/main" id="{136723FF-1A95-C5EB-7274-34475C2F21B3}"/>
              </a:ext>
            </a:extLst>
          </p:cNvPr>
          <p:cNvCxnSpPr>
            <a:stCxn id="10" idx="3"/>
            <a:endCxn id="8" idx="1"/>
          </p:cNvCxnSpPr>
          <p:nvPr/>
        </p:nvCxnSpPr>
        <p:spPr>
          <a:xfrm>
            <a:off x="3537965" y="4518339"/>
            <a:ext cx="97993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7B320C94-5E01-B10E-BC97-517CDF7F5871}"/>
              </a:ext>
            </a:extLst>
          </p:cNvPr>
          <p:cNvCxnSpPr>
            <a:stCxn id="8" idx="3"/>
            <a:endCxn id="12" idx="1"/>
          </p:cNvCxnSpPr>
          <p:nvPr/>
        </p:nvCxnSpPr>
        <p:spPr>
          <a:xfrm>
            <a:off x="7674101" y="4518339"/>
            <a:ext cx="97993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1003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500"/>
                                        <p:tgtEl>
                                          <p:spTgt spid="10"/>
                                        </p:tgtEl>
                                      </p:cBhvr>
                                    </p:animEffect>
                                    <p:anim calcmode="lin" valueType="num">
                                      <p:cBhvr>
                                        <p:cTn id="8" dur="1500" fill="hold"/>
                                        <p:tgtEl>
                                          <p:spTgt spid="10"/>
                                        </p:tgtEl>
                                        <p:attrNameLst>
                                          <p:attrName>ppt_x</p:attrName>
                                        </p:attrNameLst>
                                      </p:cBhvr>
                                      <p:tavLst>
                                        <p:tav tm="0">
                                          <p:val>
                                            <p:strVal val="#ppt_x"/>
                                          </p:val>
                                        </p:tav>
                                        <p:tav tm="100000">
                                          <p:val>
                                            <p:strVal val="#ppt_x"/>
                                          </p:val>
                                        </p:tav>
                                      </p:tavLst>
                                    </p:anim>
                                    <p:anim calcmode="lin" valueType="num">
                                      <p:cBhvr>
                                        <p:cTn id="9" dur="1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500"/>
                                        <p:tgtEl>
                                          <p:spTgt spid="14"/>
                                        </p:tgtEl>
                                      </p:cBhvr>
                                    </p:animEffect>
                                    <p:anim calcmode="lin" valueType="num">
                                      <p:cBhvr>
                                        <p:cTn id="15" dur="1500" fill="hold"/>
                                        <p:tgtEl>
                                          <p:spTgt spid="14"/>
                                        </p:tgtEl>
                                        <p:attrNameLst>
                                          <p:attrName>ppt_x</p:attrName>
                                        </p:attrNameLst>
                                      </p:cBhvr>
                                      <p:tavLst>
                                        <p:tav tm="0">
                                          <p:val>
                                            <p:strVal val="#ppt_x"/>
                                          </p:val>
                                        </p:tav>
                                        <p:tav tm="100000">
                                          <p:val>
                                            <p:strVal val="#ppt_x"/>
                                          </p:val>
                                        </p:tav>
                                      </p:tavLst>
                                    </p:anim>
                                    <p:anim calcmode="lin" valueType="num">
                                      <p:cBhvr>
                                        <p:cTn id="16" dur="1500" fill="hold"/>
                                        <p:tgtEl>
                                          <p:spTgt spid="1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500"/>
                                        <p:tgtEl>
                                          <p:spTgt spid="8"/>
                                        </p:tgtEl>
                                      </p:cBhvr>
                                    </p:animEffect>
                                    <p:anim calcmode="lin" valueType="num">
                                      <p:cBhvr>
                                        <p:cTn id="20" dur="1500" fill="hold"/>
                                        <p:tgtEl>
                                          <p:spTgt spid="8"/>
                                        </p:tgtEl>
                                        <p:attrNameLst>
                                          <p:attrName>ppt_x</p:attrName>
                                        </p:attrNameLst>
                                      </p:cBhvr>
                                      <p:tavLst>
                                        <p:tav tm="0">
                                          <p:val>
                                            <p:strVal val="#ppt_x"/>
                                          </p:val>
                                        </p:tav>
                                        <p:tav tm="100000">
                                          <p:val>
                                            <p:strVal val="#ppt_x"/>
                                          </p:val>
                                        </p:tav>
                                      </p:tavLst>
                                    </p:anim>
                                    <p:anim calcmode="lin" valueType="num">
                                      <p:cBhvr>
                                        <p:cTn id="21" dur="1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500"/>
                                        <p:tgtEl>
                                          <p:spTgt spid="16"/>
                                        </p:tgtEl>
                                      </p:cBhvr>
                                    </p:animEffect>
                                    <p:anim calcmode="lin" valueType="num">
                                      <p:cBhvr>
                                        <p:cTn id="27" dur="1500" fill="hold"/>
                                        <p:tgtEl>
                                          <p:spTgt spid="16"/>
                                        </p:tgtEl>
                                        <p:attrNameLst>
                                          <p:attrName>ppt_x</p:attrName>
                                        </p:attrNameLst>
                                      </p:cBhvr>
                                      <p:tavLst>
                                        <p:tav tm="0">
                                          <p:val>
                                            <p:strVal val="#ppt_x"/>
                                          </p:val>
                                        </p:tav>
                                        <p:tav tm="100000">
                                          <p:val>
                                            <p:strVal val="#ppt_x"/>
                                          </p:val>
                                        </p:tav>
                                      </p:tavLst>
                                    </p:anim>
                                    <p:anim calcmode="lin" valueType="num">
                                      <p:cBhvr>
                                        <p:cTn id="28" dur="1500" fill="hold"/>
                                        <p:tgtEl>
                                          <p:spTgt spid="16"/>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500"/>
                                        <p:tgtEl>
                                          <p:spTgt spid="12"/>
                                        </p:tgtEl>
                                      </p:cBhvr>
                                    </p:animEffect>
                                    <p:anim calcmode="lin" valueType="num">
                                      <p:cBhvr>
                                        <p:cTn id="32" dur="1500" fill="hold"/>
                                        <p:tgtEl>
                                          <p:spTgt spid="12"/>
                                        </p:tgtEl>
                                        <p:attrNameLst>
                                          <p:attrName>ppt_x</p:attrName>
                                        </p:attrNameLst>
                                      </p:cBhvr>
                                      <p:tavLst>
                                        <p:tav tm="0">
                                          <p:val>
                                            <p:strVal val="#ppt_x"/>
                                          </p:val>
                                        </p:tav>
                                        <p:tav tm="100000">
                                          <p:val>
                                            <p:strVal val="#ppt_x"/>
                                          </p:val>
                                        </p:tav>
                                      </p:tavLst>
                                    </p:anim>
                                    <p:anim calcmode="lin" valueType="num">
                                      <p:cBhvr>
                                        <p:cTn id="33" dur="1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D1CFFD3-EC78-FA7C-187F-17DEF0A2EA7B}"/>
              </a:ext>
            </a:extLst>
          </p:cNvPr>
          <p:cNvSpPr>
            <a:spLocks noGrp="1"/>
          </p:cNvSpPr>
          <p:nvPr>
            <p:ph type="title"/>
          </p:nvPr>
        </p:nvSpPr>
        <p:spPr/>
        <p:txBody>
          <a:bodyPr/>
          <a:lstStyle/>
          <a:p>
            <a:r>
              <a:rPr lang="en-US">
                <a:latin typeface="Arial Black"/>
                <a:cs typeface="Arial"/>
              </a:rPr>
              <a:t>Key Goals</a:t>
            </a:r>
          </a:p>
        </p:txBody>
      </p:sp>
      <p:graphicFrame>
        <p:nvGraphicFramePr>
          <p:cNvPr id="11" name="Content Placeholder 10">
            <a:extLst>
              <a:ext uri="{FF2B5EF4-FFF2-40B4-BE49-F238E27FC236}">
                <a16:creationId xmlns:a16="http://schemas.microsoft.com/office/drawing/2014/main" id="{E7398816-CF7F-6EFC-C1F0-06F656BF9D2E}"/>
              </a:ext>
            </a:extLst>
          </p:cNvPr>
          <p:cNvGraphicFramePr>
            <a:graphicFrameLocks noGrp="1"/>
          </p:cNvGraphicFramePr>
          <p:nvPr>
            <p:ph idx="1"/>
            <p:extLst>
              <p:ext uri="{D42A27DB-BD31-4B8C-83A1-F6EECF244321}">
                <p14:modId xmlns:p14="http://schemas.microsoft.com/office/powerpoint/2010/main" val="2994792737"/>
              </p:ext>
            </p:extLst>
          </p:nvPr>
        </p:nvGraphicFramePr>
        <p:xfrm>
          <a:off x="609600" y="1600200"/>
          <a:ext cx="10972800" cy="4686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F28233B4-34F2-46A7-DCFC-F4807EA732EB}"/>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E810703A-B727-E6F8-9367-802013DC51BA}"/>
              </a:ext>
            </a:extLst>
          </p:cNvPr>
          <p:cNvSpPr>
            <a:spLocks noGrp="1"/>
          </p:cNvSpPr>
          <p:nvPr>
            <p:ph type="sldNum" sz="quarter" idx="12"/>
          </p:nvPr>
        </p:nvSpPr>
        <p:spPr/>
        <p:txBody>
          <a:bodyPr/>
          <a:lstStyle/>
          <a:p>
            <a:fld id="{F8F6B9CD-BE6B-498B-93B3-0FAD7ADE75E3}" type="slidenum">
              <a:rPr lang="en-US" smtClean="0"/>
              <a:t>5</a:t>
            </a:fld>
            <a:endParaRPr lang="en-US"/>
          </a:p>
        </p:txBody>
      </p:sp>
      <p:pic>
        <p:nvPicPr>
          <p:cNvPr id="13" name="Graphic 12" descr="Monthly calendar with solid fill">
            <a:extLst>
              <a:ext uri="{FF2B5EF4-FFF2-40B4-BE49-F238E27FC236}">
                <a16:creationId xmlns:a16="http://schemas.microsoft.com/office/drawing/2014/main" id="{C0A12363-007C-4153-27F7-B2DD082C538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3399" y="5441318"/>
            <a:ext cx="559432" cy="559432"/>
          </a:xfrm>
          <a:prstGeom prst="rect">
            <a:avLst/>
          </a:prstGeom>
        </p:spPr>
      </p:pic>
      <p:pic>
        <p:nvPicPr>
          <p:cNvPr id="15" name="Graphic 14" descr="No sign with solid fill">
            <a:extLst>
              <a:ext uri="{FF2B5EF4-FFF2-40B4-BE49-F238E27FC236}">
                <a16:creationId xmlns:a16="http://schemas.microsoft.com/office/drawing/2014/main" id="{A026D276-7DEF-DAB5-949D-E87FB5F3817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79576" y="2787272"/>
            <a:ext cx="559432" cy="559432"/>
          </a:xfrm>
          <a:prstGeom prst="rect">
            <a:avLst/>
          </a:prstGeom>
        </p:spPr>
      </p:pic>
      <p:pic>
        <p:nvPicPr>
          <p:cNvPr id="17" name="Graphic 16" descr="Bar graph with upward trend with solid fill">
            <a:extLst>
              <a:ext uri="{FF2B5EF4-FFF2-40B4-BE49-F238E27FC236}">
                <a16:creationId xmlns:a16="http://schemas.microsoft.com/office/drawing/2014/main" id="{46CFAEA8-F05C-CDC8-AAAE-128A105DE89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79576" y="4558922"/>
            <a:ext cx="559432" cy="559432"/>
          </a:xfrm>
          <a:prstGeom prst="rect">
            <a:avLst/>
          </a:prstGeom>
        </p:spPr>
      </p:pic>
      <p:pic>
        <p:nvPicPr>
          <p:cNvPr id="19" name="Graphic 18" descr="Person with idea with solid fill">
            <a:extLst>
              <a:ext uri="{FF2B5EF4-FFF2-40B4-BE49-F238E27FC236}">
                <a16:creationId xmlns:a16="http://schemas.microsoft.com/office/drawing/2014/main" id="{0D97DFB5-8501-47C5-715F-21B97D93087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21183" y="3676526"/>
            <a:ext cx="559432" cy="559432"/>
          </a:xfrm>
          <a:prstGeom prst="rect">
            <a:avLst/>
          </a:prstGeom>
        </p:spPr>
      </p:pic>
      <p:pic>
        <p:nvPicPr>
          <p:cNvPr id="21" name="Graphic 20" descr="Bullseye with solid fill">
            <a:extLst>
              <a:ext uri="{FF2B5EF4-FFF2-40B4-BE49-F238E27FC236}">
                <a16:creationId xmlns:a16="http://schemas.microsoft.com/office/drawing/2014/main" id="{38BA6E44-205B-40DA-9639-74EC2576F2F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61751" y="1901447"/>
            <a:ext cx="559432" cy="559432"/>
          </a:xfrm>
          <a:prstGeom prst="rect">
            <a:avLst/>
          </a:prstGeom>
        </p:spPr>
      </p:pic>
    </p:spTree>
    <p:extLst>
      <p:ext uri="{BB962C8B-B14F-4D97-AF65-F5344CB8AC3E}">
        <p14:creationId xmlns:p14="http://schemas.microsoft.com/office/powerpoint/2010/main" val="1396178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47120" cy="640080"/>
          </a:xfrm>
          <a:prstGeom prst="rect">
            <a:avLst/>
          </a:prstGeom>
          <a:noFill/>
        </p:spPr>
        <p:txBody>
          <a:bodyPr wrap="square">
            <a:spAutoFit/>
          </a:bodyPr>
          <a:lstStyle/>
          <a:p>
            <a:r>
              <a:rPr sz="2400" b="1">
                <a:solidFill>
                  <a:srgbClr val="1B2A5E"/>
                </a:solidFill>
                <a:latin typeface="Arial"/>
              </a:rPr>
              <a:t>Prioritization Framework: Why Battery + Solar Administration</a:t>
            </a:r>
          </a:p>
        </p:txBody>
      </p:sp>
      <p:sp>
        <p:nvSpPr>
          <p:cNvPr id="3" name="TextBox 2"/>
          <p:cNvSpPr txBox="1"/>
          <p:nvPr/>
        </p:nvSpPr>
        <p:spPr>
          <a:xfrm>
            <a:off x="457200" y="822960"/>
            <a:ext cx="11247120" cy="365760"/>
          </a:xfrm>
          <a:prstGeom prst="rect">
            <a:avLst/>
          </a:prstGeom>
          <a:noFill/>
        </p:spPr>
        <p:txBody>
          <a:bodyPr wrap="none">
            <a:spAutoFit/>
          </a:bodyPr>
          <a:lstStyle/>
          <a:p>
            <a:r>
              <a:rPr sz="1300" i="1">
                <a:solidFill>
                  <a:srgbClr val="777777"/>
                </a:solidFill>
                <a:latin typeface="Arial"/>
              </a:rPr>
              <a:t>Two paths considered against the prompt's requirements -- cost, ease, timeframe, impact</a:t>
            </a:r>
          </a:p>
        </p:txBody>
      </p:sp>
      <p:graphicFrame>
        <p:nvGraphicFramePr>
          <p:cNvPr id="4" name="Table 3"/>
          <p:cNvGraphicFramePr>
            <a:graphicFrameLocks noGrp="1"/>
          </p:cNvGraphicFramePr>
          <p:nvPr/>
        </p:nvGraphicFramePr>
        <p:xfrm>
          <a:off x="457200" y="1280160"/>
          <a:ext cx="11247120" cy="2103120"/>
        </p:xfrm>
        <a:graphic>
          <a:graphicData uri="http://schemas.openxmlformats.org/drawingml/2006/table">
            <a:tbl>
              <a:tblPr firstRow="1" bandRow="1">
                <a:tableStyleId>{5C22544A-7EE6-4342-B048-85BDC9FD1C3A}</a:tableStyleId>
              </a:tblPr>
              <a:tblGrid>
                <a:gridCol w="3657600"/>
                <a:gridCol w="2286000"/>
                <a:gridCol w="3931920"/>
                <a:gridCol w="1371600"/>
              </a:tblGrid>
              <a:tr h="701040">
                <a:tc>
                  <a:txBody>
                    <a:bodyPr/>
                    <a:lstStyle/>
                    <a:p>
                      <a:pPr>
                        <a:defRPr sz="1100" b="1">
                          <a:solidFill>
                            <a:srgbClr val="FFFFFF"/>
                          </a:solidFill>
                          <a:latin typeface="Arial"/>
                        </a:defRPr>
                      </a:pPr>
                      <a:r>
                        <a:t>Approach Considered</a:t>
                      </a:r>
                    </a:p>
                  </a:txBody>
                  <a:tcPr>
                    <a:solidFill>
                      <a:srgbClr val="1B2A5E"/>
                    </a:solidFill>
                  </a:tcPr>
                </a:tc>
                <a:tc>
                  <a:txBody>
                    <a:bodyPr/>
                    <a:lstStyle/>
                    <a:p>
                      <a:pPr>
                        <a:defRPr sz="1100" b="1">
                          <a:solidFill>
                            <a:srgbClr val="FFFFFF"/>
                          </a:solidFill>
                          <a:latin typeface="Arial"/>
                        </a:defRPr>
                      </a:pPr>
                      <a:r>
                        <a:t>1-3 Yr Feasibility</a:t>
                      </a:r>
                    </a:p>
                  </a:txBody>
                  <a:tcPr>
                    <a:solidFill>
                      <a:srgbClr val="1B2A5E"/>
                    </a:solidFill>
                  </a:tcPr>
                </a:tc>
                <a:tc>
                  <a:txBody>
                    <a:bodyPr/>
                    <a:lstStyle/>
                    <a:p>
                      <a:pPr>
                        <a:defRPr sz="1100" b="1">
                          <a:solidFill>
                            <a:srgbClr val="FFFFFF"/>
                          </a:solidFill>
                          <a:latin typeface="Arial"/>
                        </a:defRPr>
                      </a:pPr>
                      <a:r>
                        <a:t>Alignment with Prompt</a:t>
                      </a:r>
                    </a:p>
                  </a:txBody>
                  <a:tcPr>
                    <a:solidFill>
                      <a:srgbClr val="1B2A5E"/>
                    </a:solidFill>
                  </a:tcPr>
                </a:tc>
                <a:tc>
                  <a:txBody>
                    <a:bodyPr/>
                    <a:lstStyle/>
                    <a:p>
                      <a:pPr>
                        <a:defRPr sz="1100" b="1">
                          <a:solidFill>
                            <a:srgbClr val="FFFFFF"/>
                          </a:solidFill>
                          <a:latin typeface="Arial"/>
                        </a:defRPr>
                      </a:pPr>
                      <a:r>
                        <a:t>Verdict</a:t>
                      </a:r>
                    </a:p>
                  </a:txBody>
                  <a:tcPr>
                    <a:solidFill>
                      <a:srgbClr val="1B2A5E"/>
                    </a:solidFill>
                  </a:tcPr>
                </a:tc>
              </a:tr>
              <a:tr h="701040">
                <a:tc>
                  <a:txBody>
                    <a:bodyPr/>
                    <a:lstStyle/>
                    <a:p>
                      <a:pPr>
                        <a:defRPr sz="1100">
                          <a:solidFill>
                            <a:srgbClr val="333333"/>
                          </a:solidFill>
                          <a:latin typeface="Arial"/>
                        </a:defRPr>
                      </a:pPr>
                      <a:r>
                        <a:t>Broad "Program Resilience Toolkit" (multi-module: adaptation support, funding navigation, compliance/reporting, contractor continuity)</a:t>
                      </a:r>
                    </a:p>
                  </a:txBody>
                  <a:tcPr>
                    <a:solidFill>
                      <a:srgbClr val="FCE9E9"/>
                    </a:solidFill>
                  </a:tcPr>
                </a:tc>
                <a:tc>
                  <a:txBody>
                    <a:bodyPr/>
                    <a:lstStyle/>
                    <a:p>
                      <a:pPr>
                        <a:defRPr sz="1100">
                          <a:solidFill>
                            <a:srgbClr val="333333"/>
                          </a:solidFill>
                          <a:latin typeface="Arial"/>
                        </a:defRPr>
                      </a:pPr>
                      <a:r>
                        <a:t>Medium -- every module individually feasible, but no single concrete offering</a:t>
                      </a:r>
                    </a:p>
                  </a:txBody>
                  <a:tcPr>
                    <a:solidFill>
                      <a:srgbClr val="FCE9E9"/>
                    </a:solidFill>
                  </a:tcPr>
                </a:tc>
                <a:tc>
                  <a:txBody>
                    <a:bodyPr/>
                    <a:lstStyle/>
                    <a:p>
                      <a:pPr>
                        <a:defRPr sz="1100">
                          <a:solidFill>
                            <a:srgbClr val="333333"/>
                          </a:solidFill>
                          <a:latin typeface="Arial"/>
                        </a:defRPr>
                      </a:pPr>
                      <a:r>
                        <a:t>Partial -- leadership explicitly asked for a specific program, not a broad toolkit; prompt calls for a focused solution, not a general capability set</a:t>
                      </a:r>
                    </a:p>
                  </a:txBody>
                  <a:tcPr>
                    <a:solidFill>
                      <a:srgbClr val="FCE9E9"/>
                    </a:solidFill>
                  </a:tcPr>
                </a:tc>
                <a:tc>
                  <a:txBody>
                    <a:bodyPr/>
                    <a:lstStyle/>
                    <a:p>
                      <a:pPr>
                        <a:defRPr sz="1100">
                          <a:solidFill>
                            <a:srgbClr val="333333"/>
                          </a:solidFill>
                          <a:latin typeface="Arial"/>
                        </a:defRPr>
                      </a:pPr>
                      <a:r>
                        <a:t>NOT SELECTED as standalone pitch</a:t>
                      </a:r>
                    </a:p>
                  </a:txBody>
                  <a:tcPr>
                    <a:solidFill>
                      <a:srgbClr val="FCE9E9"/>
                    </a:solidFill>
                  </a:tcPr>
                </a:tc>
              </a:tr>
              <a:tr h="701040">
                <a:tc>
                  <a:txBody>
                    <a:bodyPr/>
                    <a:lstStyle/>
                    <a:p>
                      <a:pPr>
                        <a:defRPr sz="1100">
                          <a:solidFill>
                            <a:srgbClr val="333333"/>
                          </a:solidFill>
                          <a:latin typeface="Arial"/>
                        </a:defRPr>
                      </a:pPr>
                      <a:r>
                        <a:t>Utility-Owned Battery + Solar Fleet, APTIM-Administered</a:t>
                      </a:r>
                    </a:p>
                  </a:txBody>
                  <a:tcPr>
                    <a:solidFill>
                      <a:srgbClr val="E3F2E1"/>
                    </a:solidFill>
                  </a:tcPr>
                </a:tc>
                <a:tc>
                  <a:txBody>
                    <a:bodyPr/>
                    <a:lstStyle/>
                    <a:p>
                      <a:pPr>
                        <a:defRPr sz="1100">
                          <a:solidFill>
                            <a:srgbClr val="333333"/>
                          </a:solidFill>
                          <a:latin typeface="Arial"/>
                        </a:defRPr>
                      </a:pPr>
                      <a:r>
                        <a:t>High -- matches an existing, proven APTIM capability</a:t>
                      </a:r>
                    </a:p>
                  </a:txBody>
                  <a:tcPr>
                    <a:solidFill>
                      <a:srgbClr val="E3F2E1"/>
                    </a:solidFill>
                  </a:tcPr>
                </a:tc>
                <a:tc>
                  <a:txBody>
                    <a:bodyPr/>
                    <a:lstStyle/>
                    <a:p>
                      <a:pPr>
                        <a:defRPr sz="1100">
                          <a:solidFill>
                            <a:srgbClr val="333333"/>
                          </a:solidFill>
                          <a:latin typeface="Arial"/>
                        </a:defRPr>
                      </a:pPr>
                      <a:r>
                        <a:t>Full -- single client group (utilities), no new technology, leverages current APTIM capabilities, achievable in 1-3 years, scalable across states</a:t>
                      </a:r>
                    </a:p>
                  </a:txBody>
                  <a:tcPr>
                    <a:solidFill>
                      <a:srgbClr val="E3F2E1"/>
                    </a:solidFill>
                  </a:tcPr>
                </a:tc>
                <a:tc>
                  <a:txBody>
                    <a:bodyPr/>
                    <a:lstStyle/>
                    <a:p>
                      <a:pPr>
                        <a:defRPr sz="1100">
                          <a:solidFill>
                            <a:srgbClr val="333333"/>
                          </a:solidFill>
                          <a:latin typeface="Arial"/>
                        </a:defRPr>
                      </a:pPr>
                      <a:r>
                        <a:t>SELECTED</a:t>
                      </a:r>
                    </a:p>
                  </a:txBody>
                  <a:tcPr>
                    <a:solidFill>
                      <a:srgbClr val="E3F2E1"/>
                    </a:solidFill>
                  </a:tcPr>
                </a:tc>
              </a:tr>
            </a:tbl>
          </a:graphicData>
        </a:graphic>
      </p:graphicFrame>
      <p:sp>
        <p:nvSpPr>
          <p:cNvPr id="5" name="Rectangle 4"/>
          <p:cNvSpPr/>
          <p:nvPr/>
        </p:nvSpPr>
        <p:spPr>
          <a:xfrm>
            <a:off x="457200" y="3611880"/>
            <a:ext cx="11247120" cy="2606040"/>
          </a:xfrm>
          <a:prstGeom prst="rect">
            <a:avLst/>
          </a:prstGeom>
          <a:solidFill>
            <a:srgbClr val="F2F4F8"/>
          </a:solidFill>
          <a:ln w="19050">
            <a:solidFill>
              <a:srgbClr val="E87B22"/>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r>
              <a:rPr b="1" sz="1500">
                <a:solidFill>
                  <a:srgbClr val="1B2A5E"/>
                </a:solidFill>
                <a:latin typeface="Arial"/>
              </a:rPr>
              <a:t>Why the Toolkit Wasn't the Right Standalone Pitch</a:t>
            </a:r>
          </a:p>
          <a:p>
            <a:pPr>
              <a:spcAft>
                <a:spcPts val="500"/>
              </a:spcAft>
            </a:pPr>
            <a:r>
              <a:rPr sz="1200">
                <a:solidFill>
                  <a:srgbClr val="333333"/>
                </a:solidFill>
                <a:latin typeface="Arial"/>
              </a:rPr>
              <a:t>• The toolkit concept (adaptation support, funding navigation, compliance/reporting, contractor continuity) is a real capability set APTIM could offer -- but it describes HOW APTIM operates, not WHAT specific program it would sell to a client.</a:t>
            </a:r>
          </a:p>
          <a:p>
            <a:pPr>
              <a:spcAft>
                <a:spcPts val="500"/>
              </a:spcAft>
            </a:pPr>
            <a:r>
              <a:rPr sz="1200">
                <a:solidFill>
                  <a:srgbClr val="333333"/>
                </a:solidFill>
                <a:latin typeface="Arial"/>
              </a:rPr>
              <a:t>• Leadership feedback was explicit: pitch a specific program, not a broad framework. A generic toolkit doesn't give a utility, or APTIM leadership, a concrete yes/no decision to evaluate.</a:t>
            </a:r>
          </a:p>
          <a:p>
            <a:pPr>
              <a:spcAft>
                <a:spcPts val="500"/>
              </a:spcAft>
            </a:pPr>
            <a:r>
              <a:rPr sz="1200">
                <a:solidFill>
                  <a:srgbClr val="333333"/>
                </a:solidFill>
                <a:latin typeface="Arial"/>
              </a:rPr>
              <a:t>• The battery + solar fleet uses the SAME underlying capabilities (program administration, contractor management, compliance reporting) but wraps them around one concrete, fundable asset -- satisfying both the prompt's specificity requirement and APTIM's existing strengths.</a:t>
            </a:r>
          </a:p>
          <a:p>
            <a:pPr>
              <a:spcAft>
                <a:spcPts val="500"/>
              </a:spcAft>
            </a:pPr>
            <a:r>
              <a:rPr b="1" sz="1200">
                <a:solidFill>
                  <a:srgbClr val="E87B22"/>
                </a:solidFill>
                <a:latin typeface="Arial"/>
              </a:rPr>
              <a:t>• Scope note: </a:t>
            </a:r>
            <a:r>
              <a:rPr sz="1200">
                <a:solidFill>
                  <a:srgbClr val="333333"/>
                </a:solidFill>
                <a:latin typeface="Arial"/>
              </a:rPr>
              <a:t>This is a distribution-level resilience investment, not a competitor to DTE's utility-scale storage buildout (760 MW by 2032, ~2,900 MW total by 2042) built to replace one of the nation's largest coal plants. Keeping the pitch anchored to funding uncertainty -- not generation strategy -- keeps it aligned with the prompt.</a:t>
            </a:r>
          </a:p>
        </p:txBody>
      </p:sp>
      <p:sp>
        <p:nvSpPr>
          <p:cNvPr id="6" name="TextBox 5"/>
          <p:cNvSpPr txBox="1"/>
          <p:nvPr/>
        </p:nvSpPr>
        <p:spPr>
          <a:xfrm>
            <a:off x="274320" y="6537960"/>
            <a:ext cx="9144000" cy="274320"/>
          </a:xfrm>
          <a:prstGeom prst="rect">
            <a:avLst/>
          </a:prstGeom>
          <a:noFill/>
        </p:spPr>
        <p:txBody>
          <a:bodyPr wrap="none">
            <a:spAutoFit/>
          </a:bodyPr>
          <a:lstStyle/>
          <a:p>
            <a:r>
              <a:rPr sz="800">
                <a:solidFill>
                  <a:srgbClr val="888888"/>
                </a:solidFill>
                <a:latin typeface="Arial"/>
              </a:rPr>
              <a:t>Confidential. Not to be copied, distributed, or reproduced without prior approval. © 2026 APTIM - All rights reserved.</a:t>
            </a:r>
          </a:p>
        </p:txBody>
      </p:sp>
      <p:sp>
        <p:nvSpPr>
          <p:cNvPr id="7" name="TextBox 6"/>
          <p:cNvSpPr txBox="1"/>
          <p:nvPr/>
        </p:nvSpPr>
        <p:spPr>
          <a:xfrm>
            <a:off x="11612880" y="6537960"/>
            <a:ext cx="457200" cy="274320"/>
          </a:xfrm>
          <a:prstGeom prst="rect">
            <a:avLst/>
          </a:prstGeom>
          <a:noFill/>
        </p:spPr>
        <p:txBody>
          <a:bodyPr wrap="none">
            <a:spAutoFit/>
          </a:bodyPr>
          <a:lstStyle/>
          <a:p>
            <a:r>
              <a:rPr sz="800">
                <a:solidFill>
                  <a:srgbClr val="888888"/>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ADE1B-285C-3ABA-06EA-02BD882B95F4}"/>
              </a:ext>
            </a:extLst>
          </p:cNvPr>
          <p:cNvSpPr>
            <a:spLocks noGrp="1"/>
          </p:cNvSpPr>
          <p:nvPr>
            <p:ph type="title"/>
          </p:nvPr>
        </p:nvSpPr>
        <p:spPr/>
        <p:txBody>
          <a:bodyPr/>
          <a:lstStyle/>
          <a:p>
            <a:r>
              <a:rPr lang="en-US">
                <a:latin typeface="Arial Black"/>
                <a:cs typeface="Arial"/>
              </a:rPr>
              <a:t>Market Analysis</a:t>
            </a:r>
            <a:endParaRPr lang="en-US"/>
          </a:p>
        </p:txBody>
      </p:sp>
      <p:sp>
        <p:nvSpPr>
          <p:cNvPr id="9" name="Text Placeholder 8">
            <a:extLst>
              <a:ext uri="{FF2B5EF4-FFF2-40B4-BE49-F238E27FC236}">
                <a16:creationId xmlns:a16="http://schemas.microsoft.com/office/drawing/2014/main" id="{892846F0-890B-EB31-149B-374234B03834}"/>
              </a:ext>
            </a:extLst>
          </p:cNvPr>
          <p:cNvSpPr>
            <a:spLocks noGrp="1"/>
          </p:cNvSpPr>
          <p:nvPr>
            <p:ph type="body" idx="1"/>
          </p:nvPr>
        </p:nvSpPr>
        <p:spPr/>
        <p:txBody>
          <a:bodyPr/>
          <a:lstStyle/>
          <a:p>
            <a:r>
              <a:rPr lang="en-US">
                <a:latin typeface="Arial"/>
                <a:cs typeface="Arial"/>
              </a:rPr>
              <a:t>APTIM's role</a:t>
            </a:r>
            <a:endParaRPr lang="en-US"/>
          </a:p>
        </p:txBody>
      </p:sp>
      <p:sp>
        <p:nvSpPr>
          <p:cNvPr id="3" name="Content Placeholder 2">
            <a:extLst>
              <a:ext uri="{FF2B5EF4-FFF2-40B4-BE49-F238E27FC236}">
                <a16:creationId xmlns:a16="http://schemas.microsoft.com/office/drawing/2014/main" id="{DE2BA8BC-5E34-8A14-3A7A-EF70657DE984}"/>
              </a:ext>
            </a:extLst>
          </p:cNvPr>
          <p:cNvSpPr>
            <a:spLocks noGrp="1"/>
          </p:cNvSpPr>
          <p:nvPr>
            <p:ph sz="half" idx="2"/>
          </p:nvPr>
        </p:nvSpPr>
        <p:spPr/>
        <p:txBody>
          <a:bodyPr vert="horz" lIns="0" tIns="0" rIns="0" bIns="0" rtlCol="0" anchor="t">
            <a:noAutofit/>
          </a:bodyPr>
          <a:lstStyle/>
          <a:p>
            <a:pPr marL="233045" indent="-233045"/>
            <a:r>
              <a:rPr lang="en-US">
                <a:latin typeface="Arial"/>
                <a:cs typeface="Arial"/>
              </a:rPr>
              <a:t>Current state:</a:t>
            </a:r>
          </a:p>
          <a:p>
            <a:pPr lvl="1">
              <a:buFont typeface="Courier New" panose="020B0604020202020204" pitchFamily="34" charset="0"/>
              <a:buChar char="o"/>
            </a:pPr>
            <a:r>
              <a:rPr lang="en-US">
                <a:latin typeface="Arial"/>
                <a:cs typeface="Arial"/>
              </a:rPr>
              <a:t>APTIM currently works in various states as program administrator </a:t>
            </a:r>
            <a:endParaRPr lang="en-US"/>
          </a:p>
          <a:p>
            <a:pPr lvl="1">
              <a:buFont typeface="Courier New" panose="020B0604020202020204" pitchFamily="34" charset="0"/>
              <a:buChar char="o"/>
            </a:pPr>
            <a:r>
              <a:rPr lang="en-US">
                <a:latin typeface="Arial"/>
                <a:cs typeface="Arial"/>
              </a:rPr>
              <a:t>Example of successful market: Wisconsin </a:t>
            </a:r>
          </a:p>
          <a:p>
            <a:pPr marL="233045" indent="-233045"/>
            <a:r>
              <a:rPr lang="en-US">
                <a:latin typeface="Arial"/>
                <a:cs typeface="Arial"/>
              </a:rPr>
              <a:t>Changes impacting space:</a:t>
            </a:r>
          </a:p>
          <a:p>
            <a:pPr lvl="1">
              <a:buFont typeface="Courier New" panose="020B0604020202020204" pitchFamily="34" charset="0"/>
              <a:buChar char="o"/>
            </a:pPr>
            <a:r>
              <a:rPr lang="en-US">
                <a:latin typeface="Arial"/>
                <a:cs typeface="Arial"/>
              </a:rPr>
              <a:t>As data centers continue to emerge there is a growing interest from state officials and the public to reduce the overall costs and stress on the power grid</a:t>
            </a:r>
            <a:endParaRPr lang="en-US"/>
          </a:p>
          <a:p>
            <a:pPr lvl="1">
              <a:buFont typeface="Courier New" panose="020B0604020202020204" pitchFamily="34" charset="0"/>
              <a:buChar char="o"/>
            </a:pPr>
            <a:endParaRPr lang="en-US"/>
          </a:p>
          <a:p>
            <a:pPr marL="233045" indent="-233045"/>
            <a:r>
              <a:rPr lang="en-US">
                <a:latin typeface="Arial"/>
                <a:cs typeface="Arial"/>
              </a:rPr>
              <a:t>Utilities are focusing on demand response, grid management, virtual power plants</a:t>
            </a:r>
            <a:endParaRPr lang="en-US">
              <a:solidFill>
                <a:srgbClr val="000000"/>
              </a:solidFill>
              <a:latin typeface="Arial"/>
              <a:cs typeface="Arial"/>
            </a:endParaRPr>
          </a:p>
          <a:p>
            <a:pPr marL="233045" indent="-233045"/>
            <a:r>
              <a:rPr lang="en-US"/>
              <a:t>Used to be heavy in electrification everything, the momentum has been lost and is shifting</a:t>
            </a:r>
            <a:endParaRPr lang="en-US">
              <a:solidFill>
                <a:srgbClr val="000000"/>
              </a:solidFill>
            </a:endParaRPr>
          </a:p>
          <a:p>
            <a:pPr marL="233045" indent="-233045"/>
            <a:r>
              <a:rPr lang="en-US">
                <a:latin typeface="Arial"/>
                <a:cs typeface="Arial"/>
              </a:rPr>
              <a:t>What/where does </a:t>
            </a:r>
            <a:r>
              <a:rPr lang="en-US" err="1">
                <a:latin typeface="Arial"/>
                <a:cs typeface="Arial"/>
              </a:rPr>
              <a:t>aptim</a:t>
            </a:r>
            <a:r>
              <a:rPr lang="en-US">
                <a:latin typeface="Arial"/>
                <a:cs typeface="Arial"/>
              </a:rPr>
              <a:t> currently do this thing</a:t>
            </a:r>
            <a:endParaRPr lang="en-US">
              <a:solidFill>
                <a:srgbClr val="000000"/>
              </a:solidFill>
              <a:latin typeface="Arial"/>
              <a:cs typeface="Arial"/>
            </a:endParaRPr>
          </a:p>
          <a:p>
            <a:pPr marL="233045" indent="-233045"/>
            <a:r>
              <a:rPr lang="en-US"/>
              <a:t>Is the market growing in this way</a:t>
            </a:r>
          </a:p>
          <a:p>
            <a:pPr marL="233045" indent="-233045"/>
            <a:endParaRPr lang="en-US"/>
          </a:p>
          <a:p>
            <a:pPr marL="233045" indent="-233045"/>
            <a:endParaRPr lang="en-US"/>
          </a:p>
        </p:txBody>
      </p:sp>
      <p:sp>
        <p:nvSpPr>
          <p:cNvPr id="10" name="Text Placeholder 9">
            <a:extLst>
              <a:ext uri="{FF2B5EF4-FFF2-40B4-BE49-F238E27FC236}">
                <a16:creationId xmlns:a16="http://schemas.microsoft.com/office/drawing/2014/main" id="{091C5262-D700-F529-7241-16B94B968863}"/>
              </a:ext>
            </a:extLst>
          </p:cNvPr>
          <p:cNvSpPr>
            <a:spLocks noGrp="1"/>
          </p:cNvSpPr>
          <p:nvPr>
            <p:ph type="body" sz="quarter" idx="3"/>
          </p:nvPr>
        </p:nvSpPr>
        <p:spPr/>
        <p:txBody>
          <a:bodyPr/>
          <a:lstStyle/>
          <a:p>
            <a:r>
              <a:rPr lang="en-US">
                <a:latin typeface="Arial"/>
                <a:cs typeface="Arial"/>
              </a:rPr>
              <a:t>Market Comparisons </a:t>
            </a:r>
          </a:p>
        </p:txBody>
      </p:sp>
      <p:graphicFrame>
        <p:nvGraphicFramePr>
          <p:cNvPr id="11" name="Content Placeholder 10">
            <a:extLst>
              <a:ext uri="{FF2B5EF4-FFF2-40B4-BE49-F238E27FC236}">
                <a16:creationId xmlns:a16="http://schemas.microsoft.com/office/drawing/2014/main" id="{4C9034F0-9382-E7DB-D943-6DA5CFBB0F4A}"/>
              </a:ext>
            </a:extLst>
          </p:cNvPr>
          <p:cNvGraphicFramePr>
            <a:graphicFrameLocks noGrp="1"/>
          </p:cNvGraphicFramePr>
          <p:nvPr>
            <p:ph sz="quarter" idx="4"/>
            <p:extLst>
              <p:ext uri="{D42A27DB-BD31-4B8C-83A1-F6EECF244321}">
                <p14:modId xmlns:p14="http://schemas.microsoft.com/office/powerpoint/2010/main" val="1541297111"/>
              </p:ext>
            </p:extLst>
          </p:nvPr>
        </p:nvGraphicFramePr>
        <p:xfrm>
          <a:off x="6023428" y="1712685"/>
          <a:ext cx="5906174" cy="4840416"/>
        </p:xfrm>
        <a:graphic>
          <a:graphicData uri="http://schemas.openxmlformats.org/drawingml/2006/table">
            <a:tbl>
              <a:tblPr firstRow="1" bandRow="1">
                <a:tableStyleId>{5C22544A-7EE6-4342-B048-85BDC9FD1C3A}</a:tableStyleId>
              </a:tblPr>
              <a:tblGrid>
                <a:gridCol w="1289538">
                  <a:extLst>
                    <a:ext uri="{9D8B030D-6E8A-4147-A177-3AD203B41FA5}">
                      <a16:colId xmlns:a16="http://schemas.microsoft.com/office/drawing/2014/main" val="957739651"/>
                    </a:ext>
                  </a:extLst>
                </a:gridCol>
                <a:gridCol w="1158239">
                  <a:extLst>
                    <a:ext uri="{9D8B030D-6E8A-4147-A177-3AD203B41FA5}">
                      <a16:colId xmlns:a16="http://schemas.microsoft.com/office/drawing/2014/main" val="3082199612"/>
                    </a:ext>
                  </a:extLst>
                </a:gridCol>
                <a:gridCol w="1346032">
                  <a:extLst>
                    <a:ext uri="{9D8B030D-6E8A-4147-A177-3AD203B41FA5}">
                      <a16:colId xmlns:a16="http://schemas.microsoft.com/office/drawing/2014/main" val="613011870"/>
                    </a:ext>
                  </a:extLst>
                </a:gridCol>
                <a:gridCol w="2112365">
                  <a:extLst>
                    <a:ext uri="{9D8B030D-6E8A-4147-A177-3AD203B41FA5}">
                      <a16:colId xmlns:a16="http://schemas.microsoft.com/office/drawing/2014/main" val="182092073"/>
                    </a:ext>
                  </a:extLst>
                </a:gridCol>
              </a:tblGrid>
              <a:tr h="781538">
                <a:tc>
                  <a:txBody>
                    <a:bodyPr/>
                    <a:lstStyle/>
                    <a:p>
                      <a:r>
                        <a:rPr lang="en-US"/>
                        <a:t>State</a:t>
                      </a:r>
                    </a:p>
                  </a:txBody>
                  <a:tcPr/>
                </a:tc>
                <a:tc>
                  <a:txBody>
                    <a:bodyPr/>
                    <a:lstStyle/>
                    <a:p>
                      <a:r>
                        <a:rPr lang="en-US"/>
                        <a:t>Market Status</a:t>
                      </a:r>
                    </a:p>
                  </a:txBody>
                  <a:tcPr/>
                </a:tc>
                <a:tc>
                  <a:txBody>
                    <a:bodyPr/>
                    <a:lstStyle/>
                    <a:p>
                      <a:r>
                        <a:rPr lang="en-US"/>
                        <a:t>Challenge</a:t>
                      </a:r>
                    </a:p>
                  </a:txBody>
                  <a:tcPr/>
                </a:tc>
                <a:tc>
                  <a:txBody>
                    <a:bodyPr/>
                    <a:lstStyle/>
                    <a:p>
                      <a:r>
                        <a:rPr lang="en-US"/>
                        <a:t>Opportunity</a:t>
                      </a:r>
                    </a:p>
                  </a:txBody>
                  <a:tcPr/>
                </a:tc>
                <a:extLst>
                  <a:ext uri="{0D108BD9-81ED-4DB2-BD59-A6C34878D82A}">
                    <a16:rowId xmlns:a16="http://schemas.microsoft.com/office/drawing/2014/main" val="2062150352"/>
                  </a:ext>
                </a:extLst>
              </a:tr>
              <a:tr h="487680">
                <a:tc>
                  <a:txBody>
                    <a:bodyPr/>
                    <a:lstStyle/>
                    <a:p>
                      <a:r>
                        <a:rPr lang="en-US"/>
                        <a:t>California</a:t>
                      </a:r>
                    </a:p>
                  </a:txBody>
                  <a:tcPr/>
                </a:tc>
                <a:tc>
                  <a:txBody>
                    <a:bodyPr/>
                    <a:lstStyle/>
                    <a:p>
                      <a:r>
                        <a:rPr lang="en-US"/>
                        <a:t>Mature</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77176013"/>
                  </a:ext>
                </a:extLst>
              </a:tr>
              <a:tr h="965200">
                <a:tc>
                  <a:txBody>
                    <a:bodyPr/>
                    <a:lstStyle/>
                    <a:p>
                      <a:r>
                        <a:rPr lang="en-US"/>
                        <a:t>North Carolina </a:t>
                      </a:r>
                    </a:p>
                  </a:txBody>
                  <a:tcPr/>
                </a:tc>
                <a:tc>
                  <a:txBody>
                    <a:bodyPr/>
                    <a:lstStyle/>
                    <a:p>
                      <a:r>
                        <a:rPr lang="en-US"/>
                        <a:t>Growing </a:t>
                      </a:r>
                    </a:p>
                  </a:txBody>
                  <a:tcPr/>
                </a:tc>
                <a:tc>
                  <a:txBody>
                    <a:bodyPr/>
                    <a:lstStyle/>
                    <a:p>
                      <a:r>
                        <a:rPr lang="en-US"/>
                        <a:t>Solar adoption into grid</a:t>
                      </a:r>
                    </a:p>
                  </a:txBody>
                  <a:tcPr/>
                </a:tc>
                <a:tc>
                  <a:txBody>
                    <a:bodyPr/>
                    <a:lstStyle/>
                    <a:p>
                      <a:r>
                        <a:rPr lang="en-US"/>
                        <a:t>Program design, implementation of pilots</a:t>
                      </a:r>
                    </a:p>
                  </a:txBody>
                  <a:tcPr/>
                </a:tc>
                <a:extLst>
                  <a:ext uri="{0D108BD9-81ED-4DB2-BD59-A6C34878D82A}">
                    <a16:rowId xmlns:a16="http://schemas.microsoft.com/office/drawing/2014/main" val="1662102389"/>
                  </a:ext>
                </a:extLst>
              </a:tr>
              <a:tr h="1463039">
                <a:tc>
                  <a:txBody>
                    <a:bodyPr/>
                    <a:lstStyle/>
                    <a:p>
                      <a:pPr lvl="0">
                        <a:buNone/>
                      </a:pPr>
                      <a:r>
                        <a:rPr lang="en-US"/>
                        <a:t>Virginia </a:t>
                      </a:r>
                    </a:p>
                  </a:txBody>
                  <a:tcPr/>
                </a:tc>
                <a:tc>
                  <a:txBody>
                    <a:bodyPr/>
                    <a:lstStyle/>
                    <a:p>
                      <a:pPr lvl="0">
                        <a:buNone/>
                      </a:pPr>
                      <a:r>
                        <a:rPr lang="en-US"/>
                        <a:t>Emerging </a:t>
                      </a:r>
                    </a:p>
                  </a:txBody>
                  <a:tcPr/>
                </a:tc>
                <a:tc>
                  <a:txBody>
                    <a:bodyPr/>
                    <a:lstStyle/>
                    <a:p>
                      <a:pPr lvl="0">
                        <a:buNone/>
                      </a:pPr>
                      <a:r>
                        <a:rPr lang="en-US"/>
                        <a:t>Create Regulatory and economic justification</a:t>
                      </a:r>
                    </a:p>
                  </a:txBody>
                  <a:tcPr/>
                </a:tc>
                <a:tc>
                  <a:txBody>
                    <a:bodyPr/>
                    <a:lstStyle/>
                    <a:p>
                      <a:pPr lvl="0">
                        <a:buNone/>
                      </a:pPr>
                      <a:r>
                        <a:rPr lang="en-US"/>
                        <a:t>Business case development, regulatory support</a:t>
                      </a:r>
                    </a:p>
                  </a:txBody>
                  <a:tcPr/>
                </a:tc>
                <a:extLst>
                  <a:ext uri="{0D108BD9-81ED-4DB2-BD59-A6C34878D82A}">
                    <a16:rowId xmlns:a16="http://schemas.microsoft.com/office/drawing/2014/main" val="3893195930"/>
                  </a:ext>
                </a:extLst>
              </a:tr>
              <a:tr h="1142958">
                <a:tc>
                  <a:txBody>
                    <a:bodyPr/>
                    <a:lstStyle/>
                    <a:p>
                      <a:r>
                        <a:rPr lang="en-US"/>
                        <a:t>Wisconsin </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43746382"/>
                  </a:ext>
                </a:extLst>
              </a:tr>
            </a:tbl>
          </a:graphicData>
        </a:graphic>
      </p:graphicFrame>
      <p:sp>
        <p:nvSpPr>
          <p:cNvPr id="4" name="Footer Placeholder 3">
            <a:extLst>
              <a:ext uri="{FF2B5EF4-FFF2-40B4-BE49-F238E27FC236}">
                <a16:creationId xmlns:a16="http://schemas.microsoft.com/office/drawing/2014/main" id="{797D2E78-3303-0350-81A5-FD3BD4075405}"/>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CB29E1C2-22C2-7846-F86E-122DD084108B}"/>
              </a:ext>
            </a:extLst>
          </p:cNvPr>
          <p:cNvSpPr>
            <a:spLocks noGrp="1"/>
          </p:cNvSpPr>
          <p:nvPr>
            <p:ph type="sldNum" sz="quarter" idx="12"/>
          </p:nvPr>
        </p:nvSpPr>
        <p:spPr/>
        <p:txBody>
          <a:bodyPr/>
          <a:lstStyle/>
          <a:p>
            <a:fld id="{F8F6B9CD-BE6B-498B-93B3-0FAD7ADE75E3}" type="slidenum">
              <a:rPr lang="en-US" smtClean="0"/>
              <a:t>6</a:t>
            </a:fld>
            <a:endParaRPr lang="en-US"/>
          </a:p>
        </p:txBody>
      </p:sp>
    </p:spTree>
    <p:extLst>
      <p:ext uri="{BB962C8B-B14F-4D97-AF65-F5344CB8AC3E}">
        <p14:creationId xmlns:p14="http://schemas.microsoft.com/office/powerpoint/2010/main" val="1457029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A28AF-E675-6286-20C9-FBF07F8488AC}"/>
              </a:ext>
            </a:extLst>
          </p:cNvPr>
          <p:cNvSpPr>
            <a:spLocks noGrp="1"/>
          </p:cNvSpPr>
          <p:nvPr>
            <p:ph type="title"/>
          </p:nvPr>
        </p:nvSpPr>
        <p:spPr/>
        <p:txBody>
          <a:bodyPr/>
          <a:lstStyle/>
          <a:p>
            <a:r>
              <a:rPr lang="en-US">
                <a:latin typeface="Arial Black"/>
                <a:cs typeface="Arial"/>
              </a:rPr>
              <a:t>Market Analysis </a:t>
            </a:r>
            <a:r>
              <a:rPr lang="en-US" err="1">
                <a:latin typeface="Arial Black"/>
                <a:cs typeface="Arial"/>
              </a:rPr>
              <a:t>Cont</a:t>
            </a:r>
            <a:endParaRPr lang="en-US" err="1"/>
          </a:p>
        </p:txBody>
      </p:sp>
      <p:sp>
        <p:nvSpPr>
          <p:cNvPr id="3" name="Text Placeholder 2">
            <a:extLst>
              <a:ext uri="{FF2B5EF4-FFF2-40B4-BE49-F238E27FC236}">
                <a16:creationId xmlns:a16="http://schemas.microsoft.com/office/drawing/2014/main" id="{E28401FE-75E2-EE17-235A-E7F182B27A8E}"/>
              </a:ext>
            </a:extLst>
          </p:cNvPr>
          <p:cNvSpPr>
            <a:spLocks noGrp="1"/>
          </p:cNvSpPr>
          <p:nvPr>
            <p:ph type="body" idx="1"/>
          </p:nvPr>
        </p:nvSpPr>
        <p:spPr/>
        <p:txBody>
          <a:bodyPr/>
          <a:lstStyle/>
          <a:p>
            <a:r>
              <a:rPr lang="en-US">
                <a:latin typeface="Arial"/>
                <a:cs typeface="Arial"/>
              </a:rPr>
              <a:t>Market Size and Growth</a:t>
            </a:r>
            <a:endParaRPr lang="en-US"/>
          </a:p>
        </p:txBody>
      </p:sp>
      <p:sp>
        <p:nvSpPr>
          <p:cNvPr id="4" name="Content Placeholder 3">
            <a:extLst>
              <a:ext uri="{FF2B5EF4-FFF2-40B4-BE49-F238E27FC236}">
                <a16:creationId xmlns:a16="http://schemas.microsoft.com/office/drawing/2014/main" id="{9FC611F6-AE6C-3189-D0ED-0D6E34DD3DE5}"/>
              </a:ext>
            </a:extLst>
          </p:cNvPr>
          <p:cNvSpPr>
            <a:spLocks noGrp="1"/>
          </p:cNvSpPr>
          <p:nvPr>
            <p:ph sz="half" idx="2"/>
          </p:nvPr>
        </p:nvSpPr>
        <p:spPr/>
        <p:txBody>
          <a:bodyPr vert="horz" lIns="0" tIns="0" rIns="0" bIns="0" rtlCol="0" anchor="t">
            <a:noAutofit/>
          </a:bodyPr>
          <a:lstStyle/>
          <a:p>
            <a:pPr marL="233045" indent="-233045"/>
            <a:r>
              <a:rPr lang="en-US">
                <a:latin typeface="Arial"/>
                <a:cs typeface="Arial"/>
              </a:rPr>
              <a:t>Total Addressable Market (TAM)</a:t>
            </a:r>
          </a:p>
          <a:p>
            <a:pPr marL="233045" indent="-233045"/>
            <a:r>
              <a:rPr lang="en-US">
                <a:latin typeface="Arial"/>
                <a:cs typeface="Arial"/>
              </a:rPr>
              <a:t>Serviceable Addressable Market (SAM)</a:t>
            </a:r>
          </a:p>
          <a:p>
            <a:pPr marL="233045" indent="-233045"/>
            <a:r>
              <a:rPr lang="en-US">
                <a:latin typeface="Arial"/>
                <a:cs typeface="Arial"/>
              </a:rPr>
              <a:t>Serviceable Obtainable Market (SOM)</a:t>
            </a:r>
            <a:endParaRPr lang="en-US"/>
          </a:p>
        </p:txBody>
      </p:sp>
      <p:sp>
        <p:nvSpPr>
          <p:cNvPr id="5" name="Text Placeholder 4">
            <a:extLst>
              <a:ext uri="{FF2B5EF4-FFF2-40B4-BE49-F238E27FC236}">
                <a16:creationId xmlns:a16="http://schemas.microsoft.com/office/drawing/2014/main" id="{8B67ACEE-A473-E2DC-BD06-1E7165040186}"/>
              </a:ext>
            </a:extLst>
          </p:cNvPr>
          <p:cNvSpPr>
            <a:spLocks noGrp="1"/>
          </p:cNvSpPr>
          <p:nvPr>
            <p:ph type="body" sz="quarter" idx="3"/>
          </p:nvPr>
        </p:nvSpPr>
        <p:spPr/>
        <p:txBody>
          <a:bodyPr/>
          <a:lstStyle/>
          <a:p>
            <a:endParaRPr lang="en-US"/>
          </a:p>
        </p:txBody>
      </p:sp>
      <p:graphicFrame>
        <p:nvGraphicFramePr>
          <p:cNvPr id="9" name="Content Placeholder 8">
            <a:extLst>
              <a:ext uri="{FF2B5EF4-FFF2-40B4-BE49-F238E27FC236}">
                <a16:creationId xmlns:a16="http://schemas.microsoft.com/office/drawing/2014/main" id="{F20EB8F4-9CC4-0139-6816-23D0233735CE}"/>
              </a:ext>
            </a:extLst>
          </p:cNvPr>
          <p:cNvGraphicFramePr>
            <a:graphicFrameLocks noGrp="1"/>
          </p:cNvGraphicFramePr>
          <p:nvPr>
            <p:ph sz="quarter" idx="4"/>
            <p:extLst>
              <p:ext uri="{D42A27DB-BD31-4B8C-83A1-F6EECF244321}">
                <p14:modId xmlns:p14="http://schemas.microsoft.com/office/powerpoint/2010/main" val="3130878174"/>
              </p:ext>
            </p:extLst>
          </p:nvPr>
        </p:nvGraphicFramePr>
        <p:xfrm>
          <a:off x="6388100" y="1600200"/>
          <a:ext cx="5183188" cy="1752600"/>
        </p:xfrm>
        <a:graphic>
          <a:graphicData uri="http://schemas.openxmlformats.org/drawingml/2006/table">
            <a:tbl>
              <a:tblPr firstRow="1" bandRow="1">
                <a:tableStyleId>{5C22544A-7EE6-4342-B048-85BDC9FD1C3A}</a:tableStyleId>
              </a:tblPr>
              <a:tblGrid>
                <a:gridCol w="1295797">
                  <a:extLst>
                    <a:ext uri="{9D8B030D-6E8A-4147-A177-3AD203B41FA5}">
                      <a16:colId xmlns:a16="http://schemas.microsoft.com/office/drawing/2014/main" val="4018510367"/>
                    </a:ext>
                  </a:extLst>
                </a:gridCol>
                <a:gridCol w="1295797">
                  <a:extLst>
                    <a:ext uri="{9D8B030D-6E8A-4147-A177-3AD203B41FA5}">
                      <a16:colId xmlns:a16="http://schemas.microsoft.com/office/drawing/2014/main" val="3747735664"/>
                    </a:ext>
                  </a:extLst>
                </a:gridCol>
                <a:gridCol w="1295797">
                  <a:extLst>
                    <a:ext uri="{9D8B030D-6E8A-4147-A177-3AD203B41FA5}">
                      <a16:colId xmlns:a16="http://schemas.microsoft.com/office/drawing/2014/main" val="1400594476"/>
                    </a:ext>
                  </a:extLst>
                </a:gridCol>
                <a:gridCol w="1295797">
                  <a:extLst>
                    <a:ext uri="{9D8B030D-6E8A-4147-A177-3AD203B41FA5}">
                      <a16:colId xmlns:a16="http://schemas.microsoft.com/office/drawing/2014/main" val="3546640825"/>
                    </a:ext>
                  </a:extLst>
                </a:gridCol>
              </a:tblGrid>
              <a:tr h="370840">
                <a:tc>
                  <a:txBody>
                    <a:bodyPr/>
                    <a:lstStyle/>
                    <a:p>
                      <a:endParaRPr lang="en-US"/>
                    </a:p>
                  </a:txBody>
                  <a:tcPr/>
                </a:tc>
                <a:tc>
                  <a:txBody>
                    <a:bodyPr/>
                    <a:lstStyle/>
                    <a:p>
                      <a:r>
                        <a:rPr lang="en-US"/>
                        <a:t>California</a:t>
                      </a:r>
                    </a:p>
                  </a:txBody>
                  <a:tcPr/>
                </a:tc>
                <a:tc>
                  <a:txBody>
                    <a:bodyPr/>
                    <a:lstStyle/>
                    <a:p>
                      <a:r>
                        <a:rPr lang="en-US"/>
                        <a:t>North Carolina</a:t>
                      </a:r>
                    </a:p>
                  </a:txBody>
                  <a:tcPr/>
                </a:tc>
                <a:tc>
                  <a:txBody>
                    <a:bodyPr/>
                    <a:lstStyle/>
                    <a:p>
                      <a:r>
                        <a:rPr lang="en-US"/>
                        <a:t>Virginia </a:t>
                      </a:r>
                    </a:p>
                  </a:txBody>
                  <a:tcPr/>
                </a:tc>
                <a:extLst>
                  <a:ext uri="{0D108BD9-81ED-4DB2-BD59-A6C34878D82A}">
                    <a16:rowId xmlns:a16="http://schemas.microsoft.com/office/drawing/2014/main" val="2090497449"/>
                  </a:ext>
                </a:extLst>
              </a:tr>
              <a:tr h="370840">
                <a:tc>
                  <a:txBody>
                    <a:bodyPr/>
                    <a:lstStyle/>
                    <a:p>
                      <a:r>
                        <a:rPr lang="en-US"/>
                        <a:t>TAM</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6375793"/>
                  </a:ext>
                </a:extLst>
              </a:tr>
              <a:tr h="370840">
                <a:tc>
                  <a:txBody>
                    <a:bodyPr/>
                    <a:lstStyle/>
                    <a:p>
                      <a:r>
                        <a:rPr lang="en-US"/>
                        <a:t>SAM</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03715919"/>
                  </a:ext>
                </a:extLst>
              </a:tr>
              <a:tr h="370840">
                <a:tc>
                  <a:txBody>
                    <a:bodyPr/>
                    <a:lstStyle/>
                    <a:p>
                      <a:r>
                        <a:rPr lang="en-US"/>
                        <a:t>SOM</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96525128"/>
                  </a:ext>
                </a:extLst>
              </a:tr>
            </a:tbl>
          </a:graphicData>
        </a:graphic>
      </p:graphicFrame>
      <p:sp>
        <p:nvSpPr>
          <p:cNvPr id="7" name="Footer Placeholder 6">
            <a:extLst>
              <a:ext uri="{FF2B5EF4-FFF2-40B4-BE49-F238E27FC236}">
                <a16:creationId xmlns:a16="http://schemas.microsoft.com/office/drawing/2014/main" id="{A1298351-0804-63D7-AA4D-300CCB071AA5}"/>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4EFA6261-7106-B081-F1FA-CA434C399E9E}"/>
              </a:ext>
            </a:extLst>
          </p:cNvPr>
          <p:cNvSpPr>
            <a:spLocks noGrp="1"/>
          </p:cNvSpPr>
          <p:nvPr>
            <p:ph type="sldNum" sz="quarter" idx="12"/>
          </p:nvPr>
        </p:nvSpPr>
        <p:spPr/>
        <p:txBody>
          <a:bodyPr/>
          <a:lstStyle/>
          <a:p>
            <a:fld id="{F8F6B9CD-BE6B-498B-93B3-0FAD7ADE75E3}" type="slidenum">
              <a:rPr lang="en-US" smtClean="0"/>
              <a:t>7</a:t>
            </a:fld>
            <a:endParaRPr lang="en-US"/>
          </a:p>
        </p:txBody>
      </p:sp>
    </p:spTree>
    <p:extLst>
      <p:ext uri="{BB962C8B-B14F-4D97-AF65-F5344CB8AC3E}">
        <p14:creationId xmlns:p14="http://schemas.microsoft.com/office/powerpoint/2010/main" val="3717839149"/>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640080"/>
          </a:xfrm>
          <a:prstGeom prst="rect">
            <a:avLst/>
          </a:prstGeom>
          <a:noFill/>
        </p:spPr>
        <p:txBody>
          <a:bodyPr wrap="square">
            <a:spAutoFit/>
          </a:bodyPr>
          <a:lstStyle/>
          <a:p>
            <a:r>
              <a:rPr sz="2600" b="1">
                <a:solidFill>
                  <a:srgbClr val="1B2A5E"/>
                </a:solidFill>
                <a:latin typeface="Arial"/>
              </a:rPr>
              <a:t>The Big Picture: How This Program Works</a:t>
            </a:r>
          </a:p>
        </p:txBody>
      </p:sp>
      <p:sp>
        <p:nvSpPr>
          <p:cNvPr id="3" name="TextBox 2"/>
          <p:cNvSpPr txBox="1"/>
          <p:nvPr/>
        </p:nvSpPr>
        <p:spPr>
          <a:xfrm>
            <a:off x="457200" y="822960"/>
            <a:ext cx="11247120" cy="365760"/>
          </a:xfrm>
          <a:prstGeom prst="rect">
            <a:avLst/>
          </a:prstGeom>
          <a:noFill/>
        </p:spPr>
        <p:txBody>
          <a:bodyPr wrap="none">
            <a:spAutoFit/>
          </a:bodyPr>
          <a:lstStyle/>
          <a:p>
            <a:r>
              <a:rPr sz="1400" i="1">
                <a:solidFill>
                  <a:srgbClr val="777777"/>
                </a:solidFill>
                <a:latin typeface="Arial"/>
              </a:rPr>
              <a:t>Before the mechanics -- the simple version of what we're proposing</a:t>
            </a:r>
          </a:p>
        </p:txBody>
      </p:sp>
      <p:sp>
        <p:nvSpPr>
          <p:cNvPr id="4" name="Rectangle 3"/>
          <p:cNvSpPr/>
          <p:nvPr/>
        </p:nvSpPr>
        <p:spPr>
          <a:xfrm>
            <a:off x="365760" y="1463040"/>
            <a:ext cx="2697480" cy="2651760"/>
          </a:xfrm>
          <a:prstGeom prst="rect">
            <a:avLst/>
          </a:prstGeom>
          <a:solidFill>
            <a:srgbClr val="8A2E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a:lstStyle/>
          <a:p>
            <a:pPr algn="ctr"/>
            <a:r>
              <a:rPr b="1" sz="1500">
                <a:solidFill>
                  <a:srgbClr val="FFFFFF"/>
                </a:solidFill>
                <a:latin typeface="Arial"/>
              </a:rPr>
              <a:t>1. The Problem</a:t>
            </a:r>
          </a:p>
          <a:p>
            <a:pPr algn="ctr"/>
            <a:r>
              <a:rPr sz="1100">
                <a:solidFill>
                  <a:srgbClr val="FFFFFF"/>
                </a:solidFill>
                <a:latin typeface="Arial"/>
              </a:rPr>
              <a:t>Utilities must keep energy programs
running, but federal funding is
unreliable and mandates don't go away</a:t>
            </a:r>
          </a:p>
        </p:txBody>
      </p:sp>
      <p:sp>
        <p:nvSpPr>
          <p:cNvPr id="5" name="Rectangle 4"/>
          <p:cNvSpPr/>
          <p:nvPr/>
        </p:nvSpPr>
        <p:spPr>
          <a:xfrm>
            <a:off x="3154680" y="1463040"/>
            <a:ext cx="2697480" cy="265176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a:lstStyle/>
          <a:p>
            <a:pPr algn="ctr"/>
            <a:r>
              <a:rPr b="1" sz="1500">
                <a:solidFill>
                  <a:srgbClr val="FFFFFF"/>
                </a:solidFill>
                <a:latin typeface="Arial"/>
              </a:rPr>
              <a:t>2. The Fix</a:t>
            </a:r>
          </a:p>
          <a:p>
            <a:pPr algn="ctr"/>
            <a:r>
              <a:rPr sz="1100">
                <a:solidFill>
                  <a:srgbClr val="FFFFFF"/>
                </a:solidFill>
                <a:latin typeface="Arial"/>
              </a:rPr>
              <a:t>The UTILITY buys and owns a fleet
of home batteries + solar --
financed like any grid infrastructure,
not a grant</a:t>
            </a:r>
          </a:p>
        </p:txBody>
      </p:sp>
      <p:sp>
        <p:nvSpPr>
          <p:cNvPr id="6" name="Rectangle 5"/>
          <p:cNvSpPr/>
          <p:nvPr/>
        </p:nvSpPr>
        <p:spPr>
          <a:xfrm>
            <a:off x="5943600" y="1463040"/>
            <a:ext cx="2697480" cy="2651760"/>
          </a:xfrm>
          <a:prstGeom prst="rect">
            <a:avLst/>
          </a:prstGeom>
          <a:solidFill>
            <a:srgbClr val="E87B22"/>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a:lstStyle/>
          <a:p>
            <a:pPr algn="ctr"/>
            <a:r>
              <a:rPr b="1" sz="1500">
                <a:solidFill>
                  <a:srgbClr val="FFFFFF"/>
                </a:solidFill>
                <a:latin typeface="Arial"/>
              </a:rPr>
              <a:t>3. The Roles</a:t>
            </a:r>
          </a:p>
          <a:p>
            <a:pPr algn="ctr"/>
            <a:r>
              <a:rPr sz="1100">
                <a:solidFill>
                  <a:srgbClr val="FFFFFF"/>
                </a:solidFill>
                <a:latin typeface="Arial"/>
              </a:rPr>
              <a:t>APTIM administers the program.
The household just hosts the
equipment -- $0 cost to them</a:t>
            </a:r>
          </a:p>
        </p:txBody>
      </p:sp>
      <p:sp>
        <p:nvSpPr>
          <p:cNvPr id="7" name="Rectangle 6"/>
          <p:cNvSpPr/>
          <p:nvPr/>
        </p:nvSpPr>
        <p:spPr>
          <a:xfrm>
            <a:off x="8732520" y="1463040"/>
            <a:ext cx="2697480" cy="2651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a:lstStyle/>
          <a:p>
            <a:pPr algn="ctr"/>
            <a:r>
              <a:rPr b="1" sz="1500">
                <a:solidFill>
                  <a:srgbClr val="FFFFFF"/>
                </a:solidFill>
                <a:latin typeface="Arial"/>
              </a:rPr>
              <a:t>4. The Outcome</a:t>
            </a:r>
          </a:p>
          <a:p>
            <a:pPr algn="ctr"/>
            <a:r>
              <a:rPr sz="1100">
                <a:solidFill>
                  <a:srgbClr val="FFFFFF"/>
                </a:solidFill>
                <a:latin typeface="Arial"/>
              </a:rPr>
              <a:t>Utility meets its resilience mandate
and earns a return. APTIM gains a
new revenue line. Household gets
free backup power</a:t>
            </a:r>
          </a:p>
        </p:txBody>
      </p:sp>
      <p:sp>
        <p:nvSpPr>
          <p:cNvPr id="8" name="TextBox 7"/>
          <p:cNvSpPr txBox="1"/>
          <p:nvPr/>
        </p:nvSpPr>
        <p:spPr>
          <a:xfrm>
            <a:off x="2834640" y="2606040"/>
            <a:ext cx="320040" cy="457200"/>
          </a:xfrm>
          <a:prstGeom prst="rect">
            <a:avLst/>
          </a:prstGeom>
          <a:noFill/>
        </p:spPr>
        <p:txBody>
          <a:bodyPr wrap="none">
            <a:spAutoFit/>
          </a:bodyPr>
          <a:lstStyle/>
          <a:p>
            <a:pPr algn="ctr"/>
            <a:r>
              <a:rPr sz="2200" b="1">
                <a:solidFill>
                  <a:srgbClr val="1B2A5E"/>
                </a:solidFill>
              </a:rPr>
              <a:t>→</a:t>
            </a:r>
          </a:p>
        </p:txBody>
      </p:sp>
      <p:sp>
        <p:nvSpPr>
          <p:cNvPr id="9" name="TextBox 8"/>
          <p:cNvSpPr txBox="1"/>
          <p:nvPr/>
        </p:nvSpPr>
        <p:spPr>
          <a:xfrm>
            <a:off x="5623560" y="2606040"/>
            <a:ext cx="320040" cy="457200"/>
          </a:xfrm>
          <a:prstGeom prst="rect">
            <a:avLst/>
          </a:prstGeom>
          <a:noFill/>
        </p:spPr>
        <p:txBody>
          <a:bodyPr wrap="none">
            <a:spAutoFit/>
          </a:bodyPr>
          <a:lstStyle/>
          <a:p>
            <a:pPr algn="ctr"/>
            <a:r>
              <a:rPr sz="2200" b="1">
                <a:solidFill>
                  <a:srgbClr val="1B2A5E"/>
                </a:solidFill>
              </a:rPr>
              <a:t>→</a:t>
            </a:r>
          </a:p>
        </p:txBody>
      </p:sp>
      <p:sp>
        <p:nvSpPr>
          <p:cNvPr id="10" name="TextBox 9"/>
          <p:cNvSpPr txBox="1"/>
          <p:nvPr/>
        </p:nvSpPr>
        <p:spPr>
          <a:xfrm>
            <a:off x="8412480" y="2606040"/>
            <a:ext cx="320040" cy="457200"/>
          </a:xfrm>
          <a:prstGeom prst="rect">
            <a:avLst/>
          </a:prstGeom>
          <a:noFill/>
        </p:spPr>
        <p:txBody>
          <a:bodyPr wrap="none">
            <a:spAutoFit/>
          </a:bodyPr>
          <a:lstStyle/>
          <a:p>
            <a:pPr algn="ctr"/>
            <a:r>
              <a:rPr sz="2200" b="1">
                <a:solidFill>
                  <a:srgbClr val="1B2A5E"/>
                </a:solidFill>
              </a:rPr>
              <a:t>→</a:t>
            </a:r>
          </a:p>
        </p:txBody>
      </p:sp>
      <p:sp>
        <p:nvSpPr>
          <p:cNvPr id="11" name="Rectangle 10"/>
          <p:cNvSpPr/>
          <p:nvPr/>
        </p:nvSpPr>
        <p:spPr>
          <a:xfrm>
            <a:off x="365760" y="4434840"/>
            <a:ext cx="11430000" cy="822960"/>
          </a:xfrm>
          <a:prstGeom prst="rect">
            <a:avLst/>
          </a:prstGeom>
          <a:solidFill>
            <a:srgbClr val="F2F4F8"/>
          </a:solidFill>
          <a:ln w="19050">
            <a:solidFill>
              <a:srgbClr val="E87B22"/>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b="1" sz="1400">
                <a:solidFill>
                  <a:srgbClr val="1B2A5E"/>
                </a:solidFill>
                <a:latin typeface="Arial"/>
              </a:rPr>
              <a:t>In one sentence: </a:t>
            </a:r>
            <a:r>
              <a:rPr sz="1400">
                <a:solidFill>
                  <a:srgbClr val="333333"/>
                </a:solidFill>
                <a:latin typeface="Arial"/>
              </a:rPr>
              <a:t>APTIM administers a utility-owned battery + solar fleet -- the utility finances it, APTIM runs it, the household hosts it for free.</a:t>
            </a:r>
          </a:p>
        </p:txBody>
      </p:sp>
      <p:sp>
        <p:nvSpPr>
          <p:cNvPr id="12" name="TextBox 11"/>
          <p:cNvSpPr txBox="1"/>
          <p:nvPr/>
        </p:nvSpPr>
        <p:spPr>
          <a:xfrm>
            <a:off x="365760" y="5486400"/>
            <a:ext cx="11430000" cy="731520"/>
          </a:xfrm>
          <a:prstGeom prst="rect">
            <a:avLst/>
          </a:prstGeom>
          <a:noFill/>
        </p:spPr>
        <p:txBody>
          <a:bodyPr wrap="square">
            <a:spAutoFit/>
          </a:bodyPr>
          <a:lstStyle/>
          <a:p>
            <a:r>
              <a:rPr sz="1200" i="1">
                <a:solidFill>
                  <a:srgbClr val="777777"/>
                </a:solidFill>
                <a:latin typeface="Arial"/>
              </a:rPr>
              <a:t>The next slide breaks down exactly how this works -- who owns what, how money flows, and how APTIM gets paid.</a:t>
            </a:r>
          </a:p>
        </p:txBody>
      </p:sp>
      <p:sp>
        <p:nvSpPr>
          <p:cNvPr id="13" name="TextBox 12"/>
          <p:cNvSpPr txBox="1"/>
          <p:nvPr/>
        </p:nvSpPr>
        <p:spPr>
          <a:xfrm>
            <a:off x="274320" y="6537960"/>
            <a:ext cx="9144000" cy="274320"/>
          </a:xfrm>
          <a:prstGeom prst="rect">
            <a:avLst/>
          </a:prstGeom>
          <a:noFill/>
        </p:spPr>
        <p:txBody>
          <a:bodyPr wrap="none">
            <a:spAutoFit/>
          </a:bodyPr>
          <a:lstStyle/>
          <a:p>
            <a:r>
              <a:rPr sz="800">
                <a:solidFill>
                  <a:srgbClr val="888888"/>
                </a:solidFill>
                <a:latin typeface="Arial"/>
              </a:rPr>
              <a:t>Confidential. Not to be copied, distributed, or reproduced without prior approval. © 2026 APTIM - All rights reserved.</a:t>
            </a:r>
          </a:p>
        </p:txBody>
      </p:sp>
      <p:sp>
        <p:nvSpPr>
          <p:cNvPr id="14" name="TextBox 13"/>
          <p:cNvSpPr txBox="1"/>
          <p:nvPr/>
        </p:nvSpPr>
        <p:spPr>
          <a:xfrm>
            <a:off x="11612880" y="6537960"/>
            <a:ext cx="457200" cy="274320"/>
          </a:xfrm>
          <a:prstGeom prst="rect">
            <a:avLst/>
          </a:prstGeom>
          <a:noFill/>
        </p:spPr>
        <p:txBody>
          <a:bodyPr wrap="none">
            <a:spAutoFit/>
          </a:bodyPr>
          <a:lstStyle/>
          <a:p>
            <a:r>
              <a:rPr sz="800">
                <a:solidFill>
                  <a:srgbClr val="888888"/>
                </a:solidFill>
                <a:latin typeface="Arial"/>
              </a:rPr>
              <a:t>11a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2AF80-10E3-8BE1-45CC-0803639F96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A4FF38-A895-E5AD-7B7D-E210952D7017}"/>
              </a:ext>
            </a:extLst>
          </p:cNvPr>
          <p:cNvSpPr txBox="1"/>
          <p:nvPr/>
        </p:nvSpPr>
        <p:spPr>
          <a:xfrm>
            <a:off x="457200" y="228600"/>
            <a:ext cx="11247120" cy="731520"/>
          </a:xfrm>
          <a:prstGeom prst="rect">
            <a:avLst/>
          </a:prstGeom>
          <a:noFill/>
        </p:spPr>
        <p:txBody>
          <a:bodyPr wrap="square">
            <a:spAutoFit/>
          </a:bodyPr>
          <a:lstStyle/>
          <a:p>
            <a:r>
              <a:rPr sz="2600" b="1">
                <a:solidFill>
                  <a:srgbClr val="1B2A5E"/>
                </a:solidFill>
                <a:latin typeface="Arial"/>
              </a:rPr>
              <a:t>Service Concept: Utility-Owned Battery + Solar Fleet</a:t>
            </a:r>
          </a:p>
        </p:txBody>
      </p:sp>
      <p:sp>
        <p:nvSpPr>
          <p:cNvPr id="3" name="TextBox 2">
            <a:extLst>
              <a:ext uri="{FF2B5EF4-FFF2-40B4-BE49-F238E27FC236}">
                <a16:creationId xmlns:a16="http://schemas.microsoft.com/office/drawing/2014/main" id="{D9E4D0C4-67EB-CF21-1EFA-DA9079CB590F}"/>
              </a:ext>
            </a:extLst>
          </p:cNvPr>
          <p:cNvSpPr txBox="1"/>
          <p:nvPr/>
        </p:nvSpPr>
        <p:spPr>
          <a:xfrm>
            <a:off x="457200" y="914400"/>
            <a:ext cx="11247120" cy="365760"/>
          </a:xfrm>
          <a:prstGeom prst="rect">
            <a:avLst/>
          </a:prstGeom>
          <a:noFill/>
        </p:spPr>
        <p:txBody>
          <a:bodyPr wrap="none">
            <a:spAutoFit/>
          </a:bodyPr>
          <a:lstStyle/>
          <a:p>
            <a:r>
              <a:rPr sz="1400" i="1">
                <a:solidFill>
                  <a:srgbClr val="777777"/>
                </a:solidFill>
                <a:latin typeface="Arial"/>
              </a:rPr>
              <a:t>The utility owns the fleet. APTIM administers it. The household hosts it at no cost.</a:t>
            </a:r>
          </a:p>
        </p:txBody>
      </p:sp>
      <p:sp>
        <p:nvSpPr>
          <p:cNvPr id="4" name="Rectangle 3">
            <a:extLst>
              <a:ext uri="{FF2B5EF4-FFF2-40B4-BE49-F238E27FC236}">
                <a16:creationId xmlns:a16="http://schemas.microsoft.com/office/drawing/2014/main" id="{138D4283-7822-FC9D-F50B-C0138675BA66}"/>
              </a:ext>
            </a:extLst>
          </p:cNvPr>
          <p:cNvSpPr/>
          <p:nvPr/>
        </p:nvSpPr>
        <p:spPr>
          <a:xfrm>
            <a:off x="457200" y="1371600"/>
            <a:ext cx="3520440" cy="1554480"/>
          </a:xfrm>
          <a:prstGeom prst="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ctr"/>
            <a:r>
              <a:rPr sz="1300" b="1">
                <a:solidFill>
                  <a:srgbClr val="FFFFFF"/>
                </a:solidFill>
                <a:latin typeface="Arial"/>
              </a:rPr>
              <a:t>Hardware Maker</a:t>
            </a:r>
          </a:p>
          <a:p>
            <a:pPr algn="ctr"/>
            <a:r>
              <a:rPr sz="1200" b="1">
                <a:solidFill>
                  <a:srgbClr val="FFFFFF"/>
                </a:solidFill>
                <a:latin typeface="Arial"/>
              </a:rPr>
              <a:t>e.g., Tesla, Enphase</a:t>
            </a:r>
          </a:p>
          <a:p>
            <a:pPr algn="ctr"/>
            <a:r>
              <a:rPr sz="1000">
                <a:solidFill>
                  <a:srgbClr val="FFFFFF"/>
                </a:solidFill>
                <a:latin typeface="Arial"/>
              </a:rPr>
              <a:t>Manufactures the battery + solar hardware</a:t>
            </a:r>
          </a:p>
        </p:txBody>
      </p:sp>
      <p:sp>
        <p:nvSpPr>
          <p:cNvPr id="5" name="Rectangle 4">
            <a:extLst>
              <a:ext uri="{FF2B5EF4-FFF2-40B4-BE49-F238E27FC236}">
                <a16:creationId xmlns:a16="http://schemas.microsoft.com/office/drawing/2014/main" id="{1A649AB2-5AFF-AE36-992D-9C1F37D39A46}"/>
              </a:ext>
            </a:extLst>
          </p:cNvPr>
          <p:cNvSpPr/>
          <p:nvPr/>
        </p:nvSpPr>
        <p:spPr>
          <a:xfrm>
            <a:off x="4339771" y="1371600"/>
            <a:ext cx="3520440" cy="155448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wrap="square" lIns="137160" tIns="109728" rIns="137160" bIns="45720" rtlCol="0" anchor="ctr"/>
          <a:lstStyle/>
          <a:p>
            <a:pPr algn="ctr"/>
            <a:r>
              <a:rPr sz="1300" b="1">
                <a:solidFill>
                  <a:srgbClr val="FFFFFF"/>
                </a:solidFill>
                <a:latin typeface="Arial"/>
              </a:rPr>
              <a:t>Asset Owner + Dispatcher</a:t>
            </a:r>
          </a:p>
          <a:p>
            <a:pPr algn="ctr"/>
            <a:r>
              <a:rPr sz="1200" b="1">
                <a:solidFill>
                  <a:srgbClr val="FFFFFF"/>
                </a:solidFill>
                <a:latin typeface="Arial"/>
              </a:rPr>
              <a:t>The Utility</a:t>
            </a:r>
          </a:p>
          <a:p>
            <a:pPr algn="ctr"/>
            <a:r>
              <a:rPr lang="en-US" sz="1000">
                <a:solidFill>
                  <a:srgbClr val="FFFFFF"/>
                </a:solidFill>
                <a:latin typeface="Arial"/>
              </a:rPr>
              <a:t>Finances, owns, rate-bases the fleet; earns regulated return; dispatches via software partner</a:t>
            </a:r>
            <a:endParaRPr lang="en-US"/>
          </a:p>
        </p:txBody>
      </p:sp>
      <p:sp>
        <p:nvSpPr>
          <p:cNvPr id="6" name="Rectangle 5">
            <a:extLst>
              <a:ext uri="{FF2B5EF4-FFF2-40B4-BE49-F238E27FC236}">
                <a16:creationId xmlns:a16="http://schemas.microsoft.com/office/drawing/2014/main" id="{F87FDEAC-D4E3-2260-737F-DD8AD45F87E4}"/>
              </a:ext>
            </a:extLst>
          </p:cNvPr>
          <p:cNvSpPr/>
          <p:nvPr/>
        </p:nvSpPr>
        <p:spPr>
          <a:xfrm>
            <a:off x="8186057" y="1371600"/>
            <a:ext cx="3520440" cy="1554480"/>
          </a:xfrm>
          <a:prstGeom prst="rect">
            <a:avLst/>
          </a:prstGeom>
          <a:solidFill>
            <a:srgbClr val="E87B22"/>
          </a:solidFill>
          <a:ln>
            <a:noFill/>
          </a:ln>
        </p:spPr>
        <p:style>
          <a:lnRef idx="1">
            <a:schemeClr val="accent1"/>
          </a:lnRef>
          <a:fillRef idx="3">
            <a:schemeClr val="accent1"/>
          </a:fillRef>
          <a:effectRef idx="2">
            <a:schemeClr val="accent1"/>
          </a:effectRef>
          <a:fontRef idx="minor">
            <a:schemeClr val="lt1"/>
          </a:fontRef>
        </p:style>
        <p:txBody>
          <a:bodyPr wrap="square" lIns="137160" tIns="109728" rIns="137160" rtlCol="0" anchor="ctr"/>
          <a:lstStyle/>
          <a:p>
            <a:pPr algn="ctr"/>
            <a:r>
              <a:rPr sz="1300" b="1">
                <a:solidFill>
                  <a:srgbClr val="FFFFFF"/>
                </a:solidFill>
                <a:latin typeface="Arial"/>
              </a:rPr>
              <a:t>Program Administrator (APTIM)</a:t>
            </a:r>
          </a:p>
          <a:p>
            <a:pPr algn="ctr"/>
            <a:r>
              <a:rPr sz="1200" b="1">
                <a:solidFill>
                  <a:srgbClr val="FFFFFF"/>
                </a:solidFill>
                <a:latin typeface="Arial"/>
              </a:rPr>
              <a:t>APTIM</a:t>
            </a:r>
          </a:p>
          <a:p>
            <a:pPr algn="ctr"/>
            <a:r>
              <a:rPr sz="1000">
                <a:solidFill>
                  <a:srgbClr val="FFFFFF"/>
                </a:solidFill>
                <a:latin typeface="Arial"/>
              </a:rPr>
              <a:t>Site selection, household recruitment, hosting agreements, contractor network, install QA, fleet reporting, compliance</a:t>
            </a:r>
          </a:p>
        </p:txBody>
      </p:sp>
      <p:sp>
        <p:nvSpPr>
          <p:cNvPr id="7" name="TextBox 6">
            <a:extLst>
              <a:ext uri="{FF2B5EF4-FFF2-40B4-BE49-F238E27FC236}">
                <a16:creationId xmlns:a16="http://schemas.microsoft.com/office/drawing/2014/main" id="{45D9B8C9-2E0C-6396-2593-3EA9C48FAAD0}"/>
              </a:ext>
            </a:extLst>
          </p:cNvPr>
          <p:cNvSpPr txBox="1"/>
          <p:nvPr/>
        </p:nvSpPr>
        <p:spPr>
          <a:xfrm>
            <a:off x="3794760" y="1965960"/>
            <a:ext cx="697410" cy="438144"/>
          </a:xfrm>
          <a:prstGeom prst="rect">
            <a:avLst/>
          </a:prstGeom>
          <a:noFill/>
        </p:spPr>
        <p:txBody>
          <a:bodyPr wrap="square">
            <a:spAutoFit/>
          </a:bodyPr>
          <a:lstStyle/>
          <a:p>
            <a:pPr algn="ctr"/>
            <a:r>
              <a:rPr sz="2200" b="1">
                <a:solidFill>
                  <a:srgbClr val="1B2A5E"/>
                </a:solidFill>
              </a:rPr>
              <a:t>→</a:t>
            </a:r>
          </a:p>
        </p:txBody>
      </p:sp>
      <p:sp>
        <p:nvSpPr>
          <p:cNvPr id="8" name="TextBox 7">
            <a:extLst>
              <a:ext uri="{FF2B5EF4-FFF2-40B4-BE49-F238E27FC236}">
                <a16:creationId xmlns:a16="http://schemas.microsoft.com/office/drawing/2014/main" id="{ED16DC1E-ACD4-FCA4-6042-7C8B6FB0E4D4}"/>
              </a:ext>
            </a:extLst>
          </p:cNvPr>
          <p:cNvSpPr txBox="1"/>
          <p:nvPr/>
        </p:nvSpPr>
        <p:spPr>
          <a:xfrm>
            <a:off x="7677331" y="1965960"/>
            <a:ext cx="675639" cy="445401"/>
          </a:xfrm>
          <a:prstGeom prst="rect">
            <a:avLst/>
          </a:prstGeom>
          <a:noFill/>
        </p:spPr>
        <p:txBody>
          <a:bodyPr wrap="square">
            <a:spAutoFit/>
          </a:bodyPr>
          <a:lstStyle/>
          <a:p>
            <a:pPr algn="ctr"/>
            <a:r>
              <a:rPr sz="2200" b="1">
                <a:solidFill>
                  <a:srgbClr val="1B2A5E"/>
                </a:solidFill>
              </a:rPr>
              <a:t>→</a:t>
            </a:r>
          </a:p>
        </p:txBody>
      </p:sp>
      <p:sp>
        <p:nvSpPr>
          <p:cNvPr id="9" name="Rectangle 8">
            <a:extLst>
              <a:ext uri="{FF2B5EF4-FFF2-40B4-BE49-F238E27FC236}">
                <a16:creationId xmlns:a16="http://schemas.microsoft.com/office/drawing/2014/main" id="{4719FA5B-4C6D-90AC-08EA-ACD2E15BDAA7}"/>
              </a:ext>
            </a:extLst>
          </p:cNvPr>
          <p:cNvSpPr/>
          <p:nvPr/>
        </p:nvSpPr>
        <p:spPr>
          <a:xfrm>
            <a:off x="457200" y="3063240"/>
            <a:ext cx="11247120" cy="594360"/>
          </a:xfrm>
          <a:prstGeom prst="rect">
            <a:avLst/>
          </a:prstGeom>
          <a:solidFill>
            <a:srgbClr val="FFF6E8"/>
          </a:solidFill>
          <a:ln w="12700">
            <a:solidFill>
              <a:srgbClr val="E87B22"/>
            </a:solidFill>
          </a:ln>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ctr"/>
            <a:r>
              <a:rPr sz="1100" i="1">
                <a:solidFill>
                  <a:srgbClr val="664E1A"/>
                </a:solidFill>
                <a:latin typeface="Arial"/>
              </a:rPr>
              <a:t>Who pays: the utility recovers its investment from ALL ratepayers via rate base (standard cost-of-service regulation) -- not a special charge to the hosting household. The household's "payment" for hosting is free backup power and lower bills. This is NOT a Power Purchase Agreement -- the utility owns the asset directly, it does not buy output from a third-party owner.</a:t>
            </a:r>
          </a:p>
        </p:txBody>
      </p:sp>
      <p:sp>
        <p:nvSpPr>
          <p:cNvPr id="14" name="TextBox 13">
            <a:extLst>
              <a:ext uri="{FF2B5EF4-FFF2-40B4-BE49-F238E27FC236}">
                <a16:creationId xmlns:a16="http://schemas.microsoft.com/office/drawing/2014/main" id="{FE0E42A6-419B-660A-2D03-FE07DAD73B49}"/>
              </a:ext>
            </a:extLst>
          </p:cNvPr>
          <p:cNvSpPr txBox="1"/>
          <p:nvPr/>
        </p:nvSpPr>
        <p:spPr>
          <a:xfrm>
            <a:off x="457200" y="5989320"/>
            <a:ext cx="11249948" cy="400110"/>
          </a:xfrm>
          <a:prstGeom prst="rect">
            <a:avLst/>
          </a:prstGeom>
          <a:noFill/>
        </p:spPr>
        <p:txBody>
          <a:bodyPr wrap="square" lIns="91440" tIns="45720" rIns="91440" bIns="45720" anchor="t">
            <a:spAutoFit/>
          </a:bodyPr>
          <a:lstStyle/>
          <a:p>
            <a:pPr algn="ctr"/>
            <a:r>
              <a:rPr sz="1000" i="1">
                <a:solidFill>
                  <a:srgbClr val="777777"/>
                </a:solidFill>
                <a:latin typeface="Arial"/>
              </a:rPr>
              <a:t>Open items for RFP-stage negotiation: exact fee %, named installer network, interconnection process for utility-owned residential batteries (flagged as a regulatory question to work through with MPSC, not assumed).</a:t>
            </a:r>
            <a:endParaRPr lang="en-US"/>
          </a:p>
        </p:txBody>
      </p:sp>
      <p:sp>
        <p:nvSpPr>
          <p:cNvPr id="15" name="TextBox 14">
            <a:extLst>
              <a:ext uri="{FF2B5EF4-FFF2-40B4-BE49-F238E27FC236}">
                <a16:creationId xmlns:a16="http://schemas.microsoft.com/office/drawing/2014/main" id="{42703F9F-40E7-D271-6607-47225C69D6C2}"/>
              </a:ext>
            </a:extLst>
          </p:cNvPr>
          <p:cNvSpPr txBox="1"/>
          <p:nvPr/>
        </p:nvSpPr>
        <p:spPr>
          <a:xfrm>
            <a:off x="3111862" y="6492241"/>
            <a:ext cx="6219372" cy="215444"/>
          </a:xfrm>
          <a:prstGeom prst="rect">
            <a:avLst/>
          </a:prstGeom>
          <a:noFill/>
        </p:spPr>
        <p:txBody>
          <a:bodyPr wrap="square">
            <a:spAutoFit/>
          </a:bodyPr>
          <a:lstStyle/>
          <a:p>
            <a:r>
              <a:rPr sz="800">
                <a:solidFill>
                  <a:srgbClr val="888888"/>
                </a:solidFill>
                <a:latin typeface="Arial"/>
              </a:rPr>
              <a:t>Confidential. Not to be copied, distributed, or reproduced without prior approval. © 2026 APTIM - All rights reserved.</a:t>
            </a:r>
          </a:p>
        </p:txBody>
      </p:sp>
      <p:sp>
        <p:nvSpPr>
          <p:cNvPr id="16" name="TextBox 15">
            <a:extLst>
              <a:ext uri="{FF2B5EF4-FFF2-40B4-BE49-F238E27FC236}">
                <a16:creationId xmlns:a16="http://schemas.microsoft.com/office/drawing/2014/main" id="{A2D8C53D-ED68-D0CA-7EF7-85843039914F}"/>
              </a:ext>
            </a:extLst>
          </p:cNvPr>
          <p:cNvSpPr txBox="1"/>
          <p:nvPr/>
        </p:nvSpPr>
        <p:spPr>
          <a:xfrm>
            <a:off x="11612880" y="6492240"/>
            <a:ext cx="300082" cy="215444"/>
          </a:xfrm>
          <a:prstGeom prst="rect">
            <a:avLst/>
          </a:prstGeom>
          <a:noFill/>
        </p:spPr>
        <p:txBody>
          <a:bodyPr wrap="none" lIns="91440" tIns="45720" rIns="91440" bIns="45720" anchor="t">
            <a:spAutoFit/>
          </a:bodyPr>
          <a:lstStyle/>
          <a:p>
            <a:r>
              <a:rPr lang="en-US" sz="800">
                <a:solidFill>
                  <a:srgbClr val="888888"/>
                </a:solidFill>
                <a:latin typeface="Arial"/>
                <a:cs typeface="Arial"/>
              </a:rPr>
              <a:t>11</a:t>
            </a:r>
          </a:p>
        </p:txBody>
      </p:sp>
      <p:sp>
        <p:nvSpPr>
          <p:cNvPr id="17" name="TextBox 16"/>
          <p:cNvSpPr txBox="1"/>
          <p:nvPr/>
        </p:nvSpPr>
        <p:spPr>
          <a:xfrm>
            <a:off x="457200" y="3657600"/>
            <a:ext cx="3606698" cy="320040"/>
          </a:xfrm>
          <a:prstGeom prst="rect">
            <a:avLst/>
          </a:prstGeom>
          <a:noFill/>
        </p:spPr>
        <p:txBody>
          <a:bodyPr wrap="none">
            <a:spAutoFit/>
          </a:bodyPr>
          <a:lstStyle/>
          <a:p>
            <a:r>
              <a:rPr b="1" sz="1300">
                <a:solidFill>
                  <a:srgbClr val="E87B22"/>
                </a:solidFill>
                <a:latin typeface="Arial"/>
              </a:rPr>
              <a:t>How APTIM Gets Paid</a:t>
            </a:r>
          </a:p>
        </p:txBody>
      </p:sp>
      <p:sp>
        <p:nvSpPr>
          <p:cNvPr id="18" name="TextBox 17"/>
          <p:cNvSpPr txBox="1"/>
          <p:nvPr/>
        </p:nvSpPr>
        <p:spPr>
          <a:xfrm>
            <a:off x="457200" y="4023360"/>
            <a:ext cx="3606698" cy="1874519"/>
          </a:xfrm>
          <a:prstGeom prst="rect">
            <a:avLst/>
          </a:prstGeom>
          <a:noFill/>
        </p:spPr>
        <p:txBody>
          <a:bodyPr wrap="square">
            <a:spAutoFit/>
          </a:bodyPr>
          <a:lstStyle/>
          <a:p>
            <a:pPr>
              <a:spcAft>
                <a:spcPts val="600"/>
              </a:spcAft>
            </a:pPr>
            <a:r>
              <a:rPr b="1" sz="1000">
                <a:solidFill>
                  <a:srgbClr val="1B2A5E"/>
                </a:solidFill>
                <a:latin typeface="Arial"/>
              </a:rPr>
              <a:t>Model: </a:t>
            </a:r>
            <a:r>
              <a:rPr sz="1000">
                <a:solidFill>
                  <a:srgbClr val="333333"/>
                </a:solidFill>
                <a:latin typeface="Arial"/>
              </a:rPr>
              <a:t>Base fee as % of program budget + performance bonus overlay</a:t>
            </a:r>
          </a:p>
          <a:p>
            <a:pPr>
              <a:spcAft>
                <a:spcPts val="600"/>
              </a:spcAft>
            </a:pPr>
            <a:r>
              <a:rPr b="1" sz="1000">
                <a:solidFill>
                  <a:srgbClr val="1B2A5E"/>
                </a:solidFill>
                <a:latin typeface="Arial"/>
              </a:rPr>
              <a:t>Precedent: </a:t>
            </a:r>
            <a:r>
              <a:rPr sz="1000">
                <a:solidFill>
                  <a:srgbClr val="333333"/>
                </a:solidFill>
                <a:latin typeface="Arial"/>
              </a:rPr>
              <a:t>APTIM's real Focus on Energy contract (2023-2026) uses this exact structure</a:t>
            </a:r>
          </a:p>
          <a:p>
            <a:pPr>
              <a:spcAft>
                <a:spcPts val="600"/>
              </a:spcAft>
            </a:pPr>
            <a:r>
              <a:rPr b="1" sz="1000">
                <a:solidFill>
                  <a:srgbClr val="1B2A5E"/>
                </a:solidFill>
                <a:latin typeface="Arial"/>
              </a:rPr>
              <a:t>Benchmark: </a:t>
            </a:r>
            <a:r>
              <a:rPr sz="1000">
                <a:solidFill>
                  <a:srgbClr val="333333"/>
                </a:solidFill>
                <a:latin typeface="Arial"/>
              </a:rPr>
              <a:t>Federal EECBG caps admin fees at 10% of funds -- a citable floor</a:t>
            </a:r>
          </a:p>
          <a:p>
            <a:pPr>
              <a:spcAft>
                <a:spcPts val="600"/>
              </a:spcAft>
            </a:pPr>
            <a:r>
              <a:rPr b="1" sz="1000">
                <a:solidFill>
                  <a:srgbClr val="1B2A5E"/>
                </a:solidFill>
                <a:latin typeface="Arial"/>
              </a:rPr>
              <a:t>Exact %: </a:t>
            </a:r>
            <a:r>
              <a:rPr sz="1000">
                <a:solidFill>
                  <a:srgbClr val="333333"/>
                </a:solidFill>
                <a:latin typeface="Arial"/>
              </a:rPr>
              <a:t>Negotiated at RFP stage, not fixed here</a:t>
            </a:r>
          </a:p>
        </p:txBody>
      </p:sp>
      <p:sp>
        <p:nvSpPr>
          <p:cNvPr id="19" name="TextBox 18"/>
          <p:cNvSpPr txBox="1"/>
          <p:nvPr/>
        </p:nvSpPr>
        <p:spPr>
          <a:xfrm>
            <a:off x="4292498" y="3657600"/>
            <a:ext cx="3606698" cy="320040"/>
          </a:xfrm>
          <a:prstGeom prst="rect">
            <a:avLst/>
          </a:prstGeom>
          <a:noFill/>
        </p:spPr>
        <p:txBody>
          <a:bodyPr wrap="none">
            <a:spAutoFit/>
          </a:bodyPr>
          <a:lstStyle/>
          <a:p>
            <a:r>
              <a:rPr b="1" sz="1300">
                <a:solidFill>
                  <a:srgbClr val="E87B22"/>
                </a:solidFill>
                <a:latin typeface="Arial"/>
              </a:rPr>
              <a:t>Why All Parties Say Yes</a:t>
            </a:r>
          </a:p>
        </p:txBody>
      </p:sp>
      <p:sp>
        <p:nvSpPr>
          <p:cNvPr id="20" name="TextBox 19"/>
          <p:cNvSpPr txBox="1"/>
          <p:nvPr/>
        </p:nvSpPr>
        <p:spPr>
          <a:xfrm>
            <a:off x="4292498" y="4023360"/>
            <a:ext cx="3606698" cy="1874519"/>
          </a:xfrm>
          <a:prstGeom prst="rect">
            <a:avLst/>
          </a:prstGeom>
          <a:noFill/>
        </p:spPr>
        <p:txBody>
          <a:bodyPr wrap="square">
            <a:spAutoFit/>
          </a:bodyPr>
          <a:lstStyle/>
          <a:p>
            <a:pPr>
              <a:spcAft>
                <a:spcPts val="600"/>
              </a:spcAft>
            </a:pPr>
            <a:r>
              <a:rPr b="1" sz="1000">
                <a:solidFill>
                  <a:srgbClr val="1B2A5E"/>
                </a:solidFill>
                <a:latin typeface="Arial"/>
              </a:rPr>
              <a:t>Utility: </a:t>
            </a:r>
            <a:r>
              <a:rPr sz="1000">
                <a:solidFill>
                  <a:srgbClr val="333333"/>
                </a:solidFill>
                <a:latin typeface="Arial"/>
              </a:rPr>
              <a:t>Meets storage mandate, grows rate base, cheaper than new peaker capacity</a:t>
            </a:r>
          </a:p>
          <a:p>
            <a:pPr>
              <a:spcAft>
                <a:spcPts val="600"/>
              </a:spcAft>
            </a:pPr>
            <a:r>
              <a:rPr b="1" sz="1000">
                <a:solidFill>
                  <a:srgbClr val="1B2A5E"/>
                </a:solidFill>
                <a:latin typeface="Arial"/>
              </a:rPr>
              <a:t>Household: </a:t>
            </a:r>
            <a:r>
              <a:rPr sz="1000">
                <a:solidFill>
                  <a:srgbClr val="333333"/>
                </a:solidFill>
                <a:latin typeface="Arial"/>
              </a:rPr>
              <a:t>Free backup power, zero upfront or monthly cost</a:t>
            </a:r>
          </a:p>
          <a:p>
            <a:pPr>
              <a:spcAft>
                <a:spcPts val="600"/>
              </a:spcAft>
            </a:pPr>
            <a:r>
              <a:rPr b="1" sz="1000">
                <a:solidFill>
                  <a:srgbClr val="1B2A5E"/>
                </a:solidFill>
                <a:latin typeface="Arial"/>
              </a:rPr>
              <a:t>APTIM: </a:t>
            </a:r>
            <a:r>
              <a:rPr sz="1000">
                <a:solidFill>
                  <a:srgbClr val="333333"/>
                </a:solidFill>
                <a:latin typeface="Arial"/>
              </a:rPr>
              <a:t>Recurring fee + Michigan market entry, filling an unadministered service niche</a:t>
            </a:r>
          </a:p>
          <a:p>
            <a:pPr>
              <a:spcAft>
                <a:spcPts val="600"/>
              </a:spcAft>
            </a:pPr>
            <a:r>
              <a:rPr b="1" sz="1000">
                <a:solidFill>
                  <a:srgbClr val="1B2A5E"/>
                </a:solidFill>
                <a:latin typeface="Arial"/>
              </a:rPr>
              <a:t>Regulator: </a:t>
            </a:r>
            <a:r>
              <a:rPr sz="1000">
                <a:solidFill>
                  <a:srgbClr val="333333"/>
                </a:solidFill>
                <a:latin typeface="Arial"/>
              </a:rPr>
              <a:t>Resilience delivered without a new tax; performance-linked fee keeps utility accountable</a:t>
            </a:r>
          </a:p>
        </p:txBody>
      </p:sp>
      <p:sp>
        <p:nvSpPr>
          <p:cNvPr id="21" name="TextBox 20"/>
          <p:cNvSpPr txBox="1"/>
          <p:nvPr/>
        </p:nvSpPr>
        <p:spPr>
          <a:xfrm>
            <a:off x="8127796" y="3657600"/>
            <a:ext cx="3606698" cy="320040"/>
          </a:xfrm>
          <a:prstGeom prst="rect">
            <a:avLst/>
          </a:prstGeom>
          <a:noFill/>
        </p:spPr>
        <p:txBody>
          <a:bodyPr wrap="none">
            <a:spAutoFit/>
          </a:bodyPr>
          <a:lstStyle/>
          <a:p>
            <a:r>
              <a:rPr b="1" sz="1300">
                <a:solidFill>
                  <a:srgbClr val="E87B22"/>
                </a:solidFill>
                <a:latin typeface="Arial"/>
              </a:rPr>
              <a:t>Design &amp; Rollout</a:t>
            </a:r>
          </a:p>
        </p:txBody>
      </p:sp>
      <p:sp>
        <p:nvSpPr>
          <p:cNvPr id="22" name="TextBox 21"/>
          <p:cNvSpPr txBox="1"/>
          <p:nvPr/>
        </p:nvSpPr>
        <p:spPr>
          <a:xfrm>
            <a:off x="8127796" y="4023360"/>
            <a:ext cx="3606698" cy="1874519"/>
          </a:xfrm>
          <a:prstGeom prst="rect">
            <a:avLst/>
          </a:prstGeom>
          <a:noFill/>
        </p:spPr>
        <p:txBody>
          <a:bodyPr wrap="square">
            <a:spAutoFit/>
          </a:bodyPr>
          <a:lstStyle/>
          <a:p>
            <a:pPr>
              <a:spcAft>
                <a:spcPts val="600"/>
              </a:spcAft>
            </a:pPr>
            <a:r>
              <a:rPr b="1" sz="1000">
                <a:solidFill>
                  <a:srgbClr val="1B2A5E"/>
                </a:solidFill>
                <a:latin typeface="Arial"/>
              </a:rPr>
              <a:t>Cold weather: </a:t>
            </a:r>
            <a:r>
              <a:rPr sz="1000">
                <a:solidFill>
                  <a:srgbClr val="333333"/>
                </a:solidFill>
                <a:latin typeface="Arial"/>
              </a:rPr>
              <a:t>Thermally-managed battery chemistry, sized with a winter capacity buffer -- Michigan's worst outages are winter/ice-storm driven</a:t>
            </a:r>
          </a:p>
          <a:p>
            <a:pPr>
              <a:spcAft>
                <a:spcPts val="600"/>
              </a:spcAft>
            </a:pPr>
            <a:r>
              <a:rPr b="1" sz="1000">
                <a:solidFill>
                  <a:srgbClr val="1B2A5E"/>
                </a:solidFill>
                <a:latin typeface="Arial"/>
              </a:rPr>
              <a:t>Maintenance: </a:t>
            </a:r>
            <a:r>
              <a:rPr sz="1000">
                <a:solidFill>
                  <a:srgbClr val="333333"/>
                </a:solidFill>
                <a:latin typeface="Arial"/>
              </a:rPr>
              <a:t>Utility owns the fleet, so utility (via APTIM's contractor network) maintains it -- zero burden on the household</a:t>
            </a:r>
          </a:p>
          <a:p>
            <a:pPr>
              <a:spcAft>
                <a:spcPts val="600"/>
              </a:spcAft>
            </a:pPr>
            <a:r>
              <a:rPr b="1" sz="1000">
                <a:solidFill>
                  <a:srgbClr val="1B2A5E"/>
                </a:solidFill>
                <a:latin typeface="Arial"/>
              </a:rPr>
              <a:t>Pilot targeting: </a:t>
            </a:r>
            <a:r>
              <a:rPr sz="1000">
                <a:solidFill>
                  <a:srgbClr val="333333"/>
                </a:solidFill>
                <a:latin typeface="Arial"/>
              </a:rPr>
              <a:t>Phase 1 enrolls qualifying, stable homeowners to prove the model; Phase 2 expands to higher-need areas</a:t>
            </a:r>
          </a:p>
        </p:txBody>
      </p:sp>
    </p:spTree>
    <p:extLst>
      <p:ext uri="{BB962C8B-B14F-4D97-AF65-F5344CB8AC3E}">
        <p14:creationId xmlns:p14="http://schemas.microsoft.com/office/powerpoint/2010/main" val="738984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0604226-3838-8214-635C-4D541F98305F}"/>
              </a:ext>
            </a:extLst>
          </p:cNvPr>
          <p:cNvSpPr>
            <a:spLocks noGrp="1"/>
          </p:cNvSpPr>
          <p:nvPr>
            <p:ph type="title"/>
          </p:nvPr>
        </p:nvSpPr>
        <p:spPr/>
        <p:txBody>
          <a:bodyPr/>
          <a:lstStyle/>
          <a:p>
            <a:r>
              <a:rPr lang="en-US"/>
              <a:t>Competitive Landscape (update with research)</a:t>
            </a:r>
          </a:p>
        </p:txBody>
      </p:sp>
      <p:sp>
        <p:nvSpPr>
          <p:cNvPr id="10" name="Text Placeholder 9">
            <a:extLst>
              <a:ext uri="{FF2B5EF4-FFF2-40B4-BE49-F238E27FC236}">
                <a16:creationId xmlns:a16="http://schemas.microsoft.com/office/drawing/2014/main" id="{3B81970E-7CCA-B370-F4F1-C22F5396A9E7}"/>
              </a:ext>
            </a:extLst>
          </p:cNvPr>
          <p:cNvSpPr>
            <a:spLocks noGrp="1"/>
          </p:cNvSpPr>
          <p:nvPr>
            <p:ph type="body" idx="1"/>
          </p:nvPr>
        </p:nvSpPr>
        <p:spPr>
          <a:xfrm>
            <a:off x="612649" y="1329243"/>
            <a:ext cx="3424834" cy="301752"/>
          </a:xfrm>
        </p:spPr>
        <p:txBody>
          <a:bodyPr/>
          <a:lstStyle/>
          <a:p>
            <a:r>
              <a:rPr lang="en-US"/>
              <a:t>CLEAResult</a:t>
            </a:r>
          </a:p>
        </p:txBody>
      </p:sp>
      <p:sp>
        <p:nvSpPr>
          <p:cNvPr id="11" name="Content Placeholder 10">
            <a:extLst>
              <a:ext uri="{FF2B5EF4-FFF2-40B4-BE49-F238E27FC236}">
                <a16:creationId xmlns:a16="http://schemas.microsoft.com/office/drawing/2014/main" id="{D7796DE7-8AE6-E692-6745-F22B0A5340D6}"/>
              </a:ext>
            </a:extLst>
          </p:cNvPr>
          <p:cNvSpPr>
            <a:spLocks noGrp="1"/>
          </p:cNvSpPr>
          <p:nvPr>
            <p:ph sz="half" idx="2"/>
          </p:nvPr>
        </p:nvSpPr>
        <p:spPr>
          <a:xfrm>
            <a:off x="612649" y="1695003"/>
            <a:ext cx="3424834" cy="4581525"/>
          </a:xfrm>
        </p:spPr>
        <p:txBody>
          <a:bodyPr/>
          <a:lstStyle/>
          <a:p>
            <a:pPr marL="0" indent="0">
              <a:buNone/>
            </a:pPr>
            <a:r>
              <a:rPr lang="en-US" sz="1600" b="1"/>
              <a:t>Energy Efficiency &amp; Sustainability Program Consultant </a:t>
            </a:r>
          </a:p>
          <a:p>
            <a:pPr>
              <a:buFont typeface="Wingdings" panose="05000000000000000000" pitchFamily="2" charset="2"/>
              <a:buChar char="§"/>
            </a:pPr>
            <a:r>
              <a:rPr lang="en-US" sz="1600"/>
              <a:t>Largest energy efficiency implementer in North America</a:t>
            </a:r>
          </a:p>
          <a:p>
            <a:pPr>
              <a:buFont typeface="Wingdings" panose="05000000000000000000" pitchFamily="2" charset="2"/>
              <a:buChar char="§"/>
            </a:pPr>
            <a:r>
              <a:rPr lang="en-US" sz="1600"/>
              <a:t>1,650 + active programs across the U.S and Canada</a:t>
            </a:r>
          </a:p>
          <a:p>
            <a:pPr>
              <a:buFont typeface="Wingdings" panose="05000000000000000000" pitchFamily="2" charset="2"/>
              <a:buChar char="§"/>
            </a:pPr>
            <a:r>
              <a:rPr lang="en-US" sz="1600"/>
              <a:t>Utility, government, commercial, contractor, residential </a:t>
            </a:r>
          </a:p>
          <a:p>
            <a:pPr>
              <a:buFont typeface="Wingdings" panose="05000000000000000000" pitchFamily="2" charset="2"/>
              <a:buChar char="§"/>
            </a:pPr>
            <a:r>
              <a:rPr lang="en-US" sz="1600"/>
              <a:t>Assessments, rebate, customer engagement, contractor networks, installations</a:t>
            </a:r>
          </a:p>
        </p:txBody>
      </p:sp>
      <p:sp>
        <p:nvSpPr>
          <p:cNvPr id="12" name="Text Placeholder 11">
            <a:extLst>
              <a:ext uri="{FF2B5EF4-FFF2-40B4-BE49-F238E27FC236}">
                <a16:creationId xmlns:a16="http://schemas.microsoft.com/office/drawing/2014/main" id="{F8F48C21-3E92-396A-F0AC-A06B184A2774}"/>
              </a:ext>
            </a:extLst>
          </p:cNvPr>
          <p:cNvSpPr>
            <a:spLocks noGrp="1"/>
          </p:cNvSpPr>
          <p:nvPr>
            <p:ph type="body" sz="quarter" idx="3"/>
          </p:nvPr>
        </p:nvSpPr>
        <p:spPr>
          <a:xfrm>
            <a:off x="4184395" y="1329243"/>
            <a:ext cx="3441701" cy="301752"/>
          </a:xfrm>
        </p:spPr>
        <p:txBody>
          <a:bodyPr/>
          <a:lstStyle/>
          <a:p>
            <a:r>
              <a:rPr lang="en-US"/>
              <a:t>APTIM</a:t>
            </a:r>
          </a:p>
        </p:txBody>
      </p:sp>
      <p:sp>
        <p:nvSpPr>
          <p:cNvPr id="13" name="Content Placeholder 12">
            <a:extLst>
              <a:ext uri="{FF2B5EF4-FFF2-40B4-BE49-F238E27FC236}">
                <a16:creationId xmlns:a16="http://schemas.microsoft.com/office/drawing/2014/main" id="{DB545E8E-0263-9C9C-90BF-32646B6A834D}"/>
              </a:ext>
            </a:extLst>
          </p:cNvPr>
          <p:cNvSpPr>
            <a:spLocks noGrp="1"/>
          </p:cNvSpPr>
          <p:nvPr>
            <p:ph sz="quarter" idx="4"/>
          </p:nvPr>
        </p:nvSpPr>
        <p:spPr>
          <a:xfrm>
            <a:off x="4184395" y="1695003"/>
            <a:ext cx="3441701" cy="4581525"/>
          </a:xfrm>
        </p:spPr>
        <p:txBody>
          <a:bodyPr/>
          <a:lstStyle/>
          <a:p>
            <a:pPr marL="0" indent="0">
              <a:buNone/>
            </a:pPr>
            <a:r>
              <a:rPr lang="en-US" sz="1600" b="1"/>
              <a:t>Environmental, Sustainability, Resilience, &amp; Infrastructure Solutions Firm </a:t>
            </a:r>
          </a:p>
          <a:p>
            <a:pPr>
              <a:buFont typeface="Wingdings" panose="05000000000000000000" pitchFamily="2" charset="2"/>
              <a:buChar char="§"/>
            </a:pPr>
            <a:r>
              <a:rPr lang="en-US" sz="1600"/>
              <a:t>End-to-end consulting, implementation, and program administration </a:t>
            </a:r>
          </a:p>
          <a:p>
            <a:pPr>
              <a:buFont typeface="Wingdings" panose="05000000000000000000" pitchFamily="2" charset="2"/>
              <a:buChar char="§"/>
            </a:pPr>
            <a:r>
              <a:rPr lang="en-US" sz="1600"/>
              <a:t>Utility, government, commercial, industrial and residential</a:t>
            </a:r>
          </a:p>
          <a:p>
            <a:pPr>
              <a:buFont typeface="Wingdings" panose="05000000000000000000" pitchFamily="2" charset="2"/>
              <a:buChar char="§"/>
            </a:pPr>
            <a:r>
              <a:rPr lang="en-US" sz="1600"/>
              <a:t>Energy-efficiency, electrification, demand-side management, EV, storage, solar, and grid modernization programs</a:t>
            </a:r>
          </a:p>
        </p:txBody>
      </p:sp>
      <p:sp>
        <p:nvSpPr>
          <p:cNvPr id="7" name="Footer Placeholder 6">
            <a:extLst>
              <a:ext uri="{FF2B5EF4-FFF2-40B4-BE49-F238E27FC236}">
                <a16:creationId xmlns:a16="http://schemas.microsoft.com/office/drawing/2014/main" id="{723EB8E1-1FE9-AF58-5D51-F2EF04F60FEB}"/>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1D7BD579-A7AF-7BE9-8493-9EE8384618F9}"/>
              </a:ext>
            </a:extLst>
          </p:cNvPr>
          <p:cNvSpPr>
            <a:spLocks noGrp="1"/>
          </p:cNvSpPr>
          <p:nvPr>
            <p:ph type="sldNum" sz="quarter" idx="12"/>
          </p:nvPr>
        </p:nvSpPr>
        <p:spPr/>
        <p:txBody>
          <a:bodyPr/>
          <a:lstStyle/>
          <a:p>
            <a:fld id="{F8F6B9CD-BE6B-498B-93B3-0FAD7ADE75E3}" type="slidenum">
              <a:rPr lang="en-US" smtClean="0"/>
              <a:t>8</a:t>
            </a:fld>
            <a:endParaRPr lang="en-US"/>
          </a:p>
        </p:txBody>
      </p:sp>
      <p:sp>
        <p:nvSpPr>
          <p:cNvPr id="17" name="Text Placeholder 11">
            <a:extLst>
              <a:ext uri="{FF2B5EF4-FFF2-40B4-BE49-F238E27FC236}">
                <a16:creationId xmlns:a16="http://schemas.microsoft.com/office/drawing/2014/main" id="{C590D4CF-A9EE-DFBD-76AC-57BFEFF812D8}"/>
              </a:ext>
            </a:extLst>
          </p:cNvPr>
          <p:cNvSpPr txBox="1">
            <a:spLocks/>
          </p:cNvSpPr>
          <p:nvPr/>
        </p:nvSpPr>
        <p:spPr>
          <a:xfrm>
            <a:off x="7773008" y="1329243"/>
            <a:ext cx="3441701" cy="301752"/>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500"/>
              </a:spcAft>
              <a:buFont typeface="Arial" panose="020B0604020202020204" pitchFamily="34" charset="0"/>
              <a:buNone/>
              <a:defRPr sz="2000" b="0" kern="1200">
                <a:solidFill>
                  <a:schemeClr val="accent3"/>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100000"/>
              </a:lnSpc>
              <a:spcBef>
                <a:spcPts val="0"/>
              </a:spcBef>
              <a:spcAft>
                <a:spcPts val="500"/>
              </a:spcAft>
              <a:buFont typeface="Arial" panose="020B0604020202020204" pitchFamily="34" charset="0"/>
              <a:buNone/>
              <a:defRPr sz="2000" b="1" kern="1200">
                <a:solidFill>
                  <a:schemeClr val="tx2"/>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100000"/>
              </a:lnSpc>
              <a:spcBef>
                <a:spcPts val="0"/>
              </a:spcBef>
              <a:spcAft>
                <a:spcPts val="500"/>
              </a:spcAft>
              <a:buFont typeface="Arial" panose="020B0604020202020204" pitchFamily="34" charset="0"/>
              <a:buNone/>
              <a:defRPr sz="1800" b="1" kern="1200">
                <a:solidFill>
                  <a:schemeClr val="tx2"/>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100000"/>
              </a:lnSpc>
              <a:spcBef>
                <a:spcPts val="0"/>
              </a:spcBef>
              <a:spcAft>
                <a:spcPts val="500"/>
              </a:spcAft>
              <a:buFont typeface="Arial" panose="020B0604020202020204" pitchFamily="34" charset="0"/>
              <a:buNone/>
              <a:defRPr sz="1600" b="1" kern="1200">
                <a:solidFill>
                  <a:schemeClr val="tx2"/>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100000"/>
              </a:lnSpc>
              <a:spcBef>
                <a:spcPts val="0"/>
              </a:spcBef>
              <a:spcAft>
                <a:spcPts val="500"/>
              </a:spcAft>
              <a:buFont typeface="Arial" panose="020B0604020202020204" pitchFamily="34" charset="0"/>
              <a:buNone/>
              <a:defRPr sz="1600" b="1" kern="1200">
                <a:solidFill>
                  <a:schemeClr val="tx2"/>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t>Stantec</a:t>
            </a:r>
          </a:p>
        </p:txBody>
      </p:sp>
      <p:sp>
        <p:nvSpPr>
          <p:cNvPr id="18" name="Content Placeholder 12">
            <a:extLst>
              <a:ext uri="{FF2B5EF4-FFF2-40B4-BE49-F238E27FC236}">
                <a16:creationId xmlns:a16="http://schemas.microsoft.com/office/drawing/2014/main" id="{26341665-D57A-5E94-E777-CCC8CE5A0800}"/>
              </a:ext>
            </a:extLst>
          </p:cNvPr>
          <p:cNvSpPr txBox="1">
            <a:spLocks/>
          </p:cNvSpPr>
          <p:nvPr/>
        </p:nvSpPr>
        <p:spPr>
          <a:xfrm>
            <a:off x="7773008" y="1695003"/>
            <a:ext cx="3441701" cy="4581525"/>
          </a:xfrm>
          <a:prstGeom prst="rect">
            <a:avLst/>
          </a:prstGeom>
        </p:spPr>
        <p:txBody>
          <a:bodyPr vert="horz" lIns="0" tIns="0" rIns="0" bIns="0" rtlCol="0">
            <a:noAutofit/>
          </a:bodyPr>
          <a:lstStyle>
            <a:lvl1pPr marL="233363" indent="-233363" algn="l" defTabSz="914400" rtl="0" eaLnBrk="1" latinLnBrk="0" hangingPunct="1">
              <a:lnSpc>
                <a:spcPct val="100000"/>
              </a:lnSpc>
              <a:spcBef>
                <a:spcPts val="0"/>
              </a:spcBef>
              <a:spcAft>
                <a:spcPts val="500"/>
              </a:spcAft>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1pPr>
            <a:lvl2pPr marL="574675" indent="-336550" algn="l" defTabSz="914400" rtl="0" eaLnBrk="1" latinLnBrk="0" hangingPunct="1">
              <a:lnSpc>
                <a:spcPct val="100000"/>
              </a:lnSpc>
              <a:spcBef>
                <a:spcPts val="0"/>
              </a:spcBef>
              <a:spcAft>
                <a:spcPts val="500"/>
              </a:spcAft>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2pPr>
            <a:lvl3pPr marL="796925" indent="-225425" algn="l" defTabSz="914400" rtl="0" eaLnBrk="1" latinLnBrk="0" hangingPunct="1">
              <a:lnSpc>
                <a:spcPct val="100000"/>
              </a:lnSpc>
              <a:spcBef>
                <a:spcPts val="0"/>
              </a:spcBef>
              <a:spcAft>
                <a:spcPts val="500"/>
              </a:spcAft>
              <a:buFont typeface="Arial" panose="020B0604020202020204" pitchFamily="34" charset="0"/>
              <a:buChar char="•"/>
              <a:defRPr sz="1400" kern="1200">
                <a:solidFill>
                  <a:schemeClr val="tx2"/>
                </a:solidFill>
                <a:latin typeface="Arial" panose="020B0604020202020204" pitchFamily="34" charset="0"/>
                <a:ea typeface="+mn-ea"/>
                <a:cs typeface="Arial" panose="020B0604020202020204" pitchFamily="34" charset="0"/>
              </a:defRPr>
            </a:lvl3pPr>
            <a:lvl4pPr marL="1031875" indent="-234950" algn="l" defTabSz="914400" rtl="0" eaLnBrk="1" latinLnBrk="0" hangingPunct="1">
              <a:lnSpc>
                <a:spcPct val="100000"/>
              </a:lnSpc>
              <a:spcBef>
                <a:spcPts val="0"/>
              </a:spcBef>
              <a:spcAft>
                <a:spcPts val="500"/>
              </a:spcAft>
              <a:buFont typeface="Arial" panose="020B0604020202020204" pitchFamily="34" charset="0"/>
              <a:buChar char="•"/>
              <a:defRPr sz="1200" kern="1200">
                <a:solidFill>
                  <a:schemeClr val="tx2"/>
                </a:solidFill>
                <a:latin typeface="Arial" panose="020B0604020202020204" pitchFamily="34" charset="0"/>
                <a:ea typeface="+mn-ea"/>
                <a:cs typeface="Arial" panose="020B0604020202020204" pitchFamily="34" charset="0"/>
              </a:defRPr>
            </a:lvl4pPr>
            <a:lvl5pPr marL="1254125" indent="-225425" algn="l" defTabSz="914400" rtl="0" eaLnBrk="1" latinLnBrk="0" hangingPunct="1">
              <a:lnSpc>
                <a:spcPct val="100000"/>
              </a:lnSpc>
              <a:spcBef>
                <a:spcPts val="0"/>
              </a:spcBef>
              <a:spcAft>
                <a:spcPts val="500"/>
              </a:spcAft>
              <a:buFont typeface="Arial" panose="020B0604020202020204" pitchFamily="34" charset="0"/>
              <a:buChar char="•"/>
              <a:defRPr sz="12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t>Engineering, Architecture &amp; Environmental Consulting Firm</a:t>
            </a:r>
          </a:p>
          <a:p>
            <a:pPr>
              <a:buFont typeface="Wingdings" panose="05000000000000000000" pitchFamily="2" charset="2"/>
              <a:buChar char="§"/>
            </a:pPr>
            <a:r>
              <a:rPr lang="en-US" sz="1600"/>
              <a:t>Global consulting firm with 34,000+ employees</a:t>
            </a:r>
          </a:p>
          <a:p>
            <a:pPr>
              <a:buFont typeface="Wingdings" panose="05000000000000000000" pitchFamily="2" charset="2"/>
              <a:buChar char="§"/>
            </a:pPr>
            <a:r>
              <a:rPr lang="en-US" sz="1600"/>
              <a:t>Engineering, environmental consulting, infrastructure development, construction management, and sustainability services</a:t>
            </a:r>
          </a:p>
          <a:p>
            <a:pPr>
              <a:buFont typeface="Wingdings" panose="05000000000000000000" pitchFamily="2" charset="2"/>
              <a:buChar char="§"/>
            </a:pPr>
            <a:r>
              <a:rPr lang="en-US" sz="1600"/>
              <a:t>Utility planning, grid modernization, and asset management </a:t>
            </a:r>
          </a:p>
          <a:p>
            <a:pPr marL="0" indent="0">
              <a:buNone/>
            </a:pPr>
            <a:endParaRPr lang="en-US" sz="1600"/>
          </a:p>
          <a:p>
            <a:pPr>
              <a:buFont typeface="Wingdings" panose="05000000000000000000" pitchFamily="2" charset="2"/>
              <a:buChar char="v"/>
            </a:pPr>
            <a:endParaRPr lang="en-US" sz="1600"/>
          </a:p>
        </p:txBody>
      </p:sp>
      <p:pic>
        <p:nvPicPr>
          <p:cNvPr id="1026" name="Picture 2" descr="16 Rebates Clearesult">
            <a:extLst>
              <a:ext uri="{FF2B5EF4-FFF2-40B4-BE49-F238E27FC236}">
                <a16:creationId xmlns:a16="http://schemas.microsoft.com/office/drawing/2014/main" id="{AAFF081B-B0C0-708E-57B3-455F194355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46" y="5508192"/>
            <a:ext cx="3255266" cy="4203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o we serve - ehsAI">
            <a:extLst>
              <a:ext uri="{FF2B5EF4-FFF2-40B4-BE49-F238E27FC236}">
                <a16:creationId xmlns:a16="http://schemas.microsoft.com/office/drawing/2014/main" id="{8D17E3B9-30F1-3050-20F9-9B302A8B03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4371"/>
          <a:stretch>
            <a:fillRect/>
          </a:stretch>
        </p:blipFill>
        <p:spPr bwMode="auto">
          <a:xfrm>
            <a:off x="4184395" y="5062720"/>
            <a:ext cx="3103373" cy="12988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go Stantec Architecture Design Brand, PNG, 696x392px, Logo ...">
            <a:extLst>
              <a:ext uri="{FF2B5EF4-FFF2-40B4-BE49-F238E27FC236}">
                <a16:creationId xmlns:a16="http://schemas.microsoft.com/office/drawing/2014/main" id="{A9F095F7-76AA-F602-7C3E-0E8128B275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6096" y="5183253"/>
            <a:ext cx="3027350" cy="1070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4166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8EFE1B0-6F57-530D-9593-94BFBBD19E3E}"/>
              </a:ext>
            </a:extLst>
          </p:cNvPr>
          <p:cNvSpPr>
            <a:spLocks noGrp="1"/>
          </p:cNvSpPr>
          <p:nvPr>
            <p:ph type="title"/>
          </p:nvPr>
        </p:nvSpPr>
        <p:spPr>
          <a:xfrm>
            <a:off x="609599" y="326074"/>
            <a:ext cx="10972799" cy="804735"/>
          </a:xfrm>
        </p:spPr>
        <p:txBody>
          <a:bodyPr/>
          <a:lstStyle/>
          <a:p>
            <a:r>
              <a:rPr lang="en-US"/>
              <a:t>Competitive Landscape (update with new research) </a:t>
            </a:r>
          </a:p>
        </p:txBody>
      </p:sp>
      <p:sp>
        <p:nvSpPr>
          <p:cNvPr id="7" name="Footer Placeholder 6">
            <a:extLst>
              <a:ext uri="{FF2B5EF4-FFF2-40B4-BE49-F238E27FC236}">
                <a16:creationId xmlns:a16="http://schemas.microsoft.com/office/drawing/2014/main" id="{D13D0766-EB05-04E7-4692-0C8DFD5912A2}"/>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301D12B0-53A1-D6A2-A416-7C627B02DC6A}"/>
              </a:ext>
            </a:extLst>
          </p:cNvPr>
          <p:cNvSpPr>
            <a:spLocks noGrp="1"/>
          </p:cNvSpPr>
          <p:nvPr>
            <p:ph type="sldNum" sz="quarter" idx="12"/>
          </p:nvPr>
        </p:nvSpPr>
        <p:spPr/>
        <p:txBody>
          <a:bodyPr/>
          <a:lstStyle/>
          <a:p>
            <a:fld id="{F8F6B9CD-BE6B-498B-93B3-0FAD7ADE75E3}" type="slidenum">
              <a:rPr lang="en-US" smtClean="0"/>
              <a:t>9</a:t>
            </a:fld>
            <a:endParaRPr lang="en-US"/>
          </a:p>
        </p:txBody>
      </p:sp>
      <p:graphicFrame>
        <p:nvGraphicFramePr>
          <p:cNvPr id="10" name="Table 9">
            <a:extLst>
              <a:ext uri="{FF2B5EF4-FFF2-40B4-BE49-F238E27FC236}">
                <a16:creationId xmlns:a16="http://schemas.microsoft.com/office/drawing/2014/main" id="{B87EBA81-0AD1-8A55-ECC6-4BC33E0D97A3}"/>
              </a:ext>
            </a:extLst>
          </p:cNvPr>
          <p:cNvGraphicFramePr>
            <a:graphicFrameLocks noGrp="1"/>
          </p:cNvGraphicFramePr>
          <p:nvPr>
            <p:extLst>
              <p:ext uri="{D42A27DB-BD31-4B8C-83A1-F6EECF244321}">
                <p14:modId xmlns:p14="http://schemas.microsoft.com/office/powerpoint/2010/main" val="2204395734"/>
              </p:ext>
            </p:extLst>
          </p:nvPr>
        </p:nvGraphicFramePr>
        <p:xfrm>
          <a:off x="3843498" y="1130809"/>
          <a:ext cx="8128000" cy="48514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485582818"/>
                    </a:ext>
                  </a:extLst>
                </a:gridCol>
                <a:gridCol w="2032000">
                  <a:extLst>
                    <a:ext uri="{9D8B030D-6E8A-4147-A177-3AD203B41FA5}">
                      <a16:colId xmlns:a16="http://schemas.microsoft.com/office/drawing/2014/main" val="1747859947"/>
                    </a:ext>
                  </a:extLst>
                </a:gridCol>
                <a:gridCol w="2032000">
                  <a:extLst>
                    <a:ext uri="{9D8B030D-6E8A-4147-A177-3AD203B41FA5}">
                      <a16:colId xmlns:a16="http://schemas.microsoft.com/office/drawing/2014/main" val="4232195191"/>
                    </a:ext>
                  </a:extLst>
                </a:gridCol>
                <a:gridCol w="2032000">
                  <a:extLst>
                    <a:ext uri="{9D8B030D-6E8A-4147-A177-3AD203B41FA5}">
                      <a16:colId xmlns:a16="http://schemas.microsoft.com/office/drawing/2014/main" val="2948462084"/>
                    </a:ext>
                  </a:extLst>
                </a:gridCol>
              </a:tblGrid>
              <a:tr h="370840">
                <a:tc>
                  <a:txBody>
                    <a:bodyPr/>
                    <a:lstStyle/>
                    <a:p>
                      <a:r>
                        <a:rPr lang="en-US"/>
                        <a:t>Capability</a:t>
                      </a:r>
                    </a:p>
                  </a:txBody>
                  <a:tcPr/>
                </a:tc>
                <a:tc>
                  <a:txBody>
                    <a:bodyPr/>
                    <a:lstStyle/>
                    <a:p>
                      <a:r>
                        <a:rPr lang="en-US"/>
                        <a:t>CLEAResult</a:t>
                      </a:r>
                    </a:p>
                  </a:txBody>
                  <a:tcPr/>
                </a:tc>
                <a:tc>
                  <a:txBody>
                    <a:bodyPr/>
                    <a:lstStyle/>
                    <a:p>
                      <a:r>
                        <a:rPr lang="en-US"/>
                        <a:t>APTIM</a:t>
                      </a:r>
                    </a:p>
                  </a:txBody>
                  <a:tcPr/>
                </a:tc>
                <a:tc>
                  <a:txBody>
                    <a:bodyPr/>
                    <a:lstStyle/>
                    <a:p>
                      <a:r>
                        <a:rPr lang="en-US"/>
                        <a:t>Stantec</a:t>
                      </a:r>
                    </a:p>
                  </a:txBody>
                  <a:tcPr/>
                </a:tc>
                <a:extLst>
                  <a:ext uri="{0D108BD9-81ED-4DB2-BD59-A6C34878D82A}">
                    <a16:rowId xmlns:a16="http://schemas.microsoft.com/office/drawing/2014/main" val="569480121"/>
                  </a:ext>
                </a:extLst>
              </a:tr>
              <a:tr h="370840">
                <a:tc>
                  <a:txBody>
                    <a:bodyPr/>
                    <a:lstStyle/>
                    <a:p>
                      <a:r>
                        <a:rPr lang="en-US"/>
                        <a:t>Energy Efficiency Programs</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147685195"/>
                  </a:ext>
                </a:extLst>
              </a:tr>
              <a:tr h="370840">
                <a:tc>
                  <a:txBody>
                    <a:bodyPr/>
                    <a:lstStyle/>
                    <a:p>
                      <a:r>
                        <a:rPr lang="en-US"/>
                        <a:t>Rebate Administration</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2445081"/>
                  </a:ext>
                </a:extLst>
              </a:tr>
              <a:tr h="370840">
                <a:tc>
                  <a:txBody>
                    <a:bodyPr/>
                    <a:lstStyle/>
                    <a:p>
                      <a:r>
                        <a:rPr lang="en-US"/>
                        <a:t>Government Programs</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51025814"/>
                  </a:ext>
                </a:extLst>
              </a:tr>
              <a:tr h="370840">
                <a:tc>
                  <a:txBody>
                    <a:bodyPr/>
                    <a:lstStyle/>
                    <a:p>
                      <a:r>
                        <a:rPr lang="en-US"/>
                        <a:t>Environmental Services</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05359184"/>
                  </a:ext>
                </a:extLst>
              </a:tr>
              <a:tr h="370840">
                <a:tc>
                  <a:txBody>
                    <a:bodyPr/>
                    <a:lstStyle/>
                    <a:p>
                      <a:r>
                        <a:rPr lang="en-US"/>
                        <a:t>Infrastructure Services</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21944683"/>
                  </a:ext>
                </a:extLst>
              </a:tr>
              <a:tr h="370840">
                <a:tc>
                  <a:txBody>
                    <a:bodyPr/>
                    <a:lstStyle/>
                    <a:p>
                      <a:r>
                        <a:rPr lang="en-US"/>
                        <a:t>Engineering &amp; Design</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24962677"/>
                  </a:ext>
                </a:extLst>
              </a:tr>
              <a:tr h="370840">
                <a:tc>
                  <a:txBody>
                    <a:bodyPr/>
                    <a:lstStyle/>
                    <a:p>
                      <a:r>
                        <a:rPr lang="en-US"/>
                        <a:t>Scale/Market Reach</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5820072"/>
                  </a:ext>
                </a:extLst>
              </a:tr>
            </a:tbl>
          </a:graphicData>
        </a:graphic>
      </p:graphicFrame>
      <p:pic>
        <p:nvPicPr>
          <p:cNvPr id="17" name="Graphic 16" descr="Checkbox Checked with solid fill">
            <a:extLst>
              <a:ext uri="{FF2B5EF4-FFF2-40B4-BE49-F238E27FC236}">
                <a16:creationId xmlns:a16="http://schemas.microsoft.com/office/drawing/2014/main" id="{25BBA70E-0DAF-BE7B-8045-FA70CE33ED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500" y="1275588"/>
            <a:ext cx="591312" cy="591312"/>
          </a:xfrm>
          <a:prstGeom prst="rect">
            <a:avLst/>
          </a:prstGeom>
        </p:spPr>
      </p:pic>
      <p:pic>
        <p:nvPicPr>
          <p:cNvPr id="19" name="Graphic 18" descr="Checkbox Crossed with solid fill">
            <a:extLst>
              <a:ext uri="{FF2B5EF4-FFF2-40B4-BE49-F238E27FC236}">
                <a16:creationId xmlns:a16="http://schemas.microsoft.com/office/drawing/2014/main" id="{ABEE9939-D8C6-83EA-1EAA-FDDF480004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0500" y="2368391"/>
            <a:ext cx="591313" cy="591313"/>
          </a:xfrm>
          <a:prstGeom prst="rect">
            <a:avLst/>
          </a:prstGeom>
        </p:spPr>
      </p:pic>
      <p:pic>
        <p:nvPicPr>
          <p:cNvPr id="22" name="Graphic 21" descr="Badge Unfollow with solid fill">
            <a:extLst>
              <a:ext uri="{FF2B5EF4-FFF2-40B4-BE49-F238E27FC236}">
                <a16:creationId xmlns:a16="http://schemas.microsoft.com/office/drawing/2014/main" id="{FBF75704-72B1-89CE-488A-5B4C907B0F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9085" y="1914477"/>
            <a:ext cx="394145" cy="394145"/>
          </a:xfrm>
          <a:prstGeom prst="rect">
            <a:avLst/>
          </a:prstGeom>
        </p:spPr>
      </p:pic>
      <p:sp>
        <p:nvSpPr>
          <p:cNvPr id="23" name="TextBox 22">
            <a:extLst>
              <a:ext uri="{FF2B5EF4-FFF2-40B4-BE49-F238E27FC236}">
                <a16:creationId xmlns:a16="http://schemas.microsoft.com/office/drawing/2014/main" id="{29C7197C-7606-22DD-847E-561449D8154B}"/>
              </a:ext>
            </a:extLst>
          </p:cNvPr>
          <p:cNvSpPr txBox="1"/>
          <p:nvPr/>
        </p:nvSpPr>
        <p:spPr>
          <a:xfrm>
            <a:off x="811814" y="1387602"/>
            <a:ext cx="2370298" cy="369332"/>
          </a:xfrm>
          <a:prstGeom prst="rect">
            <a:avLst/>
          </a:prstGeom>
          <a:noFill/>
        </p:spPr>
        <p:txBody>
          <a:bodyPr wrap="square" rtlCol="0">
            <a:spAutoFit/>
          </a:bodyPr>
          <a:lstStyle/>
          <a:p>
            <a:r>
              <a:rPr lang="en-US"/>
              <a:t>Core/primary service</a:t>
            </a:r>
          </a:p>
        </p:txBody>
      </p:sp>
      <p:sp>
        <p:nvSpPr>
          <p:cNvPr id="24" name="TextBox 23">
            <a:extLst>
              <a:ext uri="{FF2B5EF4-FFF2-40B4-BE49-F238E27FC236}">
                <a16:creationId xmlns:a16="http://schemas.microsoft.com/office/drawing/2014/main" id="{0860BE8A-5CA9-B098-071C-0DCB349587FF}"/>
              </a:ext>
            </a:extLst>
          </p:cNvPr>
          <p:cNvSpPr txBox="1"/>
          <p:nvPr/>
        </p:nvSpPr>
        <p:spPr>
          <a:xfrm>
            <a:off x="811814" y="1926669"/>
            <a:ext cx="2306290" cy="369332"/>
          </a:xfrm>
          <a:prstGeom prst="rect">
            <a:avLst/>
          </a:prstGeom>
          <a:noFill/>
        </p:spPr>
        <p:txBody>
          <a:bodyPr wrap="square" rtlCol="0">
            <a:spAutoFit/>
          </a:bodyPr>
          <a:lstStyle/>
          <a:p>
            <a:r>
              <a:rPr lang="en-US"/>
              <a:t>Secondary service</a:t>
            </a:r>
          </a:p>
        </p:txBody>
      </p:sp>
      <p:sp>
        <p:nvSpPr>
          <p:cNvPr id="25" name="TextBox 24">
            <a:extLst>
              <a:ext uri="{FF2B5EF4-FFF2-40B4-BE49-F238E27FC236}">
                <a16:creationId xmlns:a16="http://schemas.microsoft.com/office/drawing/2014/main" id="{E6605090-D284-3C91-0756-9DA01CE6A520}"/>
              </a:ext>
            </a:extLst>
          </p:cNvPr>
          <p:cNvSpPr txBox="1"/>
          <p:nvPr/>
        </p:nvSpPr>
        <p:spPr>
          <a:xfrm>
            <a:off x="811813" y="2368391"/>
            <a:ext cx="1892808" cy="646331"/>
          </a:xfrm>
          <a:prstGeom prst="rect">
            <a:avLst/>
          </a:prstGeom>
          <a:noFill/>
        </p:spPr>
        <p:txBody>
          <a:bodyPr wrap="square" rtlCol="0">
            <a:spAutoFit/>
          </a:bodyPr>
          <a:lstStyle/>
          <a:p>
            <a:r>
              <a:rPr lang="en-US"/>
              <a:t>Not offered/ weak service</a:t>
            </a:r>
          </a:p>
        </p:txBody>
      </p:sp>
      <p:pic>
        <p:nvPicPr>
          <p:cNvPr id="26" name="Graphic 25" descr="Checkbox Checked with solid fill">
            <a:extLst>
              <a:ext uri="{FF2B5EF4-FFF2-40B4-BE49-F238E27FC236}">
                <a16:creationId xmlns:a16="http://schemas.microsoft.com/office/drawing/2014/main" id="{6ECB1DEB-7D97-06F5-7711-A8035A4ED5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32263" y="3456895"/>
            <a:ext cx="591312" cy="591312"/>
          </a:xfrm>
          <a:prstGeom prst="rect">
            <a:avLst/>
          </a:prstGeom>
        </p:spPr>
      </p:pic>
      <p:pic>
        <p:nvPicPr>
          <p:cNvPr id="27" name="Graphic 26" descr="Checkbox Checked with solid fill">
            <a:extLst>
              <a:ext uri="{FF2B5EF4-FFF2-40B4-BE49-F238E27FC236}">
                <a16:creationId xmlns:a16="http://schemas.microsoft.com/office/drawing/2014/main" id="{FBE69ED9-5B80-95F6-D968-6FD727BC4D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9436" y="1520023"/>
            <a:ext cx="591312" cy="591312"/>
          </a:xfrm>
          <a:prstGeom prst="rect">
            <a:avLst/>
          </a:prstGeom>
        </p:spPr>
      </p:pic>
      <p:pic>
        <p:nvPicPr>
          <p:cNvPr id="28" name="Graphic 27" descr="Checkbox Checked with solid fill">
            <a:extLst>
              <a:ext uri="{FF2B5EF4-FFF2-40B4-BE49-F238E27FC236}">
                <a16:creationId xmlns:a16="http://schemas.microsoft.com/office/drawing/2014/main" id="{42BD89F5-0050-0DCC-72FE-72202FB4B9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1283" y="1520023"/>
            <a:ext cx="591312" cy="591312"/>
          </a:xfrm>
          <a:prstGeom prst="rect">
            <a:avLst/>
          </a:prstGeom>
        </p:spPr>
      </p:pic>
      <p:pic>
        <p:nvPicPr>
          <p:cNvPr id="29" name="Graphic 28" descr="Checkbox Checked with solid fill">
            <a:extLst>
              <a:ext uri="{FF2B5EF4-FFF2-40B4-BE49-F238E27FC236}">
                <a16:creationId xmlns:a16="http://schemas.microsoft.com/office/drawing/2014/main" id="{94B1BD17-7715-F4EB-2316-6D4833B5C7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1283" y="2179278"/>
            <a:ext cx="591312" cy="591312"/>
          </a:xfrm>
          <a:prstGeom prst="rect">
            <a:avLst/>
          </a:prstGeom>
        </p:spPr>
      </p:pic>
      <p:pic>
        <p:nvPicPr>
          <p:cNvPr id="30" name="Graphic 29" descr="Checkbox Checked with solid fill">
            <a:extLst>
              <a:ext uri="{FF2B5EF4-FFF2-40B4-BE49-F238E27FC236}">
                <a16:creationId xmlns:a16="http://schemas.microsoft.com/office/drawing/2014/main" id="{D83F7210-D804-FCB9-2ECB-79C1932118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32263" y="4101562"/>
            <a:ext cx="591312" cy="591312"/>
          </a:xfrm>
          <a:prstGeom prst="rect">
            <a:avLst/>
          </a:prstGeom>
        </p:spPr>
      </p:pic>
      <p:pic>
        <p:nvPicPr>
          <p:cNvPr id="31" name="Graphic 30" descr="Checkbox Checked with solid fill">
            <a:extLst>
              <a:ext uri="{FF2B5EF4-FFF2-40B4-BE49-F238E27FC236}">
                <a16:creationId xmlns:a16="http://schemas.microsoft.com/office/drawing/2014/main" id="{C79782A8-121A-72C8-1647-4C374C8028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9436" y="2801915"/>
            <a:ext cx="591312" cy="591312"/>
          </a:xfrm>
          <a:prstGeom prst="rect">
            <a:avLst/>
          </a:prstGeom>
        </p:spPr>
      </p:pic>
      <p:pic>
        <p:nvPicPr>
          <p:cNvPr id="32" name="Graphic 31" descr="Checkbox Checked with solid fill">
            <a:extLst>
              <a:ext uri="{FF2B5EF4-FFF2-40B4-BE49-F238E27FC236}">
                <a16:creationId xmlns:a16="http://schemas.microsoft.com/office/drawing/2014/main" id="{E1BD3BF4-8D9B-2B17-795E-1073CCE270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9436" y="4075300"/>
            <a:ext cx="591312" cy="591312"/>
          </a:xfrm>
          <a:prstGeom prst="rect">
            <a:avLst/>
          </a:prstGeom>
        </p:spPr>
      </p:pic>
      <p:pic>
        <p:nvPicPr>
          <p:cNvPr id="33" name="Graphic 32" descr="Checkbox Checked with solid fill">
            <a:extLst>
              <a:ext uri="{FF2B5EF4-FFF2-40B4-BE49-F238E27FC236}">
                <a16:creationId xmlns:a16="http://schemas.microsoft.com/office/drawing/2014/main" id="{0625FEA1-7F50-628C-55AC-B2DF4844A2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9436" y="2179278"/>
            <a:ext cx="591312" cy="591312"/>
          </a:xfrm>
          <a:prstGeom prst="rect">
            <a:avLst/>
          </a:prstGeom>
        </p:spPr>
      </p:pic>
      <p:pic>
        <p:nvPicPr>
          <p:cNvPr id="34" name="Graphic 33" descr="Checkbox Checked with solid fill">
            <a:extLst>
              <a:ext uri="{FF2B5EF4-FFF2-40B4-BE49-F238E27FC236}">
                <a16:creationId xmlns:a16="http://schemas.microsoft.com/office/drawing/2014/main" id="{1C6BEE9F-9CCF-8F5C-2500-4361FE8367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32263" y="4692874"/>
            <a:ext cx="591312" cy="591312"/>
          </a:xfrm>
          <a:prstGeom prst="rect">
            <a:avLst/>
          </a:prstGeom>
        </p:spPr>
      </p:pic>
      <p:pic>
        <p:nvPicPr>
          <p:cNvPr id="35" name="Graphic 34" descr="Checkbox Checked with solid fill">
            <a:extLst>
              <a:ext uri="{FF2B5EF4-FFF2-40B4-BE49-F238E27FC236}">
                <a16:creationId xmlns:a16="http://schemas.microsoft.com/office/drawing/2014/main" id="{3FF8126E-55D1-9A0D-8F87-54D9E29927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1283" y="5390897"/>
            <a:ext cx="591312" cy="591312"/>
          </a:xfrm>
          <a:prstGeom prst="rect">
            <a:avLst/>
          </a:prstGeom>
        </p:spPr>
      </p:pic>
      <p:pic>
        <p:nvPicPr>
          <p:cNvPr id="36" name="Graphic 35" descr="Checkbox Checked with solid fill">
            <a:extLst>
              <a:ext uri="{FF2B5EF4-FFF2-40B4-BE49-F238E27FC236}">
                <a16:creationId xmlns:a16="http://schemas.microsoft.com/office/drawing/2014/main" id="{12B4219B-30B7-E55B-89CB-5CA7B7977A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32263" y="5390897"/>
            <a:ext cx="591312" cy="591312"/>
          </a:xfrm>
          <a:prstGeom prst="rect">
            <a:avLst/>
          </a:prstGeom>
        </p:spPr>
      </p:pic>
      <p:pic>
        <p:nvPicPr>
          <p:cNvPr id="37" name="Graphic 36" descr="Checkbox Checked with solid fill">
            <a:extLst>
              <a:ext uri="{FF2B5EF4-FFF2-40B4-BE49-F238E27FC236}">
                <a16:creationId xmlns:a16="http://schemas.microsoft.com/office/drawing/2014/main" id="{1FCAFEFA-5512-3E63-3A8D-3E6B12D6FA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9436" y="3473769"/>
            <a:ext cx="591312" cy="591312"/>
          </a:xfrm>
          <a:prstGeom prst="rect">
            <a:avLst/>
          </a:prstGeom>
        </p:spPr>
      </p:pic>
      <p:pic>
        <p:nvPicPr>
          <p:cNvPr id="38" name="Graphic 37" descr="Badge Unfollow with solid fill">
            <a:extLst>
              <a:ext uri="{FF2B5EF4-FFF2-40B4-BE49-F238E27FC236}">
                <a16:creationId xmlns:a16="http://schemas.microsoft.com/office/drawing/2014/main" id="{57E0C906-168D-3EE2-7D42-C07778DEED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30846" y="2898584"/>
            <a:ext cx="394145" cy="394145"/>
          </a:xfrm>
          <a:prstGeom prst="rect">
            <a:avLst/>
          </a:prstGeom>
        </p:spPr>
      </p:pic>
      <p:pic>
        <p:nvPicPr>
          <p:cNvPr id="39" name="Graphic 38" descr="Badge Unfollow with solid fill">
            <a:extLst>
              <a:ext uri="{FF2B5EF4-FFF2-40B4-BE49-F238E27FC236}">
                <a16:creationId xmlns:a16="http://schemas.microsoft.com/office/drawing/2014/main" id="{6308A87B-9771-133D-BE5A-3449BB625DF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9866" y="2898585"/>
            <a:ext cx="394145" cy="394145"/>
          </a:xfrm>
          <a:prstGeom prst="rect">
            <a:avLst/>
          </a:prstGeom>
        </p:spPr>
      </p:pic>
      <p:pic>
        <p:nvPicPr>
          <p:cNvPr id="40" name="Graphic 39" descr="Badge Unfollow with solid fill">
            <a:extLst>
              <a:ext uri="{FF2B5EF4-FFF2-40B4-BE49-F238E27FC236}">
                <a16:creationId xmlns:a16="http://schemas.microsoft.com/office/drawing/2014/main" id="{C51767DF-E5B9-F002-73DB-4C85BD2F3ED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30845" y="1618606"/>
            <a:ext cx="394145" cy="394145"/>
          </a:xfrm>
          <a:prstGeom prst="rect">
            <a:avLst/>
          </a:prstGeom>
        </p:spPr>
      </p:pic>
      <p:pic>
        <p:nvPicPr>
          <p:cNvPr id="41" name="Graphic 40" descr="Badge Unfollow with solid fill">
            <a:extLst>
              <a:ext uri="{FF2B5EF4-FFF2-40B4-BE49-F238E27FC236}">
                <a16:creationId xmlns:a16="http://schemas.microsoft.com/office/drawing/2014/main" id="{210D2DAA-D0AC-3200-3955-A2743EAD82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68019" y="4791457"/>
            <a:ext cx="394145" cy="394145"/>
          </a:xfrm>
          <a:prstGeom prst="rect">
            <a:avLst/>
          </a:prstGeom>
        </p:spPr>
      </p:pic>
      <p:pic>
        <p:nvPicPr>
          <p:cNvPr id="42" name="Graphic 41" descr="Badge Unfollow with solid fill">
            <a:extLst>
              <a:ext uri="{FF2B5EF4-FFF2-40B4-BE49-F238E27FC236}">
                <a16:creationId xmlns:a16="http://schemas.microsoft.com/office/drawing/2014/main" id="{CCF636FD-E4BF-2471-F114-5D138381C5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68018" y="5453414"/>
            <a:ext cx="394145" cy="394145"/>
          </a:xfrm>
          <a:prstGeom prst="rect">
            <a:avLst/>
          </a:prstGeom>
        </p:spPr>
      </p:pic>
      <p:pic>
        <p:nvPicPr>
          <p:cNvPr id="43" name="Graphic 42" descr="Checkbox Crossed with solid fill">
            <a:extLst>
              <a:ext uri="{FF2B5EF4-FFF2-40B4-BE49-F238E27FC236}">
                <a16:creationId xmlns:a16="http://schemas.microsoft.com/office/drawing/2014/main" id="{D51CCF7B-5740-3532-9019-E4AAA9D64C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32263" y="2165125"/>
            <a:ext cx="591313" cy="591313"/>
          </a:xfrm>
          <a:prstGeom prst="rect">
            <a:avLst/>
          </a:prstGeom>
        </p:spPr>
      </p:pic>
      <p:pic>
        <p:nvPicPr>
          <p:cNvPr id="44" name="Graphic 43" descr="Checkbox Crossed with solid fill">
            <a:extLst>
              <a:ext uri="{FF2B5EF4-FFF2-40B4-BE49-F238E27FC236}">
                <a16:creationId xmlns:a16="http://schemas.microsoft.com/office/drawing/2014/main" id="{A4AC7E66-F58C-752D-181D-E2C8AB9D34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64041" y="3466611"/>
            <a:ext cx="591313" cy="591313"/>
          </a:xfrm>
          <a:prstGeom prst="rect">
            <a:avLst/>
          </a:prstGeom>
        </p:spPr>
      </p:pic>
      <p:pic>
        <p:nvPicPr>
          <p:cNvPr id="45" name="Graphic 44" descr="Checkbox Crossed with solid fill">
            <a:extLst>
              <a:ext uri="{FF2B5EF4-FFF2-40B4-BE49-F238E27FC236}">
                <a16:creationId xmlns:a16="http://schemas.microsoft.com/office/drawing/2014/main" id="{C57154DB-F2E6-E561-A1ED-BEA4B8CC82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1283" y="4086208"/>
            <a:ext cx="591313" cy="591313"/>
          </a:xfrm>
          <a:prstGeom prst="rect">
            <a:avLst/>
          </a:prstGeom>
        </p:spPr>
      </p:pic>
      <p:pic>
        <p:nvPicPr>
          <p:cNvPr id="46" name="Graphic 45" descr="Checkbox Crossed with solid fill">
            <a:extLst>
              <a:ext uri="{FF2B5EF4-FFF2-40B4-BE49-F238E27FC236}">
                <a16:creationId xmlns:a16="http://schemas.microsoft.com/office/drawing/2014/main" id="{D07F2312-EA40-56D4-3D44-213DE7C085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1283" y="4746666"/>
            <a:ext cx="591313" cy="591313"/>
          </a:xfrm>
          <a:prstGeom prst="rect">
            <a:avLst/>
          </a:prstGeom>
        </p:spPr>
      </p:pic>
      <p:sp>
        <p:nvSpPr>
          <p:cNvPr id="47" name="TextBox 46">
            <a:extLst>
              <a:ext uri="{FF2B5EF4-FFF2-40B4-BE49-F238E27FC236}">
                <a16:creationId xmlns:a16="http://schemas.microsoft.com/office/drawing/2014/main" id="{1D00F6B3-A58D-2E69-623F-6A9C22C50782}"/>
              </a:ext>
            </a:extLst>
          </p:cNvPr>
          <p:cNvSpPr txBox="1"/>
          <p:nvPr/>
        </p:nvSpPr>
        <p:spPr>
          <a:xfrm>
            <a:off x="319085" y="3334907"/>
            <a:ext cx="3219643" cy="2647302"/>
          </a:xfrm>
          <a:prstGeom prst="rect">
            <a:avLst/>
          </a:prstGeom>
          <a:noFill/>
        </p:spPr>
        <p:txBody>
          <a:bodyPr wrap="square" rtlCol="0">
            <a:spAutoFit/>
          </a:bodyPr>
          <a:lstStyle/>
          <a:p>
            <a:r>
              <a:rPr lang="en-US"/>
              <a:t>APTIM occupies a middle ground between specialized program implementers and large consulting firms, leveraging its broad capabilities to provide integrated solutions that neither competitor offers independently.</a:t>
            </a:r>
          </a:p>
        </p:txBody>
      </p:sp>
      <p:sp>
        <p:nvSpPr>
          <p:cNvPr id="49" name="Rectangle 48">
            <a:extLst>
              <a:ext uri="{FF2B5EF4-FFF2-40B4-BE49-F238E27FC236}">
                <a16:creationId xmlns:a16="http://schemas.microsoft.com/office/drawing/2014/main" id="{ED9EE712-5BE8-F4BB-99EE-C5898161F377}"/>
              </a:ext>
            </a:extLst>
          </p:cNvPr>
          <p:cNvSpPr/>
          <p:nvPr/>
        </p:nvSpPr>
        <p:spPr>
          <a:xfrm>
            <a:off x="7907498" y="1130809"/>
            <a:ext cx="2063379" cy="4851400"/>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528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9"/>
                                        </p:tgtEl>
                                      </p:cBhvr>
                                    </p:animEffect>
                                    <p:animScale>
                                      <p:cBhvr>
                                        <p:cTn id="7" dur="250" autoRev="1" fill="hold"/>
                                        <p:tgtEl>
                                          <p:spTgt spid="49"/>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47"/>
                                        </p:tgtEl>
                                      </p:cBhvr>
                                    </p:animEffect>
                                    <p:animScale>
                                      <p:cBhvr>
                                        <p:cTn id="10" dur="250" autoRev="1" fill="hold"/>
                                        <p:tgtEl>
                                          <p:spTgt spid="4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C1DBF-00D2-2BD5-8D43-5E26A2FC0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6203F-FAA3-204C-0F9F-C78B361E92C2}"/>
              </a:ext>
            </a:extLst>
          </p:cNvPr>
          <p:cNvSpPr>
            <a:spLocks noGrp="1"/>
          </p:cNvSpPr>
          <p:nvPr>
            <p:ph type="title"/>
          </p:nvPr>
        </p:nvSpPr>
        <p:spPr/>
        <p:txBody>
          <a:bodyPr/>
          <a:lstStyle/>
          <a:p>
            <a:pPr algn="ctr"/>
            <a:r>
              <a:rPr lang="en-US">
                <a:latin typeface="Arial Black"/>
                <a:cs typeface="Arial"/>
              </a:rPr>
              <a:t>National Competitive Landscape</a:t>
            </a:r>
            <a:endParaRPr lang="en-US"/>
          </a:p>
        </p:txBody>
      </p:sp>
      <p:sp>
        <p:nvSpPr>
          <p:cNvPr id="4" name="Footer Placeholder 3">
            <a:extLst>
              <a:ext uri="{FF2B5EF4-FFF2-40B4-BE49-F238E27FC236}">
                <a16:creationId xmlns:a16="http://schemas.microsoft.com/office/drawing/2014/main" id="{CF2153C5-03FE-C52B-AB72-1ACE773478C5}"/>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F182A612-0460-57B1-4910-34D58C5DFEA2}"/>
              </a:ext>
            </a:extLst>
          </p:cNvPr>
          <p:cNvSpPr>
            <a:spLocks noGrp="1"/>
          </p:cNvSpPr>
          <p:nvPr>
            <p:ph type="sldNum" sz="quarter" idx="12"/>
          </p:nvPr>
        </p:nvSpPr>
        <p:spPr/>
        <p:txBody>
          <a:bodyPr/>
          <a:lstStyle/>
          <a:p>
            <a:fld id="{F8F6B9CD-BE6B-498B-93B3-0FAD7ADE75E3}" type="slidenum">
              <a:rPr lang="en-US" smtClean="0"/>
              <a:t>10</a:t>
            </a:fld>
            <a:endParaRPr lang="en-US"/>
          </a:p>
        </p:txBody>
      </p:sp>
      <p:sp>
        <p:nvSpPr>
          <p:cNvPr id="8" name="TextBox 7">
            <a:extLst>
              <a:ext uri="{FF2B5EF4-FFF2-40B4-BE49-F238E27FC236}">
                <a16:creationId xmlns:a16="http://schemas.microsoft.com/office/drawing/2014/main" id="{FC2A4717-2B42-A73A-96A5-EC766367F73F}"/>
              </a:ext>
            </a:extLst>
          </p:cNvPr>
          <p:cNvSpPr txBox="1"/>
          <p:nvPr/>
        </p:nvSpPr>
        <p:spPr>
          <a:xfrm>
            <a:off x="195943" y="1389018"/>
            <a:ext cx="3593735"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CLEAResult</a:t>
            </a:r>
          </a:p>
          <a:p>
            <a:pPr marL="285750" indent="-285750">
              <a:buFont typeface="Calibri"/>
              <a:buChar char="-"/>
            </a:pPr>
            <a:r>
              <a:rPr lang="en-US" sz="2000"/>
              <a:t>Customer Acquisition and Participation</a:t>
            </a:r>
          </a:p>
          <a:p>
            <a:pPr marL="285750" indent="-285750">
              <a:buFont typeface="Calibri"/>
              <a:buChar char="-"/>
            </a:pPr>
            <a:r>
              <a:rPr lang="en-US" sz="2000"/>
              <a:t>Large Contractor and Utility Networks</a:t>
            </a:r>
          </a:p>
          <a:p>
            <a:pPr marL="285750" indent="-285750">
              <a:buFont typeface="Calibri"/>
              <a:buChar char="-"/>
            </a:pPr>
            <a:r>
              <a:rPr lang="en-US" sz="2000"/>
              <a:t>Focus on Large-Scale Program Implementation</a:t>
            </a:r>
          </a:p>
          <a:p>
            <a:pPr marL="285750" indent="-285750">
              <a:buFont typeface="Calibri"/>
              <a:buChar char="-"/>
            </a:pPr>
            <a:endParaRPr lang="en-US" sz="2000"/>
          </a:p>
        </p:txBody>
      </p:sp>
      <p:sp>
        <p:nvSpPr>
          <p:cNvPr id="9" name="TextBox 8">
            <a:extLst>
              <a:ext uri="{FF2B5EF4-FFF2-40B4-BE49-F238E27FC236}">
                <a16:creationId xmlns:a16="http://schemas.microsoft.com/office/drawing/2014/main" id="{A381B1B7-5CE4-B478-16FF-573FF931233F}"/>
              </a:ext>
            </a:extLst>
          </p:cNvPr>
          <p:cNvSpPr txBox="1"/>
          <p:nvPr/>
        </p:nvSpPr>
        <p:spPr>
          <a:xfrm>
            <a:off x="4146731" y="1387567"/>
            <a:ext cx="389708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ICF</a:t>
            </a:r>
            <a:endParaRPr lang="en-US" b="1"/>
          </a:p>
          <a:p>
            <a:pPr marL="285750" indent="-285750">
              <a:buFont typeface="Calibri"/>
              <a:buChar char="-"/>
            </a:pPr>
            <a:r>
              <a:rPr lang="en-US" sz="2000"/>
              <a:t>Cost-Effective Program Design</a:t>
            </a:r>
          </a:p>
          <a:p>
            <a:pPr marL="285750" indent="-285750">
              <a:buFont typeface="Calibri"/>
              <a:buChar char="-"/>
            </a:pPr>
            <a:r>
              <a:rPr lang="en-US" sz="2000"/>
              <a:t>Customer Targeting and Segmentation</a:t>
            </a:r>
          </a:p>
          <a:p>
            <a:pPr marL="285750" indent="-285750">
              <a:buFont typeface="Calibri"/>
              <a:buChar char="-"/>
            </a:pPr>
            <a:r>
              <a:rPr lang="en-US" sz="2000"/>
              <a:t>Focus on Advanced Analytics and Program Optimization</a:t>
            </a:r>
          </a:p>
        </p:txBody>
      </p:sp>
      <p:sp>
        <p:nvSpPr>
          <p:cNvPr id="10" name="TextBox 9">
            <a:extLst>
              <a:ext uri="{FF2B5EF4-FFF2-40B4-BE49-F238E27FC236}">
                <a16:creationId xmlns:a16="http://schemas.microsoft.com/office/drawing/2014/main" id="{2CA1AC09-2B36-ADA1-F182-F01702388FBA}"/>
              </a:ext>
            </a:extLst>
          </p:cNvPr>
          <p:cNvSpPr txBox="1"/>
          <p:nvPr/>
        </p:nvSpPr>
        <p:spPr>
          <a:xfrm>
            <a:off x="8551817" y="1387567"/>
            <a:ext cx="3480525"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Stantec</a:t>
            </a:r>
            <a:endParaRPr lang="en-US" b="1"/>
          </a:p>
          <a:p>
            <a:pPr marL="285750" indent="-285750">
              <a:buFont typeface="Calibri"/>
              <a:buChar char="-"/>
            </a:pPr>
            <a:r>
              <a:rPr lang="en-US" sz="2000"/>
              <a:t>Grid and Infrastructure Engineering</a:t>
            </a:r>
          </a:p>
          <a:p>
            <a:pPr marL="285750" indent="-285750">
              <a:buFont typeface="Calibri"/>
              <a:buChar char="-"/>
            </a:pPr>
            <a:r>
              <a:rPr lang="en-US" sz="2000"/>
              <a:t>Energy System Planning</a:t>
            </a:r>
          </a:p>
          <a:p>
            <a:pPr marL="285750" indent="-285750">
              <a:buFont typeface="Calibri"/>
              <a:buChar char="-"/>
            </a:pPr>
            <a:r>
              <a:rPr lang="en-US" sz="2000"/>
              <a:t>Focus on Utility Infrastructure and DER Integration</a:t>
            </a:r>
          </a:p>
        </p:txBody>
      </p:sp>
      <p:pic>
        <p:nvPicPr>
          <p:cNvPr id="6" name="Picture 5" descr="250+ Map Of Usa Network Stock Photos, Pictures &amp; Royalty-Free Images ...">
            <a:extLst>
              <a:ext uri="{FF2B5EF4-FFF2-40B4-BE49-F238E27FC236}">
                <a16:creationId xmlns:a16="http://schemas.microsoft.com/office/drawing/2014/main" id="{83F5F855-5A3B-588B-0848-1C40F24F70C8}"/>
              </a:ext>
            </a:extLst>
          </p:cNvPr>
          <p:cNvPicPr>
            <a:picLocks noChangeAspect="1"/>
          </p:cNvPicPr>
          <p:nvPr/>
        </p:nvPicPr>
        <p:blipFill>
          <a:blip r:embed="rId3"/>
          <a:stretch>
            <a:fillRect/>
          </a:stretch>
        </p:blipFill>
        <p:spPr>
          <a:xfrm>
            <a:off x="365579" y="3944484"/>
            <a:ext cx="3245758" cy="2394404"/>
          </a:xfrm>
          <a:prstGeom prst="rect">
            <a:avLst/>
          </a:prstGeom>
        </p:spPr>
      </p:pic>
      <p:pic>
        <p:nvPicPr>
          <p:cNvPr id="7" name="Picture 6" descr="Statistics graph 3d icon growing bars columns | Premium AI-generated image">
            <a:extLst>
              <a:ext uri="{FF2B5EF4-FFF2-40B4-BE49-F238E27FC236}">
                <a16:creationId xmlns:a16="http://schemas.microsoft.com/office/drawing/2014/main" id="{1A644B81-E5E8-7E52-02B6-D78B4559DCFC}"/>
              </a:ext>
            </a:extLst>
          </p:cNvPr>
          <p:cNvPicPr>
            <a:picLocks noChangeAspect="1"/>
          </p:cNvPicPr>
          <p:nvPr/>
        </p:nvPicPr>
        <p:blipFill>
          <a:blip r:embed="rId4"/>
          <a:stretch>
            <a:fillRect/>
          </a:stretch>
        </p:blipFill>
        <p:spPr>
          <a:xfrm>
            <a:off x="4724400" y="3617686"/>
            <a:ext cx="2743200" cy="2721428"/>
          </a:xfrm>
          <a:prstGeom prst="rect">
            <a:avLst/>
          </a:prstGeom>
        </p:spPr>
      </p:pic>
      <p:pic>
        <p:nvPicPr>
          <p:cNvPr id="12" name="Picture 11" descr="Google-backed IPX Power launches with 4.4 GW solar portfolio after">
            <a:extLst>
              <a:ext uri="{FF2B5EF4-FFF2-40B4-BE49-F238E27FC236}">
                <a16:creationId xmlns:a16="http://schemas.microsoft.com/office/drawing/2014/main" id="{86914FBD-3EE9-74A3-2C0E-01AED2BB8C09}"/>
              </a:ext>
            </a:extLst>
          </p:cNvPr>
          <p:cNvPicPr>
            <a:picLocks noChangeAspect="1"/>
          </p:cNvPicPr>
          <p:nvPr/>
        </p:nvPicPr>
        <p:blipFill>
          <a:blip r:embed="rId5"/>
          <a:stretch>
            <a:fillRect/>
          </a:stretch>
        </p:blipFill>
        <p:spPr>
          <a:xfrm>
            <a:off x="8776607" y="3944484"/>
            <a:ext cx="3035300" cy="2256518"/>
          </a:xfrm>
          <a:prstGeom prst="rect">
            <a:avLst/>
          </a:prstGeom>
        </p:spPr>
      </p:pic>
    </p:spTree>
    <p:extLst>
      <p:ext uri="{BB962C8B-B14F-4D97-AF65-F5344CB8AC3E}">
        <p14:creationId xmlns:p14="http://schemas.microsoft.com/office/powerpoint/2010/main" val="3837284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CBB8E-0210-7681-A04F-5FA1D6C77E1A}"/>
            </a:ext>
          </a:extLst>
        </p:cNvPr>
        <p:cNvGrpSpPr/>
        <p:nvPr/>
      </p:nvGrpSpPr>
      <p:grpSpPr>
        <a:xfrm>
          <a:off x="0" y="0"/>
          <a:ext cx="0" cy="0"/>
          <a:chOff x="0" y="0"/>
          <a:chExt cx="0" cy="0"/>
        </a:xfrm>
      </p:grpSpPr>
      <p:sp>
        <p:nvSpPr>
          <p:cNvPr id="81" name="TextBox 80"/>
          <p:cNvSpPr txBox="1"/>
          <p:nvPr/>
        </p:nvSpPr>
        <p:spPr>
          <a:xfrm>
            <a:off x="457200" y="182880"/>
            <a:ext cx="11247120" cy="640080"/>
          </a:xfrm>
          <a:prstGeom prst="rect">
            <a:avLst/>
          </a:prstGeom>
          <a:noFill/>
        </p:spPr>
        <p:txBody>
          <a:bodyPr wrap="square">
            <a:spAutoFit/>
          </a:bodyPr>
          <a:lstStyle/>
          <a:p>
            <a:r>
              <a:rPr sz="2400" b="1">
                <a:solidFill>
                  <a:srgbClr val="1B2A5E"/>
                </a:solidFill>
                <a:latin typeface="Arial"/>
              </a:rPr>
              <a:t>Strategic Fit: Why This Works for APTIM</a:t>
            </a:r>
          </a:p>
        </p:txBody>
      </p:sp>
      <p:sp>
        <p:nvSpPr>
          <p:cNvPr id="82" name="Rectangle 81"/>
          <p:cNvSpPr/>
          <p:nvPr/>
        </p:nvSpPr>
        <p:spPr>
          <a:xfrm>
            <a:off x="365760" y="1005840"/>
            <a:ext cx="5577840" cy="2057400"/>
          </a:xfrm>
          <a:prstGeom prst="rect">
            <a:avLst/>
          </a:prstGeom>
          <a:solidFill>
            <a:srgbClr val="1B2A5E"/>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37160" rIns="164592"/>
          <a:lstStyle/>
          <a:p>
            <a:pPr algn="ctr"/>
            <a:r>
              <a:rPr b="1" sz="1500">
                <a:solidFill>
                  <a:srgbClr val="FFFFFF"/>
                </a:solidFill>
                <a:latin typeface="Arial"/>
              </a:rPr>
              <a:t>Leverages Existing Capabilities</a:t>
            </a:r>
          </a:p>
          <a:p>
            <a:r>
              <a:rPr sz="1100">
                <a:solidFill>
                  <a:srgbClr val="FFFFFF"/>
                </a:solidFill>
                <a:latin typeface="Arial"/>
              </a:rPr>
              <a:t>APTIM already administers utility programs, manages contractor networks, engages customers, and delivers regulatory compliance reporting. The pilot uses tools that already exist within the organization -- minimizing the need for new operational capabilities.</a:t>
            </a:r>
          </a:p>
        </p:txBody>
      </p:sp>
      <p:sp>
        <p:nvSpPr>
          <p:cNvPr id="83" name="Rectangle 82"/>
          <p:cNvSpPr/>
          <p:nvPr/>
        </p:nvSpPr>
        <p:spPr>
          <a:xfrm>
            <a:off x="6172200" y="1005840"/>
            <a:ext cx="5577840" cy="2057400"/>
          </a:xfrm>
          <a:prstGeom prst="rect">
            <a:avLst/>
          </a:prstGeom>
          <a:solidFill>
            <a:srgbClr val="E87B22"/>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37160" rIns="164592"/>
          <a:lstStyle/>
          <a:p>
            <a:pPr algn="ctr"/>
            <a:r>
              <a:rPr b="1" sz="1500">
                <a:solidFill>
                  <a:srgbClr val="FFFFFF"/>
                </a:solidFill>
                <a:latin typeface="Arial"/>
              </a:rPr>
              <a:t>Expands Into New Markets</a:t>
            </a:r>
          </a:p>
          <a:p>
            <a:r>
              <a:rPr sz="1100">
                <a:solidFill>
                  <a:srgbClr val="FFFFFF"/>
                </a:solidFill>
                <a:latin typeface="Arial"/>
              </a:rPr>
              <a:t>Little direct competition provides end-to-end administration of utility-owned residential battery fleets. This positions APTIM to establish a differentiated offering within the growing demand response and distributed energy resources market.</a:t>
            </a:r>
          </a:p>
        </p:txBody>
      </p:sp>
      <p:sp>
        <p:nvSpPr>
          <p:cNvPr id="84" name="Rectangle 83"/>
          <p:cNvSpPr/>
          <p:nvPr/>
        </p:nvSpPr>
        <p:spPr>
          <a:xfrm>
            <a:off x="365760" y="3200400"/>
            <a:ext cx="5577840" cy="2057400"/>
          </a:xfrm>
          <a:prstGeom prst="rect">
            <a:avLst/>
          </a:prstGeom>
          <a:solidFill>
            <a:srgbClr val="5A7D9A"/>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37160" rIns="164592"/>
          <a:lstStyle/>
          <a:p>
            <a:pPr algn="ctr"/>
            <a:r>
              <a:rPr b="1" sz="1500">
                <a:solidFill>
                  <a:srgbClr val="FFFFFF"/>
                </a:solidFill>
                <a:latin typeface="Arial"/>
              </a:rPr>
              <a:t>Scales Through Existing Relationships</a:t>
            </a:r>
          </a:p>
          <a:p>
            <a:r>
              <a:rPr sz="1100">
                <a:solidFill>
                  <a:srgbClr val="FFFFFF"/>
                </a:solidFill>
                <a:latin typeface="Arial"/>
              </a:rPr>
              <a:t>APTIM already maintains trusted relationships with utilities through programs in Wisconsin and Louisiana. These partnerships provide a natural pathway to pilot, refine, and expand the model while reducing implementation challenges.</a:t>
            </a:r>
          </a:p>
        </p:txBody>
      </p:sp>
      <p:sp>
        <p:nvSpPr>
          <p:cNvPr id="85" name="Rectangle 84"/>
          <p:cNvSpPr/>
          <p:nvPr/>
        </p:nvSpPr>
        <p:spPr>
          <a:xfrm>
            <a:off x="6172200" y="3200400"/>
            <a:ext cx="5577840" cy="2057400"/>
          </a:xfrm>
          <a:prstGeom prst="rect">
            <a:avLst/>
          </a:prstGeom>
          <a:solidFill>
            <a:srgbClr val="2E7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37160" rIns="164592"/>
          <a:lstStyle/>
          <a:p>
            <a:pPr algn="ctr"/>
            <a:r>
              <a:rPr b="1" sz="1500">
                <a:solidFill>
                  <a:srgbClr val="FFFFFF"/>
                </a:solidFill>
                <a:latin typeface="Arial"/>
              </a:rPr>
              <a:t>Creates More Resilient Revenue Streams</a:t>
            </a:r>
          </a:p>
          <a:p>
            <a:r>
              <a:rPr sz="1100">
                <a:solidFill>
                  <a:srgbClr val="FFFFFF"/>
                </a:solidFill>
                <a:latin typeface="Arial"/>
              </a:rPr>
              <a:t>This program shifts funding away from grants and incentives toward utility infrastructure investments. Reducing reliance on uncertain federal funding creates a more stable revenue source while supporting grid resilience goals.</a:t>
            </a:r>
          </a:p>
        </p:txBody>
      </p:sp>
      <p:sp>
        <p:nvSpPr>
          <p:cNvPr id="86" name="Rectangle 85"/>
          <p:cNvSpPr/>
          <p:nvPr/>
        </p:nvSpPr>
        <p:spPr>
          <a:xfrm>
            <a:off x="365760" y="5394960"/>
            <a:ext cx="11384280" cy="777240"/>
          </a:xfrm>
          <a:prstGeom prst="rect">
            <a:avLst/>
          </a:prstGeom>
          <a:solidFill>
            <a:srgbClr val="F2F4F8"/>
          </a:solidFill>
          <a:ln w="19050">
            <a:solidFill>
              <a:srgbClr val="E87B22"/>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300" i="1">
                <a:solidFill>
                  <a:srgbClr val="1B2A5E"/>
                </a:solidFill>
                <a:latin typeface="Arial"/>
              </a:rPr>
              <a:t>By combining existing capabilities, strong utility relationships, and a differentiated market position, APTIM can deliver a scalable solution that supports both utility resilience goals and long-term business growth.</a:t>
            </a:r>
          </a:p>
        </p:txBody>
      </p:sp>
      <p:sp>
        <p:nvSpPr>
          <p:cNvPr id="87" name="TextBox 86"/>
          <p:cNvSpPr txBox="1"/>
          <p:nvPr/>
        </p:nvSpPr>
        <p:spPr>
          <a:xfrm>
            <a:off x="274320" y="6537960"/>
            <a:ext cx="9144000" cy="274320"/>
          </a:xfrm>
          <a:prstGeom prst="rect">
            <a:avLst/>
          </a:prstGeom>
          <a:noFill/>
        </p:spPr>
        <p:txBody>
          <a:bodyPr wrap="none">
            <a:spAutoFit/>
          </a:bodyPr>
          <a:lstStyle/>
          <a:p>
            <a:r>
              <a:rPr sz="800">
                <a:solidFill>
                  <a:srgbClr val="888888"/>
                </a:solidFill>
                <a:latin typeface="Arial"/>
              </a:rPr>
              <a:t>Confidential. Not to be copied, distributed, or reproduced without prior approval. © 2026 APTIM - All rights reserved.</a:t>
            </a:r>
          </a:p>
        </p:txBody>
      </p:sp>
      <p:sp>
        <p:nvSpPr>
          <p:cNvPr id="88" name="TextBox 87"/>
          <p:cNvSpPr txBox="1"/>
          <p:nvPr/>
        </p:nvSpPr>
        <p:spPr>
          <a:xfrm>
            <a:off x="11612880" y="6537960"/>
            <a:ext cx="457200" cy="274320"/>
          </a:xfrm>
          <a:prstGeom prst="rect">
            <a:avLst/>
          </a:prstGeom>
          <a:noFill/>
        </p:spPr>
        <p:txBody>
          <a:bodyPr wrap="none">
            <a:spAutoFit/>
          </a:bodyPr>
          <a:lstStyle/>
          <a:p>
            <a:r>
              <a:rPr sz="800">
                <a:solidFill>
                  <a:srgbClr val="888888"/>
                </a:solidFill>
                <a:latin typeface="Arial"/>
              </a:rPr>
              <a:t>15</a:t>
            </a:r>
          </a:p>
        </p:txBody>
      </p:sp>
    </p:spTree>
    <p:extLst>
      <p:ext uri="{BB962C8B-B14F-4D97-AF65-F5344CB8AC3E}">
        <p14:creationId xmlns:p14="http://schemas.microsoft.com/office/powerpoint/2010/main" val="12181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23"/>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25"/>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27"/>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9"/>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2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9"/>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3"/>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1"/>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3"/>
                                        </p:tgtEl>
                                        <p:attrNameLst>
                                          <p:attrName>style.visibility</p:attrName>
                                        </p:attrNameLst>
                                      </p:cBhvr>
                                      <p:to>
                                        <p:strVal val="visible"/>
                                      </p:to>
                                    </p:set>
                                  </p:childTnLst>
                                </p:cTn>
                              </p:par>
                            </p:childTnLst>
                          </p:cTn>
                        </p:par>
                        <p:par>
                          <p:cTn id="65" fill="hold">
                            <p:stCondLst>
                              <p:cond delay="0"/>
                            </p:stCondLst>
                            <p:childTnLst>
                              <p:par>
                                <p:cTn id="66" presetID="26" presetClass="emph" presetSubtype="0" fill="hold" nodeType="afterEffect">
                                  <p:stCondLst>
                                    <p:cond delay="500"/>
                                  </p:stCondLst>
                                  <p:childTnLst>
                                    <p:animEffect transition="out" filter="fade">
                                      <p:cBhvr>
                                        <p:cTn id="67" dur="500" tmFilter="0, 0; .2, .5; .8, .5; 1, 0"/>
                                        <p:tgtEl>
                                          <p:spTgt spid="45"/>
                                        </p:tgtEl>
                                      </p:cBhvr>
                                    </p:animEffect>
                                    <p:animScale>
                                      <p:cBhvr>
                                        <p:cTn id="68" dur="250" autoRev="1" fill="hold"/>
                                        <p:tgtEl>
                                          <p:spTgt spid="45"/>
                                        </p:tgtEl>
                                      </p:cBhvr>
                                      <p:by x="105000" y="105000"/>
                                    </p:animScale>
                                  </p:childTnLst>
                                </p:cTn>
                              </p:par>
                              <p:par>
                                <p:cTn id="69" presetID="26" presetClass="emph" presetSubtype="0" fill="hold" nodeType="withEffect">
                                  <p:stCondLst>
                                    <p:cond delay="500"/>
                                  </p:stCondLst>
                                  <p:childTnLst>
                                    <p:animEffect transition="out" filter="fade">
                                      <p:cBhvr>
                                        <p:cTn id="70" dur="500" tmFilter="0, 0; .2, .5; .8, .5; 1, 0"/>
                                        <p:tgtEl>
                                          <p:spTgt spid="50"/>
                                        </p:tgtEl>
                                      </p:cBhvr>
                                    </p:animEffect>
                                    <p:animScale>
                                      <p:cBhvr>
                                        <p:cTn id="71" dur="250" autoRev="1" fill="hold"/>
                                        <p:tgtEl>
                                          <p:spTgt spid="50"/>
                                        </p:tgtEl>
                                      </p:cBhvr>
                                      <p:by x="105000" y="105000"/>
                                    </p:animScale>
                                  </p:childTnLst>
                                </p:cTn>
                              </p:par>
                              <p:par>
                                <p:cTn id="72" presetID="26" presetClass="emph" presetSubtype="0" fill="hold" nodeType="withEffect">
                                  <p:stCondLst>
                                    <p:cond delay="500"/>
                                  </p:stCondLst>
                                  <p:childTnLst>
                                    <p:animEffect transition="out" filter="fade">
                                      <p:cBhvr>
                                        <p:cTn id="73" dur="500" tmFilter="0, 0; .2, .5; .8, .5; 1, 0"/>
                                        <p:tgtEl>
                                          <p:spTgt spid="51"/>
                                        </p:tgtEl>
                                      </p:cBhvr>
                                    </p:animEffect>
                                    <p:animScale>
                                      <p:cBhvr>
                                        <p:cTn id="74" dur="250" autoRev="1" fill="hold"/>
                                        <p:tgtEl>
                                          <p:spTgt spid="51"/>
                                        </p:tgtEl>
                                      </p:cBhvr>
                                      <p:by x="105000" y="105000"/>
                                    </p:animScale>
                                  </p:childTnLst>
                                </p:cTn>
                              </p:par>
                              <p:par>
                                <p:cTn id="75" presetID="26" presetClass="emph" presetSubtype="0" fill="hold" nodeType="withEffect">
                                  <p:stCondLst>
                                    <p:cond delay="500"/>
                                  </p:stCondLst>
                                  <p:childTnLst>
                                    <p:animEffect transition="out" filter="fade">
                                      <p:cBhvr>
                                        <p:cTn id="76" dur="500" tmFilter="0, 0; .2, .5; .8, .5; 1, 0"/>
                                        <p:tgtEl>
                                          <p:spTgt spid="52"/>
                                        </p:tgtEl>
                                      </p:cBhvr>
                                    </p:animEffect>
                                    <p:animScale>
                                      <p:cBhvr>
                                        <p:cTn id="77" dur="250" autoRev="1" fill="hold"/>
                                        <p:tgtEl>
                                          <p:spTgt spid="52"/>
                                        </p:tgtEl>
                                      </p:cBhvr>
                                      <p:by x="105000" y="105000"/>
                                    </p:animScale>
                                  </p:childTnLst>
                                </p:cTn>
                              </p:par>
                              <p:par>
                                <p:cTn id="78" presetID="26" presetClass="emph" presetSubtype="0" fill="hold" nodeType="withEffect">
                                  <p:stCondLst>
                                    <p:cond delay="500"/>
                                  </p:stCondLst>
                                  <p:childTnLst>
                                    <p:animEffect transition="out" filter="fade">
                                      <p:cBhvr>
                                        <p:cTn id="79" dur="500" tmFilter="0, 0; .2, .5; .8, .5; 1, 0"/>
                                        <p:tgtEl>
                                          <p:spTgt spid="53"/>
                                        </p:tgtEl>
                                      </p:cBhvr>
                                    </p:animEffect>
                                    <p:animScale>
                                      <p:cBhvr>
                                        <p:cTn id="80" dur="250" autoRev="1" fill="hold"/>
                                        <p:tgtEl>
                                          <p:spTgt spid="5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5" grpId="0" animBg="1"/>
      <p:bldP spid="25" grpId="1" animBg="1"/>
      <p:bldP spid="27" grpId="0" animBg="1"/>
      <p:bldP spid="27" grpId="1" animBg="1"/>
      <p:bldP spid="29" grpId="0" animBg="1"/>
      <p:bldP spid="29" grpId="1" animBg="1"/>
      <p:bldP spid="46" grpId="0" animBg="1"/>
      <p:bldP spid="47" grpId="0" animBg="1"/>
      <p:bldP spid="48" grpId="0" animBg="1"/>
      <p:bldP spid="4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47120" cy="640080"/>
          </a:xfrm>
          <a:prstGeom prst="rect">
            <a:avLst/>
          </a:prstGeom>
          <a:noFill/>
        </p:spPr>
        <p:txBody>
          <a:bodyPr wrap="square">
            <a:spAutoFit/>
          </a:bodyPr>
          <a:lstStyle/>
          <a:p>
            <a:r>
              <a:rPr sz="2400" b="1">
                <a:solidFill>
                  <a:srgbClr val="1B2A5E"/>
                </a:solidFill>
                <a:latin typeface="Arial"/>
              </a:rPr>
              <a:t>Client Use Case: Michigan</a:t>
            </a:r>
          </a:p>
        </p:txBody>
      </p:sp>
      <p:sp>
        <p:nvSpPr>
          <p:cNvPr id="3" name="TextBox 2"/>
          <p:cNvSpPr txBox="1"/>
          <p:nvPr/>
        </p:nvSpPr>
        <p:spPr>
          <a:xfrm>
            <a:off x="457200" y="777240"/>
            <a:ext cx="11247120" cy="320040"/>
          </a:xfrm>
          <a:prstGeom prst="rect">
            <a:avLst/>
          </a:prstGeom>
          <a:noFill/>
        </p:spPr>
        <p:txBody>
          <a:bodyPr wrap="none">
            <a:spAutoFit/>
          </a:bodyPr>
          <a:lstStyle/>
          <a:p>
            <a:r>
              <a:rPr sz="1200" i="1">
                <a:solidFill>
                  <a:srgbClr val="777777"/>
                </a:solidFill>
                <a:latin typeface="Arial"/>
              </a:rPr>
              <a:t>Legal pathway, pros/cons, mitigations, and how APTIM wins the bid</a:t>
            </a:r>
          </a:p>
        </p:txBody>
      </p:sp>
      <p:sp>
        <p:nvSpPr>
          <p:cNvPr id="4" name="TextBox 3"/>
          <p:cNvSpPr txBox="1"/>
          <p:nvPr/>
        </p:nvSpPr>
        <p:spPr>
          <a:xfrm>
            <a:off x="365760" y="1143000"/>
            <a:ext cx="5486400" cy="274320"/>
          </a:xfrm>
          <a:prstGeom prst="rect">
            <a:avLst/>
          </a:prstGeom>
          <a:noFill/>
        </p:spPr>
        <p:txBody>
          <a:bodyPr wrap="none">
            <a:spAutoFit/>
          </a:bodyPr>
          <a:lstStyle/>
          <a:p>
            <a:r>
              <a:rPr b="1" sz="1400">
                <a:solidFill>
                  <a:srgbClr val="E87B22"/>
                </a:solidFill>
                <a:latin typeface="Arial"/>
              </a:rPr>
              <a:t>Legal Pathway</a:t>
            </a:r>
          </a:p>
        </p:txBody>
      </p:sp>
      <p:sp>
        <p:nvSpPr>
          <p:cNvPr id="5" name="TextBox 4"/>
          <p:cNvSpPr txBox="1"/>
          <p:nvPr/>
        </p:nvSpPr>
        <p:spPr>
          <a:xfrm>
            <a:off x="365760" y="1463040"/>
            <a:ext cx="5577840" cy="1554480"/>
          </a:xfrm>
          <a:prstGeom prst="rect">
            <a:avLst/>
          </a:prstGeom>
          <a:noFill/>
        </p:spPr>
        <p:txBody>
          <a:bodyPr wrap="square">
            <a:spAutoFit/>
          </a:bodyPr>
          <a:lstStyle/>
          <a:p>
            <a:pPr>
              <a:spcAft>
                <a:spcPts val="400"/>
              </a:spcAft>
            </a:pPr>
            <a:r>
              <a:rPr b="1" sz="1100">
                <a:solidFill>
                  <a:srgbClr val="E87B22"/>
                </a:solidFill>
                <a:latin typeface="Arial"/>
              </a:rPr>
              <a:t>Precedent: </a:t>
            </a:r>
            <a:r>
              <a:rPr sz="1100">
                <a:solidFill>
                  <a:srgbClr val="333333"/>
                </a:solidFill>
                <a:latin typeface="Arial"/>
              </a:rPr>
              <a:t>MPSC approved 1,332 MW of utility-OWNED battery storage (Mar 2026), tied to DTE's 2022 IRP (760 MW by 2032, 2,900 MW total by 2042, Case U-21193) -- confirms MPSC will rate-base utility-owned storage.</a:t>
            </a:r>
          </a:p>
          <a:p>
            <a:pPr>
              <a:spcAft>
                <a:spcPts val="400"/>
              </a:spcAft>
            </a:pPr>
            <a:r>
              <a:rPr b="1" sz="1100">
                <a:solidFill>
                  <a:srgbClr val="E87B22"/>
                </a:solidFill>
                <a:latin typeface="Arial"/>
              </a:rPr>
              <a:t>Mandate: </a:t>
            </a:r>
            <a:r>
              <a:rPr sz="1100">
                <a:solidFill>
                  <a:srgbClr val="333333"/>
                </a:solidFill>
                <a:latin typeface="Arial"/>
              </a:rPr>
              <a:t>PA 235 (2023) sets a 2,500 MW statewide storage target; compliance petitions due Dec 31, 2029 (MPSC Case U-21571).</a:t>
            </a:r>
          </a:p>
          <a:p>
            <a:pPr>
              <a:spcAft>
                <a:spcPts val="400"/>
              </a:spcAft>
            </a:pPr>
            <a:r>
              <a:rPr b="1" sz="1100">
                <a:solidFill>
                  <a:srgbClr val="E87B22"/>
                </a:solidFill>
                <a:latin typeface="Arial"/>
              </a:rPr>
              <a:t>Filing route: </a:t>
            </a:r>
            <a:r>
              <a:rPr sz="1100">
                <a:solidFill>
                  <a:srgbClr val="333333"/>
                </a:solidFill>
                <a:latin typeface="Arial"/>
              </a:rPr>
              <a:t>MPSC Case U-21653 (2025) created an expedited pilot-program process specifically for DER integration -- built for exactly this kind of proposal.</a:t>
            </a:r>
          </a:p>
        </p:txBody>
      </p:sp>
      <p:sp>
        <p:nvSpPr>
          <p:cNvPr id="6" name="TextBox 5"/>
          <p:cNvSpPr txBox="1"/>
          <p:nvPr/>
        </p:nvSpPr>
        <p:spPr>
          <a:xfrm>
            <a:off x="365760" y="3108960"/>
            <a:ext cx="5577840" cy="685800"/>
          </a:xfrm>
          <a:prstGeom prst="rect">
            <a:avLst/>
          </a:prstGeom>
          <a:noFill/>
        </p:spPr>
        <p:txBody>
          <a:bodyPr wrap="square">
            <a:spAutoFit/>
          </a:bodyPr>
          <a:lstStyle/>
          <a:p>
            <a:r>
              <a:rPr b="1" sz="1100">
                <a:solidFill>
                  <a:srgbClr val="B02A2A"/>
                </a:solidFill>
                <a:latin typeface="Arial"/>
              </a:rPr>
              <a:t>Known risk: </a:t>
            </a:r>
            <a:r>
              <a:rPr sz="1100">
                <a:solidFill>
                  <a:srgbClr val="333333"/>
                </a:solidFill>
                <a:latin typeface="Arial"/>
              </a:rPr>
              <a:t>DTE proposed a residential battery pilot around 2022 and MPSC rejected it. Exact case number and stated rationale are unverified from primary sources -- confirm via MPSC docket before presenting (do not cite U-20561, which is DTE's 2020 rate case).</a:t>
            </a:r>
          </a:p>
        </p:txBody>
      </p:sp>
      <p:sp>
        <p:nvSpPr>
          <p:cNvPr id="7" name="TextBox 6"/>
          <p:cNvSpPr txBox="1"/>
          <p:nvPr/>
        </p:nvSpPr>
        <p:spPr>
          <a:xfrm>
            <a:off x="365760" y="3840480"/>
            <a:ext cx="5577840" cy="274320"/>
          </a:xfrm>
          <a:prstGeom prst="rect">
            <a:avLst/>
          </a:prstGeom>
          <a:noFill/>
        </p:spPr>
        <p:txBody>
          <a:bodyPr wrap="none">
            <a:spAutoFit/>
          </a:bodyPr>
          <a:lstStyle/>
          <a:p>
            <a:r>
              <a:rPr b="1" sz="1300">
                <a:solidFill>
                  <a:srgbClr val="E87B22"/>
                </a:solidFill>
                <a:latin typeface="Arial"/>
              </a:rPr>
              <a:t>How We're Different (Why We Win the Bid)</a:t>
            </a:r>
          </a:p>
        </p:txBody>
      </p:sp>
      <p:sp>
        <p:nvSpPr>
          <p:cNvPr id="8" name="TextBox 7"/>
          <p:cNvSpPr txBox="1"/>
          <p:nvPr/>
        </p:nvSpPr>
        <p:spPr>
          <a:xfrm>
            <a:off x="365760" y="4160520"/>
            <a:ext cx="5577840" cy="2194560"/>
          </a:xfrm>
          <a:prstGeom prst="rect">
            <a:avLst/>
          </a:prstGeom>
          <a:noFill/>
        </p:spPr>
        <p:txBody>
          <a:bodyPr wrap="square">
            <a:spAutoFit/>
          </a:bodyPr>
          <a:lstStyle/>
          <a:p>
            <a:pPr>
              <a:spcAft>
                <a:spcPts val="400"/>
              </a:spcAft>
            </a:pPr>
            <a:r>
              <a:rPr sz="1100">
                <a:solidFill>
                  <a:srgbClr val="333333"/>
                </a:solidFill>
                <a:latin typeface="Arial"/>
              </a:rPr>
              <a:t>• File as a capped DER-integration pilot under U-21653 (low political exposure), not a rate case -- unlike DTE's 2022 attempt.</a:t>
            </a:r>
          </a:p>
          <a:p>
            <a:pPr>
              <a:spcAft>
                <a:spcPts val="400"/>
              </a:spcAft>
            </a:pPr>
            <a:r>
              <a:rPr sz="1100">
                <a:solidFill>
                  <a:srgbClr val="333333"/>
                </a:solidFill>
                <a:latin typeface="Arial"/>
              </a:rPr>
              <a:t>• APTIM brings an existing fleet-operations track record (Focus on Energy, Energy Smart) that DTE lacked in-house in 2022.</a:t>
            </a:r>
          </a:p>
          <a:p>
            <a:pPr>
              <a:spcAft>
                <a:spcPts val="400"/>
              </a:spcAft>
            </a:pPr>
            <a:r>
              <a:rPr sz="1100">
                <a:solidFill>
                  <a:srgbClr val="333333"/>
                </a:solidFill>
                <a:latin typeface="Arial"/>
              </a:rPr>
              <a:t>• Propose the customer hosting agreement (license/lease) as part of the filing itself -- removes the open legal question instead of assuming it away.</a:t>
            </a:r>
          </a:p>
          <a:p>
            <a:pPr>
              <a:spcAft>
                <a:spcPts val="400"/>
              </a:spcAft>
            </a:pPr>
            <a:r>
              <a:rPr sz="1100">
                <a:solidFill>
                  <a:srgbClr val="333333"/>
                </a:solidFill>
                <a:latin typeface="Arial"/>
              </a:rPr>
              <a:t>• Subcontract installs to local Michigan solar/storage installers -- preserves competitive installer market, defuses pushback.</a:t>
            </a:r>
          </a:p>
          <a:p>
            <a:pPr>
              <a:spcAft>
                <a:spcPts val="400"/>
              </a:spcAft>
            </a:pPr>
            <a:r>
              <a:rPr sz="1100">
                <a:solidFill>
                  <a:srgbClr val="333333"/>
                </a:solidFill>
                <a:latin typeface="Arial"/>
              </a:rPr>
              <a:t>• Negotiate cost-recovery (rider/cap) into the pilot approval itself, following the settlement structure MPSC just accepted for utility-scale storage.</a:t>
            </a:r>
          </a:p>
        </p:txBody>
      </p:sp>
      <p:sp>
        <p:nvSpPr>
          <p:cNvPr id="9" name="TextBox 8"/>
          <p:cNvSpPr txBox="1"/>
          <p:nvPr/>
        </p:nvSpPr>
        <p:spPr>
          <a:xfrm>
            <a:off x="6172200" y="1143000"/>
            <a:ext cx="5577840" cy="274320"/>
          </a:xfrm>
          <a:prstGeom prst="rect">
            <a:avLst/>
          </a:prstGeom>
          <a:noFill/>
        </p:spPr>
        <p:txBody>
          <a:bodyPr wrap="none">
            <a:spAutoFit/>
          </a:bodyPr>
          <a:lstStyle/>
          <a:p>
            <a:r>
              <a:rPr b="1" sz="1400">
                <a:solidFill>
                  <a:srgbClr val="E87B22"/>
                </a:solidFill>
                <a:latin typeface="Arial"/>
              </a:rPr>
              <a:t>Pros vs. Cons</a:t>
            </a:r>
          </a:p>
        </p:txBody>
      </p:sp>
      <p:graphicFrame>
        <p:nvGraphicFramePr>
          <p:cNvPr id="10" name="Table 9"/>
          <p:cNvGraphicFramePr>
            <a:graphicFrameLocks noGrp="1"/>
          </p:cNvGraphicFramePr>
          <p:nvPr/>
        </p:nvGraphicFramePr>
        <p:xfrm>
          <a:off x="6172200" y="1463040"/>
          <a:ext cx="5577840" cy="1737360"/>
        </p:xfrm>
        <a:graphic>
          <a:graphicData uri="http://schemas.openxmlformats.org/drawingml/2006/table">
            <a:tbl>
              <a:tblPr firstRow="1" bandRow="1">
                <a:tableStyleId>{5C22544A-7EE6-4342-B048-85BDC9FD1C3A}</a:tableStyleId>
              </a:tblPr>
              <a:tblGrid>
                <a:gridCol w="2788920"/>
                <a:gridCol w="2788920"/>
              </a:tblGrid>
              <a:tr h="347472">
                <a:tc>
                  <a:txBody>
                    <a:bodyPr/>
                    <a:lstStyle/>
                    <a:p>
                      <a:pPr>
                        <a:defRPr sz="950" b="1">
                          <a:solidFill>
                            <a:srgbClr val="FFFFFF"/>
                          </a:solidFill>
                          <a:latin typeface="Arial"/>
                        </a:defRPr>
                      </a:pPr>
                      <a:r>
                        <a:t>Pros</a:t>
                      </a:r>
                    </a:p>
                  </a:txBody>
                  <a:tcPr>
                    <a:solidFill>
                      <a:srgbClr val="1B2A5E"/>
                    </a:solidFill>
                  </a:tcPr>
                </a:tc>
                <a:tc>
                  <a:txBody>
                    <a:bodyPr/>
                    <a:lstStyle/>
                    <a:p>
                      <a:pPr>
                        <a:defRPr sz="950" b="1">
                          <a:solidFill>
                            <a:srgbClr val="FFFFFF"/>
                          </a:solidFill>
                          <a:latin typeface="Arial"/>
                        </a:defRPr>
                      </a:pPr>
                      <a:r>
                        <a:t>Cons (Mitigated Above)</a:t>
                      </a:r>
                    </a:p>
                  </a:txBody>
                  <a:tcPr>
                    <a:solidFill>
                      <a:srgbClr val="1B2A5E"/>
                    </a:solidFill>
                  </a:tcPr>
                </a:tc>
              </a:tr>
              <a:tr h="347472">
                <a:tc>
                  <a:txBody>
                    <a:bodyPr/>
                    <a:lstStyle/>
                    <a:p>
                      <a:pPr>
                        <a:defRPr sz="950">
                          <a:solidFill>
                            <a:srgbClr val="333333"/>
                          </a:solidFill>
                          <a:latin typeface="Arial"/>
                        </a:defRPr>
                      </a:pPr>
                      <a:r>
                        <a:t>No statutory ban on utility DER ownership found</a:t>
                      </a:r>
                    </a:p>
                  </a:txBody>
                  <a:tcPr>
                    <a:solidFill>
                      <a:srgbClr val="F2F4F8"/>
                    </a:solidFill>
                  </a:tcPr>
                </a:tc>
                <a:tc>
                  <a:txBody>
                    <a:bodyPr/>
                    <a:lstStyle/>
                    <a:p>
                      <a:pPr>
                        <a:defRPr sz="950">
                          <a:solidFill>
                            <a:srgbClr val="333333"/>
                          </a:solidFill>
                          <a:latin typeface="Arial"/>
                        </a:defRPr>
                      </a:pPr>
                      <a:r>
                        <a:t>One prior attempt (2022) was rejected</a:t>
                      </a:r>
                    </a:p>
                  </a:txBody>
                  <a:tcPr>
                    <a:solidFill>
                      <a:srgbClr val="F2F4F8"/>
                    </a:solidFill>
                  </a:tcPr>
                </a:tc>
              </a:tr>
              <a:tr h="347472">
                <a:tc>
                  <a:txBody>
                    <a:bodyPr/>
                    <a:lstStyle/>
                    <a:p>
                      <a:pPr>
                        <a:defRPr sz="950">
                          <a:solidFill>
                            <a:srgbClr val="333333"/>
                          </a:solidFill>
                          <a:latin typeface="Arial"/>
                        </a:defRPr>
                      </a:pPr>
                      <a:r>
                        <a:t>Real 2026 precedent for utility-owned storage</a:t>
                      </a:r>
                    </a:p>
                  </a:txBody>
                  <a:tcPr>
                    <a:solidFill>
                      <a:srgbClr val="FFFFFF"/>
                    </a:solidFill>
                  </a:tcPr>
                </a:tc>
                <a:tc>
                  <a:txBody>
                    <a:bodyPr/>
                    <a:lstStyle/>
                    <a:p>
                      <a:pPr>
                        <a:defRPr sz="950">
                          <a:solidFill>
                            <a:srgbClr val="333333"/>
                          </a:solidFill>
                          <a:latin typeface="Arial"/>
                        </a:defRPr>
                      </a:pPr>
                      <a:r>
                        <a:t>Active, aggressive rate-case political climate</a:t>
                      </a:r>
                    </a:p>
                  </a:txBody>
                  <a:tcPr>
                    <a:solidFill>
                      <a:srgbClr val="FFFFFF"/>
                    </a:solidFill>
                  </a:tcPr>
                </a:tc>
              </a:tr>
              <a:tr h="347472">
                <a:tc>
                  <a:txBody>
                    <a:bodyPr/>
                    <a:lstStyle/>
                    <a:p>
                      <a:pPr>
                        <a:defRPr sz="950">
                          <a:solidFill>
                            <a:srgbClr val="333333"/>
                          </a:solidFill>
                          <a:latin typeface="Arial"/>
                        </a:defRPr>
                      </a:pPr>
                      <a:r>
                        <a:t>Purpose-built expedited pilot pathway exists (U-21653)</a:t>
                      </a:r>
                    </a:p>
                  </a:txBody>
                  <a:tcPr>
                    <a:solidFill>
                      <a:srgbClr val="F2F4F8"/>
                    </a:solidFill>
                  </a:tcPr>
                </a:tc>
                <a:tc>
                  <a:txBody>
                    <a:bodyPr/>
                    <a:lstStyle/>
                    <a:p>
                      <a:pPr>
                        <a:defRPr sz="950">
                          <a:solidFill>
                            <a:srgbClr val="333333"/>
                          </a:solidFill>
                          <a:latin typeface="Arial"/>
                        </a:defRPr>
                      </a:pPr>
                      <a:r>
                        <a:t>No settled legal template for equipment sited in a home</a:t>
                      </a:r>
                    </a:p>
                  </a:txBody>
                  <a:tcPr>
                    <a:solidFill>
                      <a:srgbClr val="F2F4F8"/>
                    </a:solidFill>
                  </a:tcPr>
                </a:tc>
              </a:tr>
              <a:tr h="347472">
                <a:tc>
                  <a:txBody>
                    <a:bodyPr/>
                    <a:lstStyle/>
                    <a:p>
                      <a:pPr>
                        <a:defRPr sz="950">
                          <a:solidFill>
                            <a:srgbClr val="333333"/>
                          </a:solidFill>
                          <a:latin typeface="Arial"/>
                        </a:defRPr>
                      </a:pPr>
                      <a:r>
                        <a:t>Statutory mandate (PA 235) gives utility a reason to say yes</a:t>
                      </a:r>
                    </a:p>
                  </a:txBody>
                  <a:tcPr>
                    <a:solidFill>
                      <a:srgbClr val="FFFFFF"/>
                    </a:solidFill>
                  </a:tcPr>
                </a:tc>
                <a:tc>
                  <a:txBody>
                    <a:bodyPr/>
                    <a:lstStyle/>
                    <a:p>
                      <a:pPr>
                        <a:defRPr sz="950">
                          <a:solidFill>
                            <a:srgbClr val="333333"/>
                          </a:solidFill>
                          <a:latin typeface="Arial"/>
                        </a:defRPr>
                      </a:pPr>
                      <a:r>
                        <a:t>Full rate-basing likely needs a 2nd-step rate case</a:t>
                      </a:r>
                    </a:p>
                  </a:txBody>
                  <a:tcPr>
                    <a:solidFill>
                      <a:srgbClr val="FFFFFF"/>
                    </a:solidFill>
                  </a:tcPr>
                </a:tc>
              </a:tr>
            </a:tbl>
          </a:graphicData>
        </a:graphic>
      </p:graphicFrame>
      <p:sp>
        <p:nvSpPr>
          <p:cNvPr id="11" name="TextBox 10"/>
          <p:cNvSpPr txBox="1"/>
          <p:nvPr/>
        </p:nvSpPr>
        <p:spPr>
          <a:xfrm>
            <a:off x="6172200" y="3337560"/>
            <a:ext cx="5577840" cy="274320"/>
          </a:xfrm>
          <a:prstGeom prst="rect">
            <a:avLst/>
          </a:prstGeom>
          <a:noFill/>
        </p:spPr>
        <p:txBody>
          <a:bodyPr wrap="none">
            <a:spAutoFit/>
          </a:bodyPr>
          <a:lstStyle/>
          <a:p>
            <a:r>
              <a:rPr b="1" sz="1300">
                <a:solidFill>
                  <a:srgbClr val="E87B22"/>
                </a:solidFill>
                <a:latin typeface="Arial"/>
              </a:rPr>
              <a:t>Cost, Timeline &amp; Resourcing</a:t>
            </a:r>
          </a:p>
        </p:txBody>
      </p:sp>
      <p:sp>
        <p:nvSpPr>
          <p:cNvPr id="12" name="TextBox 11"/>
          <p:cNvSpPr txBox="1"/>
          <p:nvPr/>
        </p:nvSpPr>
        <p:spPr>
          <a:xfrm>
            <a:off x="6172200" y="3657600"/>
            <a:ext cx="5577840" cy="1737360"/>
          </a:xfrm>
          <a:prstGeom prst="rect">
            <a:avLst/>
          </a:prstGeom>
          <a:noFill/>
        </p:spPr>
        <p:txBody>
          <a:bodyPr wrap="square">
            <a:spAutoFit/>
          </a:bodyPr>
          <a:lstStyle/>
          <a:p>
            <a:pPr>
              <a:spcAft>
                <a:spcPts val="400"/>
              </a:spcAft>
            </a:pPr>
            <a:r>
              <a:rPr b="1" sz="1050">
                <a:solidFill>
                  <a:srgbClr val="E87B22"/>
                </a:solidFill>
                <a:latin typeface="Arial"/>
              </a:rPr>
              <a:t>Year 1-2: </a:t>
            </a:r>
            <a:r>
              <a:rPr sz="1050">
                <a:solidFill>
                  <a:srgbClr val="333333"/>
                </a:solidFill>
                <a:latin typeface="Arial"/>
              </a:rPr>
              <a:t>Pilot filing, MPSC review, capped enrollment of qualifying, stable homeowners (Phase 1) -- realistic within window</a:t>
            </a:r>
          </a:p>
          <a:p>
            <a:pPr>
              <a:spcAft>
                <a:spcPts val="400"/>
              </a:spcAft>
            </a:pPr>
            <a:r>
              <a:rPr b="1" sz="1050">
                <a:solidFill>
                  <a:srgbClr val="E87B22"/>
                </a:solidFill>
                <a:latin typeface="Arial"/>
              </a:rPr>
              <a:t>Year 2-3: </a:t>
            </a:r>
            <a:r>
              <a:rPr sz="1050">
                <a:solidFill>
                  <a:srgbClr val="333333"/>
                </a:solidFill>
                <a:latin typeface="Arial"/>
              </a:rPr>
              <a:t>Fleet operational; results support a follow-on rate case for full rate-basing</a:t>
            </a:r>
          </a:p>
          <a:p>
            <a:pPr>
              <a:spcAft>
                <a:spcPts val="400"/>
              </a:spcAft>
            </a:pPr>
            <a:r>
              <a:rPr b="1" sz="1050">
                <a:solidFill>
                  <a:srgbClr val="E87B22"/>
                </a:solidFill>
                <a:latin typeface="Arial"/>
              </a:rPr>
              <a:t>APTIM staffing: </a:t>
            </a:r>
            <a:r>
              <a:rPr sz="1050">
                <a:solidFill>
                  <a:srgbClr val="333333"/>
                </a:solidFill>
                <a:latin typeface="Arial"/>
              </a:rPr>
              <a:t>Program admin team (site selection, recruitment, contractor mgmt) -- sized like existing Focus on Energy roles, exact headcount TBD</a:t>
            </a:r>
          </a:p>
          <a:p>
            <a:pPr>
              <a:spcAft>
                <a:spcPts val="400"/>
              </a:spcAft>
            </a:pPr>
            <a:r>
              <a:rPr b="1" sz="1050">
                <a:solidFill>
                  <a:srgbClr val="E87B22"/>
                </a:solidFill>
                <a:latin typeface="Arial"/>
              </a:rPr>
              <a:t>Honest note: </a:t>
            </a:r>
            <a:r>
              <a:rPr sz="1050">
                <a:solidFill>
                  <a:srgbClr val="333333"/>
                </a:solidFill>
                <a:latin typeface="Arial"/>
              </a:rPr>
              <a:t>Full-scale rate-basing may extend past year 3 -- pilot approval and operation is the 1-3 year deliverable</a:t>
            </a:r>
          </a:p>
        </p:txBody>
      </p:sp>
      <p:sp>
        <p:nvSpPr>
          <p:cNvPr id="13" name="Rectangle 12"/>
          <p:cNvSpPr/>
          <p:nvPr/>
        </p:nvSpPr>
        <p:spPr>
          <a:xfrm>
            <a:off x="365760" y="5806440"/>
            <a:ext cx="11384280" cy="685800"/>
          </a:xfrm>
          <a:prstGeom prst="rect">
            <a:avLst/>
          </a:prstGeom>
          <a:solidFill>
            <a:srgbClr val="E3F2E1"/>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rIns="109728"/>
          <a:lstStyle/>
          <a:p>
            <a:pPr algn="ctr"/>
            <a:r>
              <a:rPr sz="1000">
                <a:solidFill>
                  <a:srgbClr val="664E1A"/>
                </a:solidFill>
                <a:latin typeface="Arial"/>
              </a:rPr>
              <a:t>Answers the prompt: no new technology (existing batteries/solar) | single client group (Michigan IOUs) | leverages APTIM capabilities (program admin, contractor mgmt) | achievable in 1-3 years (pilot phase) | scalable (WI, LA, NC follow-on)</a:t>
            </a:r>
          </a:p>
        </p:txBody>
      </p:sp>
      <p:sp>
        <p:nvSpPr>
          <p:cNvPr id="14" name="TextBox 13"/>
          <p:cNvSpPr txBox="1"/>
          <p:nvPr/>
        </p:nvSpPr>
        <p:spPr>
          <a:xfrm>
            <a:off x="274320" y="6537960"/>
            <a:ext cx="9144000" cy="274320"/>
          </a:xfrm>
          <a:prstGeom prst="rect">
            <a:avLst/>
          </a:prstGeom>
          <a:noFill/>
        </p:spPr>
        <p:txBody>
          <a:bodyPr wrap="none">
            <a:spAutoFit/>
          </a:bodyPr>
          <a:lstStyle/>
          <a:p>
            <a:r>
              <a:rPr sz="800">
                <a:solidFill>
                  <a:srgbClr val="888888"/>
                </a:solidFill>
                <a:latin typeface="Arial"/>
              </a:rPr>
              <a:t>Confidential. Not to be copied, distributed, or reproduced without prior approval. © 2026 APTIM - All rights reserved.</a:t>
            </a:r>
          </a:p>
        </p:txBody>
      </p:sp>
      <p:sp>
        <p:nvSpPr>
          <p:cNvPr id="15" name="TextBox 14"/>
          <p:cNvSpPr txBox="1"/>
          <p:nvPr/>
        </p:nvSpPr>
        <p:spPr>
          <a:xfrm>
            <a:off x="11612880" y="6537960"/>
            <a:ext cx="457200" cy="274320"/>
          </a:xfrm>
          <a:prstGeom prst="rect">
            <a:avLst/>
          </a:prstGeom>
          <a:noFill/>
        </p:spPr>
        <p:txBody>
          <a:bodyPr wrap="none">
            <a:spAutoFit/>
          </a:bodyPr>
          <a:lstStyle/>
          <a:p>
            <a:r>
              <a:rPr sz="800">
                <a:solidFill>
                  <a:srgbClr val="888888"/>
                </a:solidFill>
                <a:latin typeface="Arial"/>
              </a:rPr>
              <a:t>15</a:t>
            </a:r>
          </a:p>
        </p:txBody>
      </p:sp>
    </p:spTree>
    <p:extLst>
      <p:ext uri="{BB962C8B-B14F-4D97-AF65-F5344CB8AC3E}">
        <p14:creationId xmlns:p14="http://schemas.microsoft.com/office/powerpoint/2010/main" val="1262814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7D1D9-0089-F069-D3BC-A2874382FC64}"/>
              </a:ext>
            </a:extLst>
          </p:cNvPr>
          <p:cNvSpPr>
            <a:spLocks noGrp="1"/>
          </p:cNvSpPr>
          <p:nvPr>
            <p:ph type="title"/>
          </p:nvPr>
        </p:nvSpPr>
        <p:spPr/>
        <p:txBody>
          <a:bodyPr/>
          <a:lstStyle/>
          <a:p>
            <a:r>
              <a:rPr lang="en-US"/>
              <a:t>Future/Scaling</a:t>
            </a:r>
          </a:p>
        </p:txBody>
      </p:sp>
      <p:sp>
        <p:nvSpPr>
          <p:cNvPr id="3" name="Content Placeholder 2">
            <a:extLst>
              <a:ext uri="{FF2B5EF4-FFF2-40B4-BE49-F238E27FC236}">
                <a16:creationId xmlns:a16="http://schemas.microsoft.com/office/drawing/2014/main" id="{4F32CF1A-84D7-4AA7-07D2-98446FE10F72}"/>
              </a:ext>
            </a:extLst>
          </p:cNvPr>
          <p:cNvSpPr>
            <a:spLocks noGrp="1"/>
          </p:cNvSpPr>
          <p:nvPr>
            <p:ph idx="1"/>
          </p:nvPr>
        </p:nvSpPr>
        <p:spPr/>
        <p:txBody>
          <a:bodyPr/>
          <a:lstStyle/>
          <a:p>
            <a:r>
              <a:rPr lang="en-US"/>
              <a:t>Program will expand to multiple states that we already have programs in once successful </a:t>
            </a:r>
          </a:p>
          <a:p>
            <a:pPr lvl="1"/>
            <a:r>
              <a:rPr lang="en-US"/>
              <a:t>Use Michigan as a pilot case then pitch its success internally to APTIM and approve it for the next state</a:t>
            </a:r>
          </a:p>
          <a:p>
            <a:pPr lvl="2"/>
            <a:r>
              <a:rPr lang="en-US"/>
              <a:t>Cali, Wisconsin, Louisiana, North Carolina</a:t>
            </a:r>
          </a:p>
          <a:p>
            <a:pPr lvl="2"/>
            <a:endParaRPr lang="en-US"/>
          </a:p>
          <a:p>
            <a:r>
              <a:rPr lang="en-US"/>
              <a:t>Possible updates</a:t>
            </a:r>
          </a:p>
        </p:txBody>
      </p:sp>
      <p:sp>
        <p:nvSpPr>
          <p:cNvPr id="4" name="Footer Placeholder 3">
            <a:extLst>
              <a:ext uri="{FF2B5EF4-FFF2-40B4-BE49-F238E27FC236}">
                <a16:creationId xmlns:a16="http://schemas.microsoft.com/office/drawing/2014/main" id="{0F398C98-03E6-94C1-75D5-49F5F8482AD2}"/>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130E6C8E-5C79-218B-34A6-A5742B678C80}"/>
              </a:ext>
            </a:extLst>
          </p:cNvPr>
          <p:cNvSpPr>
            <a:spLocks noGrp="1"/>
          </p:cNvSpPr>
          <p:nvPr>
            <p:ph type="sldNum" sz="quarter" idx="12"/>
          </p:nvPr>
        </p:nvSpPr>
        <p:spPr/>
        <p:txBody>
          <a:bodyPr/>
          <a:lstStyle/>
          <a:p>
            <a:fld id="{F8F6B9CD-BE6B-498B-93B3-0FAD7ADE75E3}" type="slidenum">
              <a:rPr lang="en-US" smtClean="0"/>
              <a:t>16</a:t>
            </a:fld>
            <a:endParaRPr lang="en-US"/>
          </a:p>
        </p:txBody>
      </p:sp>
    </p:spTree>
    <p:extLst>
      <p:ext uri="{BB962C8B-B14F-4D97-AF65-F5344CB8AC3E}">
        <p14:creationId xmlns:p14="http://schemas.microsoft.com/office/powerpoint/2010/main" val="1647400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D8EF4-5EAB-4023-0568-77C0063DB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0FDFA-04BC-BAFE-3177-E20862F86F1C}"/>
              </a:ext>
            </a:extLst>
          </p:cNvPr>
          <p:cNvSpPr>
            <a:spLocks noGrp="1"/>
          </p:cNvSpPr>
          <p:nvPr>
            <p:ph type="title"/>
          </p:nvPr>
        </p:nvSpPr>
        <p:spPr/>
        <p:txBody>
          <a:bodyPr/>
          <a:lstStyle/>
          <a:p>
            <a:pPr algn="ctr"/>
            <a:r>
              <a:rPr lang="en-US">
                <a:latin typeface="Arial Black"/>
                <a:cs typeface="Arial"/>
              </a:rPr>
              <a:t>How  APTIM Wins</a:t>
            </a:r>
            <a:endParaRPr lang="en-US"/>
          </a:p>
        </p:txBody>
      </p:sp>
      <p:sp>
        <p:nvSpPr>
          <p:cNvPr id="4" name="Footer Placeholder 3">
            <a:extLst>
              <a:ext uri="{FF2B5EF4-FFF2-40B4-BE49-F238E27FC236}">
                <a16:creationId xmlns:a16="http://schemas.microsoft.com/office/drawing/2014/main" id="{027B9ABC-0F7E-D81C-3CEC-92EC59BD66BA}"/>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18309818-9792-1286-3A9C-088C82A3F3AB}"/>
              </a:ext>
            </a:extLst>
          </p:cNvPr>
          <p:cNvSpPr>
            <a:spLocks noGrp="1"/>
          </p:cNvSpPr>
          <p:nvPr>
            <p:ph type="sldNum" sz="quarter" idx="12"/>
          </p:nvPr>
        </p:nvSpPr>
        <p:spPr/>
        <p:txBody>
          <a:bodyPr/>
          <a:lstStyle/>
          <a:p>
            <a:fld id="{F8F6B9CD-BE6B-498B-93B3-0FAD7ADE75E3}" type="slidenum">
              <a:rPr lang="en-US" smtClean="0"/>
              <a:t>11</a:t>
            </a:fld>
            <a:endParaRPr lang="en-US"/>
          </a:p>
        </p:txBody>
      </p:sp>
      <p:sp>
        <p:nvSpPr>
          <p:cNvPr id="11" name="TextBox 10">
            <a:extLst>
              <a:ext uri="{FF2B5EF4-FFF2-40B4-BE49-F238E27FC236}">
                <a16:creationId xmlns:a16="http://schemas.microsoft.com/office/drawing/2014/main" id="{F1EEF561-8855-7215-01EC-51D188B2E042}"/>
              </a:ext>
            </a:extLst>
          </p:cNvPr>
          <p:cNvSpPr txBox="1"/>
          <p:nvPr/>
        </p:nvSpPr>
        <p:spPr>
          <a:xfrm>
            <a:off x="615406" y="1788161"/>
            <a:ext cx="415544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000"/>
              <a:t>Proven Large-Scale Delivery</a:t>
            </a:r>
          </a:p>
          <a:p>
            <a:pPr marL="285750" indent="-285750">
              <a:buFont typeface="Calibri"/>
              <a:buChar char="-"/>
            </a:pPr>
            <a:r>
              <a:rPr lang="en-US" sz="2000"/>
              <a:t>Combines Implementation, Analytics, and Infrastructure Expertise</a:t>
            </a:r>
          </a:p>
          <a:p>
            <a:pPr marL="285750" indent="-285750">
              <a:buFont typeface="Calibri"/>
              <a:buChar char="-"/>
            </a:pPr>
            <a:r>
              <a:rPr lang="en-US" sz="2000"/>
              <a:t>Proven Success in Resilience, Compliance, and Public-Sector Programs</a:t>
            </a:r>
          </a:p>
        </p:txBody>
      </p:sp>
      <p:pic>
        <p:nvPicPr>
          <p:cNvPr id="16" name="Picture 15">
            <a:extLst>
              <a:ext uri="{FF2B5EF4-FFF2-40B4-BE49-F238E27FC236}">
                <a16:creationId xmlns:a16="http://schemas.microsoft.com/office/drawing/2014/main" id="{B7221E20-18C8-00EE-9CB3-C5086A960485}"/>
              </a:ext>
            </a:extLst>
          </p:cNvPr>
          <p:cNvPicPr>
            <a:picLocks noChangeAspect="1"/>
          </p:cNvPicPr>
          <p:nvPr/>
        </p:nvPicPr>
        <p:blipFill>
          <a:blip r:embed="rId3"/>
          <a:srcRect l="5009" r="1949" b="-227"/>
          <a:stretch>
            <a:fillRect/>
          </a:stretch>
        </p:blipFill>
        <p:spPr>
          <a:xfrm>
            <a:off x="4997449" y="1170442"/>
            <a:ext cx="6447843" cy="5337182"/>
          </a:xfrm>
          <a:prstGeom prst="rect">
            <a:avLst/>
          </a:prstGeom>
        </p:spPr>
      </p:pic>
    </p:spTree>
    <p:extLst>
      <p:ext uri="{BB962C8B-B14F-4D97-AF65-F5344CB8AC3E}">
        <p14:creationId xmlns:p14="http://schemas.microsoft.com/office/powerpoint/2010/main" val="3879935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2580-621B-84DC-179E-3ACB50F4E391}"/>
              </a:ext>
            </a:extLst>
          </p:cNvPr>
          <p:cNvSpPr>
            <a:spLocks noGrp="1"/>
          </p:cNvSpPr>
          <p:nvPr>
            <p:ph type="ctrTitle"/>
          </p:nvPr>
        </p:nvSpPr>
        <p:spPr/>
        <p:txBody>
          <a:bodyPr/>
          <a:lstStyle/>
          <a:p>
            <a:r>
              <a:rPr lang="en-US"/>
              <a:t>Thank you!</a:t>
            </a:r>
          </a:p>
        </p:txBody>
      </p:sp>
      <p:sp>
        <p:nvSpPr>
          <p:cNvPr id="3" name="Subtitle 2">
            <a:extLst>
              <a:ext uri="{FF2B5EF4-FFF2-40B4-BE49-F238E27FC236}">
                <a16:creationId xmlns:a16="http://schemas.microsoft.com/office/drawing/2014/main" id="{4C8383CF-FB71-ACA0-C993-E7D5AA4487A8}"/>
              </a:ext>
            </a:extLst>
          </p:cNvPr>
          <p:cNvSpPr>
            <a:spLocks noGrp="1"/>
          </p:cNvSpPr>
          <p:nvPr>
            <p:ph type="subTitle" idx="1"/>
          </p:nvPr>
        </p:nvSpPr>
        <p:spPr/>
        <p:txBody>
          <a:bodyPr/>
          <a:lstStyle/>
          <a:p>
            <a:r>
              <a:rPr lang="en-US"/>
              <a:t>Any questions? </a:t>
            </a:r>
          </a:p>
        </p:txBody>
      </p:sp>
      <p:sp>
        <p:nvSpPr>
          <p:cNvPr id="4" name="Footer Placeholder 3">
            <a:extLst>
              <a:ext uri="{FF2B5EF4-FFF2-40B4-BE49-F238E27FC236}">
                <a16:creationId xmlns:a16="http://schemas.microsoft.com/office/drawing/2014/main" id="{21040B46-EDA1-89DA-A37D-B38B831A0840}"/>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BF19C1C7-80E4-A147-1864-0296D9F5B6E7}"/>
              </a:ext>
            </a:extLst>
          </p:cNvPr>
          <p:cNvSpPr>
            <a:spLocks noGrp="1"/>
          </p:cNvSpPr>
          <p:nvPr>
            <p:ph type="sldNum" sz="quarter" idx="12"/>
          </p:nvPr>
        </p:nvSpPr>
        <p:spPr/>
        <p:txBody>
          <a:bodyPr/>
          <a:lstStyle/>
          <a:p>
            <a:fld id="{F8F6B9CD-BE6B-498B-93B3-0FAD7ADE75E3}" type="slidenum">
              <a:rPr lang="en-US" smtClean="0"/>
              <a:t>17</a:t>
            </a:fld>
            <a:endParaRPr lang="en-US"/>
          </a:p>
        </p:txBody>
      </p:sp>
      <p:pic>
        <p:nvPicPr>
          <p:cNvPr id="7" name="Graphic 6" descr="Hill scene with solid fill">
            <a:extLst>
              <a:ext uri="{FF2B5EF4-FFF2-40B4-BE49-F238E27FC236}">
                <a16:creationId xmlns:a16="http://schemas.microsoft.com/office/drawing/2014/main" id="{CA14C5A4-F592-8B7F-E27B-B84A3E2217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17345" y="2698101"/>
            <a:ext cx="2636982" cy="2636982"/>
          </a:xfrm>
          <a:prstGeom prst="rect">
            <a:avLst/>
          </a:prstGeom>
        </p:spPr>
      </p:pic>
      <p:pic>
        <p:nvPicPr>
          <p:cNvPr id="9" name="Picture 8" descr="Cow in pasture">
            <a:extLst>
              <a:ext uri="{FF2B5EF4-FFF2-40B4-BE49-F238E27FC236}">
                <a16:creationId xmlns:a16="http://schemas.microsoft.com/office/drawing/2014/main" id="{F3476969-A05E-184C-BE8E-219CBFDD48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6560" y="1275844"/>
            <a:ext cx="3132168" cy="4306311"/>
          </a:xfrm>
          <a:prstGeom prst="rect">
            <a:avLst/>
          </a:prstGeom>
        </p:spPr>
      </p:pic>
    </p:spTree>
    <p:extLst>
      <p:ext uri="{BB962C8B-B14F-4D97-AF65-F5344CB8AC3E}">
        <p14:creationId xmlns:p14="http://schemas.microsoft.com/office/powerpoint/2010/main" val="2415385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8407AFE-A633-546A-9488-924FB6B3102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3" name="Slide Number Placeholder 2">
            <a:extLst>
              <a:ext uri="{FF2B5EF4-FFF2-40B4-BE49-F238E27FC236}">
                <a16:creationId xmlns:a16="http://schemas.microsoft.com/office/drawing/2014/main" id="{DB602459-8DDE-74C5-6059-06136E5EFE29}"/>
              </a:ext>
            </a:extLst>
          </p:cNvPr>
          <p:cNvSpPr>
            <a:spLocks noGrp="1"/>
          </p:cNvSpPr>
          <p:nvPr>
            <p:ph type="sldNum" sz="quarter" idx="12"/>
          </p:nvPr>
        </p:nvSpPr>
        <p:spPr/>
        <p:txBody>
          <a:bodyPr/>
          <a:lstStyle/>
          <a:p>
            <a:fld id="{F8F6B9CD-BE6B-498B-93B3-0FAD7ADE75E3}" type="slidenum">
              <a:rPr lang="en-US" smtClean="0"/>
              <a:pPr/>
              <a:t>18</a:t>
            </a:fld>
            <a:endParaRPr lang="en-US"/>
          </a:p>
        </p:txBody>
      </p:sp>
    </p:spTree>
    <p:extLst>
      <p:ext uri="{BB962C8B-B14F-4D97-AF65-F5344CB8AC3E}">
        <p14:creationId xmlns:p14="http://schemas.microsoft.com/office/powerpoint/2010/main" val="947991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40CE-36FF-4C58-01BD-BC36B81C55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A57B56-BD8B-50CC-3313-7C6350014775}"/>
              </a:ext>
            </a:extLst>
          </p:cNvPr>
          <p:cNvSpPr>
            <a:spLocks noGrp="1"/>
          </p:cNvSpPr>
          <p:nvPr>
            <p:ph idx="1"/>
          </p:nvPr>
        </p:nvSpPr>
        <p:spPr/>
        <p:txBody>
          <a:bodyPr vert="horz" lIns="0" tIns="0" rIns="0" bIns="0" rtlCol="0" anchor="t">
            <a:noAutofit/>
          </a:bodyPr>
          <a:lstStyle/>
          <a:p>
            <a:pPr marL="233045" indent="-233045"/>
            <a:r>
              <a:rPr lang="en-US">
                <a:latin typeface="Arial"/>
                <a:cs typeface="Arial"/>
              </a:rPr>
              <a:t>Find some way to quantify how important each factor is (decision matrix?)</a:t>
            </a:r>
          </a:p>
          <a:p>
            <a:pPr lvl="1">
              <a:buFont typeface="Courier New" panose="020B0604020202020204" pitchFamily="34" charset="0"/>
              <a:buChar char="o"/>
            </a:pPr>
            <a:r>
              <a:rPr lang="en-US">
                <a:latin typeface="Arial"/>
                <a:cs typeface="Arial"/>
              </a:rPr>
              <a:t>This will help the best concept be chosen and provide a concrete reason as too why</a:t>
            </a:r>
          </a:p>
          <a:p>
            <a:pPr lvl="1">
              <a:buFont typeface="Courier New" panose="020B0604020202020204" pitchFamily="34" charset="0"/>
              <a:buChar char="o"/>
            </a:pPr>
            <a:r>
              <a:rPr lang="en-US">
                <a:latin typeface="Arial"/>
                <a:cs typeface="Arial"/>
              </a:rPr>
              <a:t>Make a list of factors: cost, ease, implementation timeframe, impact</a:t>
            </a:r>
          </a:p>
          <a:p>
            <a:pPr lvl="1">
              <a:buFont typeface="Courier New" panose="020B0604020202020204" pitchFamily="34" charset="0"/>
              <a:buChar char="o"/>
            </a:pPr>
            <a:r>
              <a:rPr lang="en-US">
                <a:latin typeface="Arial"/>
                <a:cs typeface="Arial"/>
              </a:rPr>
              <a:t>Give each one a weight based on how import it is </a:t>
            </a:r>
          </a:p>
          <a:p>
            <a:pPr lvl="2">
              <a:buFont typeface="Wingdings" panose="020B0604020202020204" pitchFamily="34" charset="0"/>
              <a:buChar char="§"/>
            </a:pPr>
            <a:r>
              <a:rPr lang="en-US">
                <a:latin typeface="Arial"/>
                <a:cs typeface="Arial"/>
              </a:rPr>
              <a:t>Maybe interview APTIM people who make financial/program decisions to see what they find the be the most important thing </a:t>
            </a:r>
          </a:p>
          <a:p>
            <a:pPr lvl="1">
              <a:buFont typeface="Courier New" panose="020B0604020202020204" pitchFamily="34" charset="0"/>
              <a:buChar char="o"/>
            </a:pPr>
            <a:r>
              <a:rPr lang="en-US">
                <a:latin typeface="Arial"/>
                <a:cs typeface="Arial"/>
              </a:rPr>
              <a:t>Rate each </a:t>
            </a:r>
            <a:r>
              <a:rPr lang="en-US" err="1">
                <a:latin typeface="Arial"/>
                <a:cs typeface="Arial"/>
              </a:rPr>
              <a:t>conce</a:t>
            </a:r>
            <a:r>
              <a:rPr lang="en-US">
                <a:latin typeface="Arial"/>
                <a:cs typeface="Arial"/>
              </a:rPr>
              <a:t>pt on each factor, include the weights, highest score wins</a:t>
            </a:r>
          </a:p>
        </p:txBody>
      </p:sp>
      <p:sp>
        <p:nvSpPr>
          <p:cNvPr id="4" name="Footer Placeholder 3">
            <a:extLst>
              <a:ext uri="{FF2B5EF4-FFF2-40B4-BE49-F238E27FC236}">
                <a16:creationId xmlns:a16="http://schemas.microsoft.com/office/drawing/2014/main" id="{EEAC4552-094D-E846-0855-E0EC80371B6D}"/>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188B43AE-F1EA-494D-3EC8-60EF3D6DC188}"/>
              </a:ext>
            </a:extLst>
          </p:cNvPr>
          <p:cNvSpPr>
            <a:spLocks noGrp="1"/>
          </p:cNvSpPr>
          <p:nvPr>
            <p:ph type="sldNum" sz="quarter" idx="12"/>
          </p:nvPr>
        </p:nvSpPr>
        <p:spPr/>
        <p:txBody>
          <a:bodyPr/>
          <a:lstStyle/>
          <a:p>
            <a:fld id="{F8F6B9CD-BE6B-498B-93B3-0FAD7ADE75E3}" type="slidenum">
              <a:rPr lang="en-US" smtClean="0"/>
              <a:t>19</a:t>
            </a:fld>
            <a:endParaRPr lang="en-US"/>
          </a:p>
        </p:txBody>
      </p:sp>
    </p:spTree>
    <p:extLst>
      <p:ext uri="{BB962C8B-B14F-4D97-AF65-F5344CB8AC3E}">
        <p14:creationId xmlns:p14="http://schemas.microsoft.com/office/powerpoint/2010/main" val="1718832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FA5F-5ED6-4CCD-0B0A-314902B7F1E6}"/>
              </a:ext>
            </a:extLst>
          </p:cNvPr>
          <p:cNvSpPr>
            <a:spLocks noGrp="1"/>
          </p:cNvSpPr>
          <p:nvPr>
            <p:ph type="title"/>
          </p:nvPr>
        </p:nvSpPr>
        <p:spPr/>
        <p:txBody>
          <a:bodyPr/>
          <a:lstStyle/>
          <a:p>
            <a:r>
              <a:rPr lang="en-US">
                <a:latin typeface="Arial Black"/>
                <a:cs typeface="Arial"/>
              </a:rPr>
              <a:t>Appendix</a:t>
            </a:r>
            <a:endParaRPr lang="en-US"/>
          </a:p>
        </p:txBody>
      </p:sp>
      <p:sp>
        <p:nvSpPr>
          <p:cNvPr id="3" name="Content Placeholder 2">
            <a:extLst>
              <a:ext uri="{FF2B5EF4-FFF2-40B4-BE49-F238E27FC236}">
                <a16:creationId xmlns:a16="http://schemas.microsoft.com/office/drawing/2014/main" id="{21716690-59FD-F1C2-11AD-5A32C5AF705C}"/>
              </a:ext>
            </a:extLst>
          </p:cNvPr>
          <p:cNvSpPr>
            <a:spLocks noGrp="1"/>
          </p:cNvSpPr>
          <p:nvPr>
            <p:ph idx="1"/>
          </p:nvPr>
        </p:nvSpPr>
        <p:spPr/>
        <p:txBody>
          <a:bodyPr vert="horz" lIns="0" tIns="0" rIns="0" bIns="0" rtlCol="0" anchor="t">
            <a:noAutofit/>
          </a:bodyPr>
          <a:lstStyle/>
          <a:p>
            <a:pPr marL="233045" indent="-233045"/>
            <a:r>
              <a:rPr lang="en-US">
                <a:latin typeface="Arial"/>
                <a:cs typeface="Arial"/>
              </a:rPr>
              <a:t>Don’t delete stuff just add it to appendix</a:t>
            </a:r>
            <a:endParaRPr lang="en-US"/>
          </a:p>
        </p:txBody>
      </p:sp>
      <p:sp>
        <p:nvSpPr>
          <p:cNvPr id="4" name="Footer Placeholder 3">
            <a:extLst>
              <a:ext uri="{FF2B5EF4-FFF2-40B4-BE49-F238E27FC236}">
                <a16:creationId xmlns:a16="http://schemas.microsoft.com/office/drawing/2014/main" id="{87A0E524-1D12-63DA-EB1A-DC86BE99DC78}"/>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0505D3F1-5E1F-EDBB-CAD6-938CAB67CA38}"/>
              </a:ext>
            </a:extLst>
          </p:cNvPr>
          <p:cNvSpPr>
            <a:spLocks noGrp="1"/>
          </p:cNvSpPr>
          <p:nvPr>
            <p:ph type="sldNum" sz="quarter" idx="12"/>
          </p:nvPr>
        </p:nvSpPr>
        <p:spPr/>
        <p:txBody>
          <a:bodyPr/>
          <a:lstStyle/>
          <a:p>
            <a:fld id="{F8F6B9CD-BE6B-498B-93B3-0FAD7ADE75E3}" type="slidenum">
              <a:rPr lang="en-US" smtClean="0"/>
              <a:t>20</a:t>
            </a:fld>
            <a:endParaRPr lang="en-US"/>
          </a:p>
        </p:txBody>
      </p:sp>
    </p:spTree>
    <p:extLst>
      <p:ext uri="{BB962C8B-B14F-4D97-AF65-F5344CB8AC3E}">
        <p14:creationId xmlns:p14="http://schemas.microsoft.com/office/powerpoint/2010/main" val="3265004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B8BF6-FECC-2C0A-6612-5FE94A1B0DED}"/>
              </a:ext>
            </a:extLst>
          </p:cNvPr>
          <p:cNvSpPr>
            <a:spLocks noGrp="1"/>
          </p:cNvSpPr>
          <p:nvPr>
            <p:ph type="title"/>
          </p:nvPr>
        </p:nvSpPr>
        <p:spPr/>
        <p:txBody>
          <a:bodyPr/>
          <a:lstStyle/>
          <a:p>
            <a:r>
              <a:rPr lang="en-US">
                <a:latin typeface="Arial Black"/>
                <a:cs typeface="Arial"/>
              </a:rPr>
              <a:t>Goal of presentation </a:t>
            </a:r>
            <a:endParaRPr lang="en-US"/>
          </a:p>
        </p:txBody>
      </p:sp>
      <p:sp>
        <p:nvSpPr>
          <p:cNvPr id="3" name="Content Placeholder 2">
            <a:extLst>
              <a:ext uri="{FF2B5EF4-FFF2-40B4-BE49-F238E27FC236}">
                <a16:creationId xmlns:a16="http://schemas.microsoft.com/office/drawing/2014/main" id="{A29A4B8D-FD93-CF23-4C5D-E53B653AF492}"/>
              </a:ext>
            </a:extLst>
          </p:cNvPr>
          <p:cNvSpPr>
            <a:spLocks noGrp="1"/>
          </p:cNvSpPr>
          <p:nvPr>
            <p:ph idx="1"/>
          </p:nvPr>
        </p:nvSpPr>
        <p:spPr/>
        <p:txBody>
          <a:bodyPr vert="horz" lIns="0" tIns="0" rIns="0" bIns="0" rtlCol="0" anchor="t">
            <a:noAutofit/>
          </a:bodyPr>
          <a:lstStyle/>
          <a:p>
            <a:pPr marL="233045" indent="-233045">
              <a:buFont typeface="Calibri" panose="020B0604020202020204" pitchFamily="34" charset="0"/>
              <a:buChar char="-"/>
            </a:pPr>
            <a:r>
              <a:rPr lang="en-US">
                <a:latin typeface="Arial"/>
                <a:cs typeface="Arial"/>
              </a:rPr>
              <a:t>20 to 25 minutes </a:t>
            </a:r>
            <a:endParaRPr lang="en-US"/>
          </a:p>
          <a:p>
            <a:pPr marL="233045" indent="-233045">
              <a:buFont typeface="Calibri" panose="020B0604020202020204" pitchFamily="34" charset="0"/>
              <a:buChar char="-"/>
            </a:pPr>
            <a:r>
              <a:rPr lang="en-US">
                <a:latin typeface="Arial"/>
                <a:cs typeface="Arial"/>
              </a:rPr>
              <a:t>10 minutes Q&amp;A</a:t>
            </a:r>
            <a:endParaRPr lang="en-US"/>
          </a:p>
          <a:p>
            <a:pPr lvl="1">
              <a:buFont typeface="Courier New" panose="020B0604020202020204" pitchFamily="34" charset="0"/>
              <a:buChar char="o"/>
            </a:pPr>
            <a:r>
              <a:rPr lang="en-US">
                <a:latin typeface="Arial"/>
                <a:cs typeface="Arial"/>
              </a:rPr>
              <a:t>Could be people very knowledgeable about the subject so be </a:t>
            </a:r>
            <a:r>
              <a:rPr lang="en-US" err="1">
                <a:latin typeface="Arial"/>
                <a:cs typeface="Arial"/>
              </a:rPr>
              <a:t>prepaired</a:t>
            </a:r>
            <a:endParaRPr lang="en-US">
              <a:latin typeface="Arial"/>
              <a:cs typeface="Arial"/>
            </a:endParaRPr>
          </a:p>
          <a:p>
            <a:pPr marL="233045" indent="-233045">
              <a:buFont typeface="Calibri" panose="020B0604020202020204" pitchFamily="34" charset="0"/>
              <a:buChar char="-"/>
            </a:pPr>
            <a:r>
              <a:rPr lang="en-US">
                <a:latin typeface="Arial"/>
                <a:cs typeface="Arial"/>
              </a:rPr>
              <a:t>Audience: Various APTIM employees and leadership </a:t>
            </a:r>
            <a:endParaRPr lang="en-US"/>
          </a:p>
          <a:p>
            <a:pPr marL="233045" indent="-233045">
              <a:buFont typeface="Calibri" panose="020B0604020202020204" pitchFamily="34" charset="0"/>
              <a:buChar char="-"/>
            </a:pPr>
            <a:endParaRPr lang="en-US"/>
          </a:p>
          <a:p>
            <a:pPr marL="233045" indent="-233045">
              <a:buFont typeface="Calibri" panose="020B0604020202020204" pitchFamily="34" charset="0"/>
              <a:buChar char="-"/>
            </a:pPr>
            <a:r>
              <a:rPr lang="en-US">
                <a:latin typeface="Arial"/>
                <a:cs typeface="Arial"/>
              </a:rPr>
              <a:t>Use a lot of images/visual items rather than massive blocks of text</a:t>
            </a:r>
          </a:p>
          <a:p>
            <a:pPr marL="233045" indent="-233045">
              <a:buFont typeface="Calibri" panose="020B0604020202020204" pitchFamily="34" charset="0"/>
              <a:buChar char="-"/>
            </a:pPr>
            <a:r>
              <a:rPr lang="en-US">
                <a:latin typeface="Arial"/>
                <a:cs typeface="Arial"/>
              </a:rPr>
              <a:t>Keep the audience engaged, tell a story from start to finish </a:t>
            </a:r>
          </a:p>
          <a:p>
            <a:pPr lvl="1">
              <a:buFont typeface="Courier New" panose="020B0604020202020204" pitchFamily="34" charset="0"/>
              <a:buChar char="o"/>
            </a:pPr>
            <a:r>
              <a:rPr lang="en-US">
                <a:latin typeface="Arial"/>
                <a:cs typeface="Arial"/>
              </a:rPr>
              <a:t>Act as if the audience has no prior knowledge on your work/research (they don’t)</a:t>
            </a:r>
            <a:endParaRPr lang="en-US"/>
          </a:p>
          <a:p>
            <a:pPr lvl="1">
              <a:buFont typeface="Courier New" panose="020B0604020202020204" pitchFamily="34" charset="0"/>
              <a:buChar char="o"/>
            </a:pPr>
            <a:endParaRPr lang="en-US"/>
          </a:p>
        </p:txBody>
      </p:sp>
      <p:sp>
        <p:nvSpPr>
          <p:cNvPr id="4" name="Footer Placeholder 3">
            <a:extLst>
              <a:ext uri="{FF2B5EF4-FFF2-40B4-BE49-F238E27FC236}">
                <a16:creationId xmlns:a16="http://schemas.microsoft.com/office/drawing/2014/main" id="{9520CA0E-5D04-3BD1-766D-206A05B3ECB2}"/>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0DC6254A-47E9-6B7F-46ED-54B5363E35B1}"/>
              </a:ext>
            </a:extLst>
          </p:cNvPr>
          <p:cNvSpPr>
            <a:spLocks noGrp="1"/>
          </p:cNvSpPr>
          <p:nvPr>
            <p:ph type="sldNum" sz="quarter" idx="12"/>
          </p:nvPr>
        </p:nvSpPr>
        <p:spPr/>
        <p:txBody>
          <a:bodyPr/>
          <a:lstStyle/>
          <a:p>
            <a:fld id="{F8F6B9CD-BE6B-498B-93B3-0FAD7ADE75E3}" type="slidenum">
              <a:rPr lang="en-US" smtClean="0"/>
              <a:t>21</a:t>
            </a:fld>
            <a:endParaRPr lang="en-US"/>
          </a:p>
        </p:txBody>
      </p:sp>
    </p:spTree>
    <p:extLst>
      <p:ext uri="{BB962C8B-B14F-4D97-AF65-F5344CB8AC3E}">
        <p14:creationId xmlns:p14="http://schemas.microsoft.com/office/powerpoint/2010/main" val="2508452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E4B58-894C-A9A8-5CDD-90256BF0F7E6}"/>
              </a:ext>
            </a:extLst>
          </p:cNvPr>
          <p:cNvSpPr>
            <a:spLocks noGrp="1"/>
          </p:cNvSpPr>
          <p:nvPr>
            <p:ph type="title"/>
          </p:nvPr>
        </p:nvSpPr>
        <p:spPr/>
        <p:txBody>
          <a:bodyPr/>
          <a:lstStyle/>
          <a:p>
            <a:r>
              <a:rPr lang="en-US">
                <a:latin typeface="Arial Black"/>
                <a:cs typeface="Arial"/>
              </a:rPr>
              <a:t>Given big blurb</a:t>
            </a:r>
            <a:endParaRPr lang="en-US"/>
          </a:p>
        </p:txBody>
      </p:sp>
      <p:sp>
        <p:nvSpPr>
          <p:cNvPr id="3" name="Content Placeholder 2">
            <a:extLst>
              <a:ext uri="{FF2B5EF4-FFF2-40B4-BE49-F238E27FC236}">
                <a16:creationId xmlns:a16="http://schemas.microsoft.com/office/drawing/2014/main" id="{397D538C-01EA-A82C-2282-AC4AD81F2D9F}"/>
              </a:ext>
            </a:extLst>
          </p:cNvPr>
          <p:cNvSpPr>
            <a:spLocks noGrp="1"/>
          </p:cNvSpPr>
          <p:nvPr>
            <p:ph idx="1"/>
          </p:nvPr>
        </p:nvSpPr>
        <p:spPr/>
        <p:txBody>
          <a:bodyPr vert="horz" lIns="0" tIns="0" rIns="0" bIns="0" rtlCol="0" anchor="t">
            <a:noAutofit/>
          </a:bodyPr>
          <a:lstStyle/>
          <a:p>
            <a:pPr marL="233045" indent="-233045">
              <a:buNone/>
            </a:pPr>
            <a:r>
              <a:rPr lang="en-US">
                <a:latin typeface="Arial"/>
                <a:cs typeface="Arial"/>
              </a:rPr>
              <a:t>  Utilities, states, counties and cities face growing pressure to continue advancing</a:t>
            </a:r>
          </a:p>
          <a:p>
            <a:pPr marL="233045" indent="-233045">
              <a:buNone/>
            </a:pPr>
            <a:r>
              <a:rPr lang="en-US"/>
              <a:t>energy efficiency, electrification, resilience, and sustainability initiatives amid</a:t>
            </a:r>
          </a:p>
          <a:p>
            <a:pPr marL="233045" indent="-233045">
              <a:buNone/>
            </a:pPr>
            <a:r>
              <a:rPr lang="en-US"/>
              <a:t>changing federal funding availability, evolving incentive structures, and increasing</a:t>
            </a:r>
          </a:p>
          <a:p>
            <a:pPr marL="233045" indent="-233045">
              <a:buNone/>
            </a:pPr>
            <a:r>
              <a:rPr lang="en-US"/>
              <a:t>operational complexity. At the same time, customers continue to seek guidance,</a:t>
            </a:r>
          </a:p>
          <a:p>
            <a:pPr marL="233045" indent="-233045">
              <a:buNone/>
            </a:pPr>
            <a:r>
              <a:rPr lang="en-US"/>
              <a:t>implementation support, and cost-effective energy solutions.</a:t>
            </a:r>
          </a:p>
          <a:p>
            <a:pPr marL="233045" indent="-233045">
              <a:buNone/>
            </a:pPr>
            <a:endParaRPr lang="en-US">
              <a:latin typeface="Arial"/>
              <a:cs typeface="Arial"/>
            </a:endParaRPr>
          </a:p>
          <a:p>
            <a:pPr marL="233045" indent="-233045">
              <a:buNone/>
            </a:pPr>
            <a:endParaRPr lang="en-US">
              <a:latin typeface="Arial"/>
              <a:cs typeface="Arial"/>
            </a:endParaRPr>
          </a:p>
          <a:p>
            <a:pPr marL="233045" indent="-233045">
              <a:buNone/>
            </a:pPr>
            <a:r>
              <a:rPr lang="en-US">
                <a:latin typeface="Arial"/>
                <a:cs typeface="Arial"/>
              </a:rPr>
              <a:t>  How could APTIM leverage its existing capabilities across sustainability</a:t>
            </a:r>
          </a:p>
          <a:p>
            <a:pPr marL="233045" indent="-233045">
              <a:buNone/>
            </a:pPr>
            <a:r>
              <a:rPr lang="en-US"/>
              <a:t>consulting, customer engagement, and energy program management to</a:t>
            </a:r>
          </a:p>
          <a:p>
            <a:pPr marL="233045" indent="-233045">
              <a:buNone/>
            </a:pPr>
            <a:r>
              <a:rPr lang="en-US"/>
              <a:t>help utilities, states, counties, cities, or program administrators deliver</a:t>
            </a:r>
          </a:p>
          <a:p>
            <a:pPr marL="233045" indent="-233045">
              <a:buNone/>
            </a:pPr>
            <a:r>
              <a:rPr lang="en-US"/>
              <a:t>effective energy and sustainability programs under constrained or</a:t>
            </a:r>
          </a:p>
          <a:p>
            <a:pPr marL="0" indent="0">
              <a:buNone/>
            </a:pPr>
            <a:r>
              <a:rPr lang="en-US"/>
              <a:t>uncertain funding conditions?</a:t>
            </a:r>
          </a:p>
        </p:txBody>
      </p:sp>
      <p:sp>
        <p:nvSpPr>
          <p:cNvPr id="4" name="Footer Placeholder 3">
            <a:extLst>
              <a:ext uri="{FF2B5EF4-FFF2-40B4-BE49-F238E27FC236}">
                <a16:creationId xmlns:a16="http://schemas.microsoft.com/office/drawing/2014/main" id="{871C8934-17E8-E45D-0C5F-28D26145E591}"/>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50051E5C-773B-65DD-DCFC-DCF645CF8A19}"/>
              </a:ext>
            </a:extLst>
          </p:cNvPr>
          <p:cNvSpPr>
            <a:spLocks noGrp="1"/>
          </p:cNvSpPr>
          <p:nvPr>
            <p:ph type="sldNum" sz="quarter" idx="12"/>
          </p:nvPr>
        </p:nvSpPr>
        <p:spPr/>
        <p:txBody>
          <a:bodyPr/>
          <a:lstStyle/>
          <a:p>
            <a:fld id="{F8F6B9CD-BE6B-498B-93B3-0FAD7ADE75E3}" type="slidenum">
              <a:rPr lang="en-US" smtClean="0"/>
              <a:t>22</a:t>
            </a:fld>
            <a:endParaRPr lang="en-US"/>
          </a:p>
        </p:txBody>
      </p:sp>
    </p:spTree>
    <p:extLst>
      <p:ext uri="{BB962C8B-B14F-4D97-AF65-F5344CB8AC3E}">
        <p14:creationId xmlns:p14="http://schemas.microsoft.com/office/powerpoint/2010/main" val="2665781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7F31-FDA5-0AEF-8DA0-0F3C028AD5BB}"/>
              </a:ext>
            </a:extLst>
          </p:cNvPr>
          <p:cNvSpPr>
            <a:spLocks noGrp="1"/>
          </p:cNvSpPr>
          <p:nvPr>
            <p:ph type="title"/>
          </p:nvPr>
        </p:nvSpPr>
        <p:spPr/>
        <p:txBody>
          <a:bodyPr/>
          <a:lstStyle/>
          <a:p>
            <a:r>
              <a:rPr lang="en-US">
                <a:latin typeface="Arial Black"/>
                <a:cs typeface="Arial"/>
              </a:rPr>
              <a:t>Given Scope Focus</a:t>
            </a:r>
          </a:p>
        </p:txBody>
      </p:sp>
      <p:sp>
        <p:nvSpPr>
          <p:cNvPr id="3" name="Content Placeholder 2">
            <a:extLst>
              <a:ext uri="{FF2B5EF4-FFF2-40B4-BE49-F238E27FC236}">
                <a16:creationId xmlns:a16="http://schemas.microsoft.com/office/drawing/2014/main" id="{5AD1C55C-03A3-D81A-E531-2596ABC2B6D2}"/>
              </a:ext>
            </a:extLst>
          </p:cNvPr>
          <p:cNvSpPr>
            <a:spLocks noGrp="1"/>
          </p:cNvSpPr>
          <p:nvPr>
            <p:ph idx="1"/>
          </p:nvPr>
        </p:nvSpPr>
        <p:spPr/>
        <p:txBody>
          <a:bodyPr vert="horz" lIns="0" tIns="0" rIns="0" bIns="0" rtlCol="0" anchor="t">
            <a:noAutofit/>
          </a:bodyPr>
          <a:lstStyle/>
          <a:p>
            <a:pPr marL="0" indent="0">
              <a:buNone/>
            </a:pPr>
            <a:r>
              <a:rPr lang="en-US"/>
              <a:t>Scope focus:</a:t>
            </a:r>
          </a:p>
          <a:p>
            <a:pPr marL="0" indent="0">
              <a:buNone/>
            </a:pPr>
            <a:r>
              <a:rPr lang="en-US">
                <a:latin typeface="Arial"/>
                <a:cs typeface="Arial"/>
              </a:rPr>
              <a:t>– Assume no invention of new technology!!</a:t>
            </a:r>
          </a:p>
          <a:p>
            <a:pPr marL="0" indent="0">
              <a:buNone/>
            </a:pPr>
            <a:r>
              <a:rPr lang="en-US">
                <a:latin typeface="Arial"/>
                <a:cs typeface="Arial"/>
              </a:rPr>
              <a:t> Us</a:t>
            </a:r>
          </a:p>
          <a:p>
            <a:pPr marL="0" indent="0">
              <a:buNone/>
            </a:pPr>
            <a:r>
              <a:rPr lang="en-US">
                <a:latin typeface="Arial"/>
                <a:cs typeface="Arial"/>
              </a:rPr>
              <a:t>– Focus on a single group (utility, state, county, city, or customer segment)</a:t>
            </a:r>
          </a:p>
          <a:p>
            <a:pPr marL="0" indent="0">
              <a:buNone/>
            </a:pPr>
            <a:endParaRPr lang="en-US">
              <a:latin typeface="Arial"/>
              <a:cs typeface="Arial"/>
            </a:endParaRPr>
          </a:p>
          <a:p>
            <a:pPr marL="0" indent="0">
              <a:buNone/>
            </a:pPr>
            <a:r>
              <a:rPr lang="en-US">
                <a:latin typeface="Arial"/>
                <a:cs typeface="Arial"/>
              </a:rPr>
              <a:t>– Consider solutions that leverage current or APTIM-adjacent capabilities</a:t>
            </a:r>
          </a:p>
          <a:p>
            <a:pPr marL="0" indent="0">
              <a:buNone/>
            </a:pPr>
            <a:endParaRPr lang="en-US">
              <a:latin typeface="Arial"/>
              <a:cs typeface="Arial"/>
            </a:endParaRPr>
          </a:p>
          <a:p>
            <a:pPr marL="0" indent="0">
              <a:buNone/>
            </a:pPr>
            <a:r>
              <a:rPr lang="en-US"/>
              <a:t>– Allow for scaling, and should be achievable within the next 1-3 years, accounting for market conditions that may shift.</a:t>
            </a:r>
          </a:p>
        </p:txBody>
      </p:sp>
      <p:sp>
        <p:nvSpPr>
          <p:cNvPr id="4" name="Footer Placeholder 3">
            <a:extLst>
              <a:ext uri="{FF2B5EF4-FFF2-40B4-BE49-F238E27FC236}">
                <a16:creationId xmlns:a16="http://schemas.microsoft.com/office/drawing/2014/main" id="{EA6E8373-79D3-5335-6756-B0DD9093B546}"/>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276708CF-1248-5294-5FCD-174FAE9529CD}"/>
              </a:ext>
            </a:extLst>
          </p:cNvPr>
          <p:cNvSpPr>
            <a:spLocks noGrp="1"/>
          </p:cNvSpPr>
          <p:nvPr>
            <p:ph type="sldNum" sz="quarter" idx="12"/>
          </p:nvPr>
        </p:nvSpPr>
        <p:spPr/>
        <p:txBody>
          <a:bodyPr/>
          <a:lstStyle/>
          <a:p>
            <a:fld id="{F8F6B9CD-BE6B-498B-93B3-0FAD7ADE75E3}" type="slidenum">
              <a:rPr lang="en-US" smtClean="0"/>
              <a:t>23</a:t>
            </a:fld>
            <a:endParaRPr lang="en-US"/>
          </a:p>
        </p:txBody>
      </p:sp>
    </p:spTree>
    <p:extLst>
      <p:ext uri="{BB962C8B-B14F-4D97-AF65-F5344CB8AC3E}">
        <p14:creationId xmlns:p14="http://schemas.microsoft.com/office/powerpoint/2010/main" val="423960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2E0E2-2F66-EDDC-BAD8-1CF00241C51C}"/>
              </a:ext>
            </a:extLst>
          </p:cNvPr>
          <p:cNvSpPr>
            <a:spLocks noGrp="1"/>
          </p:cNvSpPr>
          <p:nvPr>
            <p:ph type="title"/>
          </p:nvPr>
        </p:nvSpPr>
        <p:spPr/>
        <p:txBody>
          <a:bodyPr/>
          <a:lstStyle/>
          <a:p>
            <a:r>
              <a:rPr lang="en-US">
                <a:latin typeface="Arial Black"/>
                <a:cs typeface="Arial"/>
              </a:rPr>
              <a:t>Given Output</a:t>
            </a:r>
            <a:endParaRPr lang="en-US"/>
          </a:p>
        </p:txBody>
      </p:sp>
      <p:sp>
        <p:nvSpPr>
          <p:cNvPr id="3" name="Content Placeholder 2">
            <a:extLst>
              <a:ext uri="{FF2B5EF4-FFF2-40B4-BE49-F238E27FC236}">
                <a16:creationId xmlns:a16="http://schemas.microsoft.com/office/drawing/2014/main" id="{191B82BD-C002-D9D4-706E-BF5E61D4FECA}"/>
              </a:ext>
            </a:extLst>
          </p:cNvPr>
          <p:cNvSpPr>
            <a:spLocks noGrp="1"/>
          </p:cNvSpPr>
          <p:nvPr>
            <p:ph idx="1"/>
          </p:nvPr>
        </p:nvSpPr>
        <p:spPr/>
        <p:txBody>
          <a:bodyPr vert="horz" lIns="0" tIns="0" rIns="0" bIns="0" rtlCol="0" anchor="t">
            <a:noAutofit/>
          </a:bodyPr>
          <a:lstStyle/>
          <a:p>
            <a:pPr marL="233045" indent="-233045">
              <a:buNone/>
            </a:pPr>
            <a:r>
              <a:rPr lang="en-US">
                <a:latin typeface="Arial"/>
                <a:cs typeface="Arial"/>
              </a:rPr>
              <a:t>Output:</a:t>
            </a:r>
            <a:endParaRPr lang="en-US"/>
          </a:p>
          <a:p>
            <a:pPr marL="233045" indent="-233045">
              <a:buNone/>
            </a:pPr>
            <a:r>
              <a:rPr lang="en-US">
                <a:highlight>
                  <a:srgbClr val="FFFF00"/>
                </a:highlight>
                <a:latin typeface="Arial"/>
                <a:cs typeface="Arial"/>
              </a:rPr>
              <a:t>– Problem Definition (Pain point)</a:t>
            </a:r>
          </a:p>
          <a:p>
            <a:pPr marL="233045" indent="-233045">
              <a:buNone/>
            </a:pPr>
            <a:r>
              <a:rPr lang="en-US">
                <a:highlight>
                  <a:srgbClr val="FFFF00"/>
                </a:highlight>
                <a:latin typeface="Arial"/>
                <a:cs typeface="Arial"/>
              </a:rPr>
              <a:t>– Market/Policy Analysis: (current state, changes impacting space)</a:t>
            </a:r>
          </a:p>
          <a:p>
            <a:pPr marL="233045" indent="-233045">
              <a:buNone/>
            </a:pPr>
            <a:r>
              <a:rPr lang="en-US">
                <a:highlight>
                  <a:srgbClr val="FFFF00"/>
                </a:highlight>
                <a:latin typeface="Arial"/>
                <a:cs typeface="Arial"/>
              </a:rPr>
              <a:t>– Competitive landscape: current providers of similar services, gaps in service, or inefficiencies of services.</a:t>
            </a:r>
          </a:p>
          <a:p>
            <a:pPr marL="233045" indent="-233045">
              <a:buNone/>
            </a:pPr>
            <a:r>
              <a:rPr lang="en-US">
                <a:latin typeface="Arial"/>
                <a:cs typeface="Arial"/>
              </a:rPr>
              <a:t>– Prioritization framework of where to focus based on cost, ease, implementation timeframe and impact</a:t>
            </a:r>
          </a:p>
          <a:p>
            <a:pPr marL="233045" indent="-233045">
              <a:buNone/>
            </a:pPr>
            <a:r>
              <a:rPr lang="en-US">
                <a:latin typeface="Arial"/>
                <a:cs typeface="Arial"/>
              </a:rPr>
              <a:t>– Strategic Fit (Why this works for APTIM)</a:t>
            </a:r>
          </a:p>
          <a:p>
            <a:pPr marL="233045" indent="-233045">
              <a:buNone/>
            </a:pPr>
            <a:r>
              <a:rPr lang="en-US">
                <a:latin typeface="Arial"/>
                <a:cs typeface="Arial"/>
              </a:rPr>
              <a:t>– Service Concept, including revenue model, delivery model, scalability, costs, implementation requirements, and</a:t>
            </a:r>
          </a:p>
          <a:p>
            <a:pPr marL="233045" indent="-233045">
              <a:buNone/>
            </a:pPr>
            <a:r>
              <a:rPr lang="en-US">
                <a:latin typeface="Arial"/>
                <a:cs typeface="Arial"/>
              </a:rPr>
              <a:t>operational risks.</a:t>
            </a:r>
          </a:p>
          <a:p>
            <a:pPr marL="233045" indent="-233045">
              <a:buNone/>
            </a:pPr>
            <a:r>
              <a:rPr lang="en-US">
                <a:latin typeface="Arial"/>
                <a:cs typeface="Arial"/>
              </a:rPr>
              <a:t>– Pilot a client use case or business case to support your idea, detailing value, constraints and risks.</a:t>
            </a:r>
          </a:p>
          <a:p>
            <a:pPr marL="233045" indent="-233045">
              <a:buNone/>
            </a:pPr>
            <a:r>
              <a:rPr lang="en-US">
                <a:latin typeface="Arial"/>
                <a:cs typeface="Arial"/>
              </a:rPr>
              <a:t>Intern gains: Evaluation of growth opportunities, market analysis skills, financial and service modeling, regulatory literacy,</a:t>
            </a:r>
          </a:p>
          <a:p>
            <a:pPr marL="0" indent="0">
              <a:buNone/>
            </a:pPr>
            <a:r>
              <a:rPr lang="en-US">
                <a:latin typeface="Arial"/>
                <a:cs typeface="Arial"/>
              </a:rPr>
              <a:t>energy business</a:t>
            </a:r>
          </a:p>
        </p:txBody>
      </p:sp>
      <p:sp>
        <p:nvSpPr>
          <p:cNvPr id="4" name="Footer Placeholder 3">
            <a:extLst>
              <a:ext uri="{FF2B5EF4-FFF2-40B4-BE49-F238E27FC236}">
                <a16:creationId xmlns:a16="http://schemas.microsoft.com/office/drawing/2014/main" id="{35199ECE-9922-81D5-E4DB-F8448D038A01}"/>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374BD898-07FA-C0CE-C69D-CF9B3FF91F41}"/>
              </a:ext>
            </a:extLst>
          </p:cNvPr>
          <p:cNvSpPr>
            <a:spLocks noGrp="1"/>
          </p:cNvSpPr>
          <p:nvPr>
            <p:ph type="sldNum" sz="quarter" idx="12"/>
          </p:nvPr>
        </p:nvSpPr>
        <p:spPr/>
        <p:txBody>
          <a:bodyPr/>
          <a:lstStyle/>
          <a:p>
            <a:fld id="{F8F6B9CD-BE6B-498B-93B3-0FAD7ADE75E3}" type="slidenum">
              <a:rPr lang="en-US" smtClean="0"/>
              <a:t>24</a:t>
            </a:fld>
            <a:endParaRPr lang="en-US"/>
          </a:p>
        </p:txBody>
      </p:sp>
    </p:spTree>
    <p:extLst>
      <p:ext uri="{BB962C8B-B14F-4D97-AF65-F5344CB8AC3E}">
        <p14:creationId xmlns:p14="http://schemas.microsoft.com/office/powerpoint/2010/main" val="62259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CA76-B55D-7C53-05EF-A2D84F2DC277}"/>
              </a:ext>
            </a:extLst>
          </p:cNvPr>
          <p:cNvSpPr>
            <a:spLocks noGrp="1"/>
          </p:cNvSpPr>
          <p:nvPr>
            <p:ph type="title"/>
          </p:nvPr>
        </p:nvSpPr>
        <p:spPr/>
        <p:txBody>
          <a:bodyPr/>
          <a:lstStyle/>
          <a:p>
            <a:r>
              <a:rPr lang="en-US"/>
              <a:t>The Problem </a:t>
            </a:r>
          </a:p>
        </p:txBody>
      </p:sp>
      <p:sp>
        <p:nvSpPr>
          <p:cNvPr id="3" name="Content Placeholder 2">
            <a:extLst>
              <a:ext uri="{FF2B5EF4-FFF2-40B4-BE49-F238E27FC236}">
                <a16:creationId xmlns:a16="http://schemas.microsoft.com/office/drawing/2014/main" id="{962A8EF5-735E-A1F2-4794-491CE0DA626D}"/>
              </a:ext>
            </a:extLst>
          </p:cNvPr>
          <p:cNvSpPr>
            <a:spLocks noGrp="1"/>
          </p:cNvSpPr>
          <p:nvPr>
            <p:ph idx="1"/>
          </p:nvPr>
        </p:nvSpPr>
        <p:spPr/>
        <p:txBody>
          <a:bodyPr/>
          <a:lstStyle/>
          <a:p>
            <a:pPr marL="233045" indent="-233045">
              <a:buNone/>
            </a:pPr>
            <a:r>
              <a:rPr lang="en-US">
                <a:latin typeface="Arial"/>
                <a:cs typeface="Arial"/>
              </a:rPr>
              <a:t>  Utilities, states, counties and cities face growing pressure to continue advancing</a:t>
            </a:r>
          </a:p>
          <a:p>
            <a:pPr marL="233045" indent="-233045">
              <a:buNone/>
            </a:pPr>
            <a:r>
              <a:rPr lang="en-US"/>
              <a:t>energy efficiency, electrification, resilience, and sustainability initiatives amid</a:t>
            </a:r>
          </a:p>
          <a:p>
            <a:pPr marL="233045" indent="-233045">
              <a:buNone/>
            </a:pPr>
            <a:r>
              <a:rPr lang="en-US"/>
              <a:t>changing federal funding availability, evolving incentive structures, and increasing</a:t>
            </a:r>
          </a:p>
          <a:p>
            <a:pPr marL="233045" indent="-233045">
              <a:buNone/>
            </a:pPr>
            <a:r>
              <a:rPr lang="en-US"/>
              <a:t>operational complexity. At the same time, customers continue to seek guidance,</a:t>
            </a:r>
          </a:p>
          <a:p>
            <a:pPr marL="233045" indent="-233045">
              <a:buNone/>
            </a:pPr>
            <a:r>
              <a:rPr lang="en-US"/>
              <a:t>implementation support, and cost-effective energy solutions.</a:t>
            </a:r>
          </a:p>
          <a:p>
            <a:pPr marL="233045" indent="-233045">
              <a:buNone/>
            </a:pPr>
            <a:endParaRPr lang="en-US">
              <a:latin typeface="Arial"/>
              <a:cs typeface="Arial"/>
            </a:endParaRPr>
          </a:p>
          <a:p>
            <a:pPr marL="233045" indent="-233045">
              <a:buNone/>
            </a:pPr>
            <a:endParaRPr lang="en-US">
              <a:latin typeface="Arial"/>
              <a:cs typeface="Arial"/>
            </a:endParaRPr>
          </a:p>
          <a:p>
            <a:pPr marL="233045" indent="-233045">
              <a:buNone/>
            </a:pPr>
            <a:r>
              <a:rPr lang="en-US">
                <a:latin typeface="Arial"/>
                <a:cs typeface="Arial"/>
              </a:rPr>
              <a:t>  How could APTIM leverage its existing capabilities across sustainability</a:t>
            </a:r>
          </a:p>
          <a:p>
            <a:pPr marL="233045" indent="-233045">
              <a:buNone/>
            </a:pPr>
            <a:r>
              <a:rPr lang="en-US"/>
              <a:t>consulting, customer engagement, and energy program management to</a:t>
            </a:r>
          </a:p>
          <a:p>
            <a:pPr marL="233045" indent="-233045">
              <a:buNone/>
            </a:pPr>
            <a:r>
              <a:rPr lang="en-US"/>
              <a:t>help utilities, states, counties, cities, or program administrators deliver</a:t>
            </a:r>
          </a:p>
          <a:p>
            <a:pPr marL="233045" indent="-233045">
              <a:buNone/>
            </a:pPr>
            <a:r>
              <a:rPr lang="en-US"/>
              <a:t>effective energy and sustainability programs under constrained or</a:t>
            </a:r>
          </a:p>
          <a:p>
            <a:pPr marL="0" indent="0">
              <a:buNone/>
            </a:pPr>
            <a:r>
              <a:rPr lang="en-US"/>
              <a:t>uncertain funding conditions?</a:t>
            </a:r>
          </a:p>
          <a:p>
            <a:endParaRPr lang="en-US"/>
          </a:p>
        </p:txBody>
      </p:sp>
      <p:sp>
        <p:nvSpPr>
          <p:cNvPr id="4" name="Footer Placeholder 3">
            <a:extLst>
              <a:ext uri="{FF2B5EF4-FFF2-40B4-BE49-F238E27FC236}">
                <a16:creationId xmlns:a16="http://schemas.microsoft.com/office/drawing/2014/main" id="{3D9850D2-EADD-C40D-5059-1B37B1B4C3DA}"/>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21C24CFE-0A65-6052-E5D7-4C1214ABE545}"/>
              </a:ext>
            </a:extLst>
          </p:cNvPr>
          <p:cNvSpPr>
            <a:spLocks noGrp="1"/>
          </p:cNvSpPr>
          <p:nvPr>
            <p:ph type="sldNum" sz="quarter" idx="12"/>
          </p:nvPr>
        </p:nvSpPr>
        <p:spPr/>
        <p:txBody>
          <a:bodyPr/>
          <a:lstStyle/>
          <a:p>
            <a:fld id="{F8F6B9CD-BE6B-498B-93B3-0FAD7ADE75E3}" type="slidenum">
              <a:rPr lang="en-US" smtClean="0"/>
              <a:t>25</a:t>
            </a:fld>
            <a:endParaRPr lang="en-US"/>
          </a:p>
        </p:txBody>
      </p:sp>
    </p:spTree>
    <p:extLst>
      <p:ext uri="{BB962C8B-B14F-4D97-AF65-F5344CB8AC3E}">
        <p14:creationId xmlns:p14="http://schemas.microsoft.com/office/powerpoint/2010/main" val="145231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D5710-52BA-CD25-A13E-B327218A400D}"/>
              </a:ext>
            </a:extLst>
          </p:cNvPr>
          <p:cNvSpPr>
            <a:spLocks noGrp="1"/>
          </p:cNvSpPr>
          <p:nvPr>
            <p:ph type="title"/>
          </p:nvPr>
        </p:nvSpPr>
        <p:spPr/>
        <p:txBody>
          <a:bodyPr/>
          <a:lstStyle/>
          <a:p>
            <a:r>
              <a:rPr lang="en-US"/>
              <a:t>The Problem </a:t>
            </a:r>
          </a:p>
        </p:txBody>
      </p:sp>
      <p:sp>
        <p:nvSpPr>
          <p:cNvPr id="3" name="Text Placeholder 2">
            <a:extLst>
              <a:ext uri="{FF2B5EF4-FFF2-40B4-BE49-F238E27FC236}">
                <a16:creationId xmlns:a16="http://schemas.microsoft.com/office/drawing/2014/main" id="{B90D45D4-3146-FFB8-54F9-BFE0FD6B2884}"/>
              </a:ext>
            </a:extLst>
          </p:cNvPr>
          <p:cNvSpPr>
            <a:spLocks noGrp="1"/>
          </p:cNvSpPr>
          <p:nvPr>
            <p:ph type="body" idx="1"/>
          </p:nvPr>
        </p:nvSpPr>
        <p:spPr>
          <a:xfrm>
            <a:off x="638049" y="1199342"/>
            <a:ext cx="5157787" cy="301752"/>
          </a:xfrm>
        </p:spPr>
        <p:txBody>
          <a:bodyPr/>
          <a:lstStyle/>
          <a:p>
            <a:r>
              <a:rPr lang="en-US"/>
              <a:t>Growing Expectations</a:t>
            </a:r>
          </a:p>
        </p:txBody>
      </p:sp>
      <p:sp>
        <p:nvSpPr>
          <p:cNvPr id="4" name="Content Placeholder 3">
            <a:extLst>
              <a:ext uri="{FF2B5EF4-FFF2-40B4-BE49-F238E27FC236}">
                <a16:creationId xmlns:a16="http://schemas.microsoft.com/office/drawing/2014/main" id="{245BF68E-8388-BE8E-0C68-932147BB7560}"/>
              </a:ext>
            </a:extLst>
          </p:cNvPr>
          <p:cNvSpPr>
            <a:spLocks noGrp="1"/>
          </p:cNvSpPr>
          <p:nvPr>
            <p:ph sz="half" idx="2"/>
          </p:nvPr>
        </p:nvSpPr>
        <p:spPr>
          <a:xfrm>
            <a:off x="612648" y="1600201"/>
            <a:ext cx="4270247" cy="2258566"/>
          </a:xfrm>
        </p:spPr>
        <p:txBody>
          <a:bodyPr/>
          <a:lstStyle/>
          <a:p>
            <a:r>
              <a:rPr lang="en-US"/>
              <a:t>Energy efficiency</a:t>
            </a:r>
          </a:p>
          <a:p>
            <a:r>
              <a:rPr lang="en-US"/>
              <a:t>Sustainability Initiatives</a:t>
            </a:r>
          </a:p>
          <a:p>
            <a:r>
              <a:rPr lang="en-US"/>
              <a:t>Grid Resilience </a:t>
            </a:r>
          </a:p>
          <a:p>
            <a:r>
              <a:rPr lang="en-US"/>
              <a:t>Electrification </a:t>
            </a:r>
          </a:p>
          <a:p>
            <a:r>
              <a:rPr lang="en-US"/>
              <a:t>Implementation Support</a:t>
            </a:r>
          </a:p>
          <a:p>
            <a:r>
              <a:rPr lang="en-US"/>
              <a:t>Cost Effective Solutions </a:t>
            </a:r>
          </a:p>
        </p:txBody>
      </p:sp>
      <p:sp>
        <p:nvSpPr>
          <p:cNvPr id="5" name="Text Placeholder 4">
            <a:extLst>
              <a:ext uri="{FF2B5EF4-FFF2-40B4-BE49-F238E27FC236}">
                <a16:creationId xmlns:a16="http://schemas.microsoft.com/office/drawing/2014/main" id="{04A2047A-A713-49BD-7AD4-43D2BA199A65}"/>
              </a:ext>
            </a:extLst>
          </p:cNvPr>
          <p:cNvSpPr>
            <a:spLocks noGrp="1"/>
          </p:cNvSpPr>
          <p:nvPr>
            <p:ph type="body" sz="quarter" idx="3"/>
          </p:nvPr>
        </p:nvSpPr>
        <p:spPr/>
        <p:txBody>
          <a:bodyPr/>
          <a:lstStyle/>
          <a:p>
            <a:r>
              <a:rPr lang="en-US"/>
              <a:t>Growing Constraints</a:t>
            </a:r>
          </a:p>
        </p:txBody>
      </p:sp>
      <p:sp>
        <p:nvSpPr>
          <p:cNvPr id="6" name="Content Placeholder 5">
            <a:extLst>
              <a:ext uri="{FF2B5EF4-FFF2-40B4-BE49-F238E27FC236}">
                <a16:creationId xmlns:a16="http://schemas.microsoft.com/office/drawing/2014/main" id="{5FFC6A64-68BF-9BED-55F5-3B106DAF8CE5}"/>
              </a:ext>
            </a:extLst>
          </p:cNvPr>
          <p:cNvSpPr>
            <a:spLocks noGrp="1"/>
          </p:cNvSpPr>
          <p:nvPr>
            <p:ph sz="quarter" idx="4"/>
          </p:nvPr>
        </p:nvSpPr>
        <p:spPr>
          <a:xfrm>
            <a:off x="6388099" y="1600201"/>
            <a:ext cx="4270247" cy="2258566"/>
          </a:xfrm>
        </p:spPr>
        <p:txBody>
          <a:bodyPr/>
          <a:lstStyle/>
          <a:p>
            <a:r>
              <a:rPr lang="en-US"/>
              <a:t>Federal Funding Uncertainty</a:t>
            </a:r>
          </a:p>
          <a:p>
            <a:r>
              <a:rPr lang="en-US"/>
              <a:t>Changing Incentive Structure </a:t>
            </a:r>
          </a:p>
          <a:p>
            <a:r>
              <a:rPr lang="en-US"/>
              <a:t>Operational Complexity </a:t>
            </a:r>
          </a:p>
          <a:p>
            <a:r>
              <a:rPr lang="en-US"/>
              <a:t>Aging Infrastructure </a:t>
            </a:r>
          </a:p>
        </p:txBody>
      </p:sp>
      <p:sp>
        <p:nvSpPr>
          <p:cNvPr id="7" name="Footer Placeholder 6">
            <a:extLst>
              <a:ext uri="{FF2B5EF4-FFF2-40B4-BE49-F238E27FC236}">
                <a16:creationId xmlns:a16="http://schemas.microsoft.com/office/drawing/2014/main" id="{65668E8F-2503-C5E9-2010-F59BE3EF2B69}"/>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8894EA1E-021D-2089-CA60-1880278003FA}"/>
              </a:ext>
            </a:extLst>
          </p:cNvPr>
          <p:cNvSpPr>
            <a:spLocks noGrp="1"/>
          </p:cNvSpPr>
          <p:nvPr>
            <p:ph type="sldNum" sz="quarter" idx="12"/>
          </p:nvPr>
        </p:nvSpPr>
        <p:spPr/>
        <p:txBody>
          <a:bodyPr/>
          <a:lstStyle/>
          <a:p>
            <a:fld id="{F8F6B9CD-BE6B-498B-93B3-0FAD7ADE75E3}" type="slidenum">
              <a:rPr lang="en-US" smtClean="0"/>
              <a:t>26</a:t>
            </a:fld>
            <a:endParaRPr lang="en-US"/>
          </a:p>
        </p:txBody>
      </p:sp>
    </p:spTree>
    <p:extLst>
      <p:ext uri="{BB962C8B-B14F-4D97-AF65-F5344CB8AC3E}">
        <p14:creationId xmlns:p14="http://schemas.microsoft.com/office/powerpoint/2010/main" val="1754313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581285B-3A25-DB58-BF5A-E61B75E08621}"/>
              </a:ext>
            </a:extLst>
          </p:cNvPr>
          <p:cNvSpPr>
            <a:spLocks noGrp="1"/>
          </p:cNvSpPr>
          <p:nvPr>
            <p:ph type="title"/>
          </p:nvPr>
        </p:nvSpPr>
        <p:spPr/>
        <p:txBody>
          <a:bodyPr/>
          <a:lstStyle/>
          <a:p>
            <a:endParaRPr lang="en-US"/>
          </a:p>
        </p:txBody>
      </p:sp>
      <p:sp>
        <p:nvSpPr>
          <p:cNvPr id="7" name="Footer Placeholder 6">
            <a:extLst>
              <a:ext uri="{FF2B5EF4-FFF2-40B4-BE49-F238E27FC236}">
                <a16:creationId xmlns:a16="http://schemas.microsoft.com/office/drawing/2014/main" id="{472629F9-D267-B5BC-60C9-F5B0538CCC33}"/>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83DC21DB-0E36-5E68-87FD-F048B9D14873}"/>
              </a:ext>
            </a:extLst>
          </p:cNvPr>
          <p:cNvSpPr>
            <a:spLocks noGrp="1"/>
          </p:cNvSpPr>
          <p:nvPr>
            <p:ph type="sldNum" sz="quarter" idx="12"/>
          </p:nvPr>
        </p:nvSpPr>
        <p:spPr/>
        <p:txBody>
          <a:bodyPr/>
          <a:lstStyle/>
          <a:p>
            <a:fld id="{F8F6B9CD-BE6B-498B-93B3-0FAD7ADE75E3}" type="slidenum">
              <a:rPr lang="en-US" smtClean="0"/>
              <a:t>27</a:t>
            </a:fld>
            <a:endParaRPr lang="en-US"/>
          </a:p>
        </p:txBody>
      </p:sp>
      <p:graphicFrame>
        <p:nvGraphicFramePr>
          <p:cNvPr id="10" name="Diagram 9">
            <a:extLst>
              <a:ext uri="{FF2B5EF4-FFF2-40B4-BE49-F238E27FC236}">
                <a16:creationId xmlns:a16="http://schemas.microsoft.com/office/drawing/2014/main" id="{15026CBB-5CD8-DD46-C640-B3B8756D6CED}"/>
              </a:ext>
            </a:extLst>
          </p:cNvPr>
          <p:cNvGraphicFramePr/>
          <p:nvPr>
            <p:extLst>
              <p:ext uri="{D42A27DB-BD31-4B8C-83A1-F6EECF244321}">
                <p14:modId xmlns:p14="http://schemas.microsoft.com/office/powerpoint/2010/main" val="2986449711"/>
              </p:ext>
            </p:extLst>
          </p:nvPr>
        </p:nvGraphicFramePr>
        <p:xfrm>
          <a:off x="2032000" y="1444752"/>
          <a:ext cx="7806944" cy="4693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6404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3ACE-088E-1AF7-0D95-E6381971A9DA}"/>
              </a:ext>
            </a:extLst>
          </p:cNvPr>
          <p:cNvSpPr>
            <a:spLocks noGrp="1"/>
          </p:cNvSpPr>
          <p:nvPr>
            <p:ph type="title"/>
          </p:nvPr>
        </p:nvSpPr>
        <p:spPr/>
        <p:txBody>
          <a:bodyPr/>
          <a:lstStyle/>
          <a:p>
            <a:r>
              <a:rPr lang="en-US"/>
              <a:t>Project Scope</a:t>
            </a:r>
          </a:p>
        </p:txBody>
      </p:sp>
      <p:sp>
        <p:nvSpPr>
          <p:cNvPr id="3" name="Content Placeholder 2">
            <a:extLst>
              <a:ext uri="{FF2B5EF4-FFF2-40B4-BE49-F238E27FC236}">
                <a16:creationId xmlns:a16="http://schemas.microsoft.com/office/drawing/2014/main" id="{7D8514F4-7669-43A3-2D8D-3BDABCD82F75}"/>
              </a:ext>
            </a:extLst>
          </p:cNvPr>
          <p:cNvSpPr>
            <a:spLocks noGrp="1"/>
          </p:cNvSpPr>
          <p:nvPr>
            <p:ph idx="1"/>
          </p:nvPr>
        </p:nvSpPr>
        <p:spPr>
          <a:xfrm>
            <a:off x="609600" y="1600200"/>
            <a:ext cx="3971544" cy="4686299"/>
          </a:xfrm>
        </p:spPr>
        <p:txBody>
          <a:bodyPr/>
          <a:lstStyle/>
          <a:p>
            <a:r>
              <a:rPr lang="en-US"/>
              <a:t>Scope focus:</a:t>
            </a:r>
          </a:p>
          <a:p>
            <a:pPr marL="0" indent="0">
              <a:buNone/>
            </a:pPr>
            <a:r>
              <a:rPr lang="en-US"/>
              <a:t>-  Assume no invention of new technology!!</a:t>
            </a:r>
          </a:p>
          <a:p>
            <a:r>
              <a:rPr lang="en-US"/>
              <a:t> Us</a:t>
            </a:r>
          </a:p>
          <a:p>
            <a:r>
              <a:rPr lang="en-US"/>
              <a:t>– Focus on a single group (utility, state, county, city, or customer segment)</a:t>
            </a:r>
          </a:p>
          <a:p>
            <a:endParaRPr lang="en-US"/>
          </a:p>
          <a:p>
            <a:r>
              <a:rPr lang="en-US"/>
              <a:t>– Consider solutions that leverage current or APTIM-adjacent capabilities</a:t>
            </a:r>
          </a:p>
          <a:p>
            <a:endParaRPr lang="en-US"/>
          </a:p>
          <a:p>
            <a:r>
              <a:rPr lang="en-US"/>
              <a:t>– Allow for scaling, and should be achievable within the next 1-3 years, accounting for market conditions that may shift.</a:t>
            </a:r>
          </a:p>
          <a:p>
            <a:endParaRPr lang="en-US"/>
          </a:p>
        </p:txBody>
      </p:sp>
      <p:sp>
        <p:nvSpPr>
          <p:cNvPr id="4" name="Footer Placeholder 3">
            <a:extLst>
              <a:ext uri="{FF2B5EF4-FFF2-40B4-BE49-F238E27FC236}">
                <a16:creationId xmlns:a16="http://schemas.microsoft.com/office/drawing/2014/main" id="{A08F9881-9EC2-2725-4516-2730222AE82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BE4EE8B6-FE34-61EE-9235-1E7A117F1BF0}"/>
              </a:ext>
            </a:extLst>
          </p:cNvPr>
          <p:cNvSpPr>
            <a:spLocks noGrp="1"/>
          </p:cNvSpPr>
          <p:nvPr>
            <p:ph type="sldNum" sz="quarter" idx="12"/>
          </p:nvPr>
        </p:nvSpPr>
        <p:spPr/>
        <p:txBody>
          <a:bodyPr/>
          <a:lstStyle/>
          <a:p>
            <a:fld id="{F8F6B9CD-BE6B-498B-93B3-0FAD7ADE75E3}" type="slidenum">
              <a:rPr lang="en-US" smtClean="0"/>
              <a:t>28</a:t>
            </a:fld>
            <a:endParaRPr lang="en-US"/>
          </a:p>
        </p:txBody>
      </p:sp>
      <p:graphicFrame>
        <p:nvGraphicFramePr>
          <p:cNvPr id="7" name="Diagram 6">
            <a:extLst>
              <a:ext uri="{FF2B5EF4-FFF2-40B4-BE49-F238E27FC236}">
                <a16:creationId xmlns:a16="http://schemas.microsoft.com/office/drawing/2014/main" id="{998C88D0-1809-1D8C-99F4-8AC1233F43A7}"/>
              </a:ext>
            </a:extLst>
          </p:cNvPr>
          <p:cNvGraphicFramePr/>
          <p:nvPr>
            <p:extLst>
              <p:ext uri="{D42A27DB-BD31-4B8C-83A1-F6EECF244321}">
                <p14:modId xmlns:p14="http://schemas.microsoft.com/office/powerpoint/2010/main" val="2513964316"/>
              </p:ext>
            </p:extLst>
          </p:nvPr>
        </p:nvGraphicFramePr>
        <p:xfrm>
          <a:off x="5458968" y="813816"/>
          <a:ext cx="5376672" cy="53245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9536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ACC363-0CB5-8DD9-EABF-BEB3A5815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47174-338B-8898-3409-D8B19D702B21}"/>
              </a:ext>
            </a:extLst>
          </p:cNvPr>
          <p:cNvSpPr>
            <a:spLocks noGrp="1"/>
          </p:cNvSpPr>
          <p:nvPr>
            <p:ph type="title"/>
          </p:nvPr>
        </p:nvSpPr>
        <p:spPr/>
        <p:txBody>
          <a:bodyPr/>
          <a:lstStyle/>
          <a:p>
            <a:r>
              <a:rPr lang="en-US">
                <a:latin typeface="Arial Black"/>
                <a:cs typeface="Arial"/>
              </a:rPr>
              <a:t>Strategic Fit (format needs fix) (merge slides)  </a:t>
            </a:r>
            <a:endParaRPr lang="en-US"/>
          </a:p>
        </p:txBody>
      </p:sp>
      <p:sp>
        <p:nvSpPr>
          <p:cNvPr id="4" name="Footer Placeholder 3">
            <a:extLst>
              <a:ext uri="{FF2B5EF4-FFF2-40B4-BE49-F238E27FC236}">
                <a16:creationId xmlns:a16="http://schemas.microsoft.com/office/drawing/2014/main" id="{E01FD7CD-DE41-4FB2-5F6E-A248DAE46ABC}"/>
              </a:ext>
            </a:extLst>
          </p:cNvPr>
          <p:cNvSpPr>
            <a:spLocks noGrp="1"/>
          </p:cNvSpPr>
          <p:nvPr>
            <p:ph type="ftr" sz="quarter" idx="11"/>
          </p:nvPr>
        </p:nvSpPr>
        <p:spPr>
          <a:xfrm>
            <a:off x="2441357" y="6366951"/>
            <a:ext cx="7309282" cy="251845"/>
          </a:xfrm>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31E4C203-8212-439F-58BB-948201C573D0}"/>
              </a:ext>
            </a:extLst>
          </p:cNvPr>
          <p:cNvSpPr>
            <a:spLocks noGrp="1"/>
          </p:cNvSpPr>
          <p:nvPr>
            <p:ph type="sldNum" sz="quarter" idx="12"/>
          </p:nvPr>
        </p:nvSpPr>
        <p:spPr/>
        <p:txBody>
          <a:bodyPr/>
          <a:lstStyle/>
          <a:p>
            <a:fld id="{F8F6B9CD-BE6B-498B-93B3-0FAD7ADE75E3}" type="slidenum">
              <a:rPr lang="en-US" smtClean="0"/>
              <a:t>29</a:t>
            </a:fld>
            <a:endParaRPr lang="en-US"/>
          </a:p>
        </p:txBody>
      </p:sp>
      <p:sp>
        <p:nvSpPr>
          <p:cNvPr id="7" name="Rectangle: Rounded Corners 6">
            <a:extLst>
              <a:ext uri="{FF2B5EF4-FFF2-40B4-BE49-F238E27FC236}">
                <a16:creationId xmlns:a16="http://schemas.microsoft.com/office/drawing/2014/main" id="{DF4E33A7-E745-C0CB-B8ED-CB26EF47359A}"/>
              </a:ext>
            </a:extLst>
          </p:cNvPr>
          <p:cNvSpPr/>
          <p:nvPr/>
        </p:nvSpPr>
        <p:spPr>
          <a:xfrm>
            <a:off x="5575137" y="3477291"/>
            <a:ext cx="1041726" cy="8047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2E9A809-1696-990E-7AE5-8C53E529A271}"/>
              </a:ext>
            </a:extLst>
          </p:cNvPr>
          <p:cNvSpPr/>
          <p:nvPr/>
        </p:nvSpPr>
        <p:spPr>
          <a:xfrm>
            <a:off x="7074702" y="1169861"/>
            <a:ext cx="4507694" cy="25426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000" b="1"/>
              <a:t>Expands Into New Markets</a:t>
            </a:r>
          </a:p>
          <a:p>
            <a:pPr algn="r"/>
            <a:r>
              <a:rPr lang="en-US" sz="1600"/>
              <a:t>There is little direct competition providing end-to-end administration of utility-owned residential battery fleets. This positions APTIM to establish a </a:t>
            </a:r>
            <a:r>
              <a:rPr lang="en-US"/>
              <a:t>differentiated</a:t>
            </a:r>
            <a:r>
              <a:rPr lang="en-US" sz="1600"/>
              <a:t> offering within the growing demand response and distributed energy resources market.</a:t>
            </a:r>
          </a:p>
        </p:txBody>
      </p:sp>
      <p:sp>
        <p:nvSpPr>
          <p:cNvPr id="15" name="Rectangle: Rounded Corners 14">
            <a:extLst>
              <a:ext uri="{FF2B5EF4-FFF2-40B4-BE49-F238E27FC236}">
                <a16:creationId xmlns:a16="http://schemas.microsoft.com/office/drawing/2014/main" id="{3EEB4CF0-B6A9-B01C-4975-270D1A8462A0}"/>
              </a:ext>
            </a:extLst>
          </p:cNvPr>
          <p:cNvSpPr/>
          <p:nvPr/>
        </p:nvSpPr>
        <p:spPr>
          <a:xfrm>
            <a:off x="449728" y="1169861"/>
            <a:ext cx="4507694" cy="25426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b="1"/>
              <a:t>Leverages Existing Capabilities</a:t>
            </a:r>
          </a:p>
          <a:p>
            <a:pPr lvl="0"/>
            <a:r>
              <a:rPr lang="en-US" sz="1600"/>
              <a:t>APTIM already administers utility programs, manages contractor networks, engages customers, and delivers regulatory compliance reporting. The tools that already exist within the organization are utilized for the pilot program, minimizing the need for new operational capabilities.</a:t>
            </a:r>
            <a:endParaRPr lang="en-US" sz="2000" b="1"/>
          </a:p>
        </p:txBody>
      </p:sp>
      <p:sp>
        <p:nvSpPr>
          <p:cNvPr id="16" name="Rectangle: Rounded Corners 15">
            <a:extLst>
              <a:ext uri="{FF2B5EF4-FFF2-40B4-BE49-F238E27FC236}">
                <a16:creationId xmlns:a16="http://schemas.microsoft.com/office/drawing/2014/main" id="{EC30C8C7-F71E-3C7E-B606-E4B9888C3C97}"/>
              </a:ext>
            </a:extLst>
          </p:cNvPr>
          <p:cNvSpPr/>
          <p:nvPr/>
        </p:nvSpPr>
        <p:spPr>
          <a:xfrm>
            <a:off x="7074702" y="3879659"/>
            <a:ext cx="4507694" cy="25426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000" b="1"/>
              <a:t>Creates More Resilient Revenue Streams</a:t>
            </a:r>
          </a:p>
          <a:p>
            <a:pPr algn="r"/>
            <a:r>
              <a:rPr lang="en-US" sz="1600"/>
              <a:t>This program shifts funding away from grants and incentives toward utility infrastructure investments. Reducing reliance on uncertain federal funding creates a more stable revenue source while supporting grid resilience goals.</a:t>
            </a:r>
          </a:p>
        </p:txBody>
      </p:sp>
      <p:sp>
        <p:nvSpPr>
          <p:cNvPr id="17" name="Rectangle: Rounded Corners 16">
            <a:extLst>
              <a:ext uri="{FF2B5EF4-FFF2-40B4-BE49-F238E27FC236}">
                <a16:creationId xmlns:a16="http://schemas.microsoft.com/office/drawing/2014/main" id="{946D30D6-F083-AC84-F938-3626CDA86348}"/>
              </a:ext>
            </a:extLst>
          </p:cNvPr>
          <p:cNvSpPr/>
          <p:nvPr/>
        </p:nvSpPr>
        <p:spPr>
          <a:xfrm>
            <a:off x="449728" y="3879659"/>
            <a:ext cx="4507694" cy="25426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a:t>Scales Through Existing Relationships </a:t>
            </a:r>
          </a:p>
          <a:p>
            <a:r>
              <a:rPr lang="en-US" sz="1600"/>
              <a:t>APTIM already maintains trusted relationships with utilities through programs in Wisconsin and Louisiana. These partnerships provide a natural pathway to pilot, refine, and expand the utility-owned battery fleet model while reducing implementation challenges and accelerating adoption.</a:t>
            </a:r>
          </a:p>
        </p:txBody>
      </p:sp>
    </p:spTree>
    <p:extLst>
      <p:ext uri="{BB962C8B-B14F-4D97-AF65-F5344CB8AC3E}">
        <p14:creationId xmlns:p14="http://schemas.microsoft.com/office/powerpoint/2010/main" val="2130632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626C83-D865-5ADB-A5CA-A06D91A67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034BF-5D27-05A2-A814-9D080042C13B}"/>
              </a:ext>
            </a:extLst>
          </p:cNvPr>
          <p:cNvSpPr>
            <a:spLocks noGrp="1"/>
          </p:cNvSpPr>
          <p:nvPr>
            <p:ph type="title"/>
          </p:nvPr>
        </p:nvSpPr>
        <p:spPr/>
        <p:txBody>
          <a:bodyPr/>
          <a:lstStyle/>
          <a:p>
            <a:r>
              <a:rPr lang="en-US">
                <a:latin typeface="Arial Black"/>
                <a:cs typeface="Arial"/>
              </a:rPr>
              <a:t>Strategic Fit (format needs fix) (merge slides)  </a:t>
            </a:r>
            <a:endParaRPr lang="en-US"/>
          </a:p>
        </p:txBody>
      </p:sp>
      <p:sp>
        <p:nvSpPr>
          <p:cNvPr id="4" name="Footer Placeholder 3">
            <a:extLst>
              <a:ext uri="{FF2B5EF4-FFF2-40B4-BE49-F238E27FC236}">
                <a16:creationId xmlns:a16="http://schemas.microsoft.com/office/drawing/2014/main" id="{0E4E21FD-5434-C8A9-A426-8BE301BAEC25}"/>
              </a:ext>
            </a:extLst>
          </p:cNvPr>
          <p:cNvSpPr>
            <a:spLocks noGrp="1"/>
          </p:cNvSpPr>
          <p:nvPr>
            <p:ph type="ftr" sz="quarter" idx="11"/>
          </p:nvPr>
        </p:nvSpPr>
        <p:spPr>
          <a:xfrm>
            <a:off x="2441357" y="6366951"/>
            <a:ext cx="7309282" cy="251845"/>
          </a:xfrm>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818380D7-A65F-58A1-3F02-9E570E969C23}"/>
              </a:ext>
            </a:extLst>
          </p:cNvPr>
          <p:cNvSpPr>
            <a:spLocks noGrp="1"/>
          </p:cNvSpPr>
          <p:nvPr>
            <p:ph type="sldNum" sz="quarter" idx="12"/>
          </p:nvPr>
        </p:nvSpPr>
        <p:spPr/>
        <p:txBody>
          <a:bodyPr/>
          <a:lstStyle/>
          <a:p>
            <a:fld id="{F8F6B9CD-BE6B-498B-93B3-0FAD7ADE75E3}" type="slidenum">
              <a:rPr lang="en-US" smtClean="0"/>
              <a:t>30</a:t>
            </a:fld>
            <a:endParaRPr lang="en-US"/>
          </a:p>
        </p:txBody>
      </p:sp>
      <p:graphicFrame>
        <p:nvGraphicFramePr>
          <p:cNvPr id="6" name="Diagram 5">
            <a:extLst>
              <a:ext uri="{FF2B5EF4-FFF2-40B4-BE49-F238E27FC236}">
                <a16:creationId xmlns:a16="http://schemas.microsoft.com/office/drawing/2014/main" id="{F8C039D1-02F6-4E1E-B1E9-F6D3CD8F33A6}"/>
              </a:ext>
            </a:extLst>
          </p:cNvPr>
          <p:cNvGraphicFramePr/>
          <p:nvPr>
            <p:extLst>
              <p:ext uri="{D42A27DB-BD31-4B8C-83A1-F6EECF244321}">
                <p14:modId xmlns:p14="http://schemas.microsoft.com/office/powerpoint/2010/main" val="1744580376"/>
              </p:ext>
            </p:extLst>
          </p:nvPr>
        </p:nvGraphicFramePr>
        <p:xfrm>
          <a:off x="115821" y="1095612"/>
          <a:ext cx="11960353" cy="5345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354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3C5BF-1CE3-5E00-9A6C-61575109B464}"/>
              </a:ext>
            </a:extLst>
          </p:cNvPr>
          <p:cNvSpPr>
            <a:spLocks noGrp="1"/>
          </p:cNvSpPr>
          <p:nvPr>
            <p:ph type="title"/>
          </p:nvPr>
        </p:nvSpPr>
        <p:spPr/>
        <p:txBody>
          <a:bodyPr/>
          <a:lstStyle/>
          <a:p>
            <a:r>
              <a:rPr lang="en-US">
                <a:latin typeface="Arial Black"/>
                <a:cs typeface="Arial"/>
              </a:rPr>
              <a:t>Strategic Fit (fix wording/choose format) </a:t>
            </a:r>
            <a:endParaRPr lang="en-US"/>
          </a:p>
        </p:txBody>
      </p:sp>
      <p:sp>
        <p:nvSpPr>
          <p:cNvPr id="3" name="Content Placeholder 2">
            <a:extLst>
              <a:ext uri="{FF2B5EF4-FFF2-40B4-BE49-F238E27FC236}">
                <a16:creationId xmlns:a16="http://schemas.microsoft.com/office/drawing/2014/main" id="{632696D0-A287-073E-977C-2F77E5DC7769}"/>
              </a:ext>
            </a:extLst>
          </p:cNvPr>
          <p:cNvSpPr>
            <a:spLocks noGrp="1"/>
          </p:cNvSpPr>
          <p:nvPr>
            <p:ph idx="1"/>
          </p:nvPr>
        </p:nvSpPr>
        <p:spPr>
          <a:xfrm>
            <a:off x="609600" y="1169862"/>
            <a:ext cx="10972800" cy="5116638"/>
          </a:xfrm>
        </p:spPr>
        <p:txBody>
          <a:bodyPr vert="horz" lIns="0" tIns="0" rIns="0" bIns="0" rtlCol="0" anchor="t">
            <a:noAutofit/>
          </a:bodyPr>
          <a:lstStyle/>
          <a:p>
            <a:pPr marL="233045" indent="-233045"/>
            <a:r>
              <a:rPr lang="en-US" sz="1600"/>
              <a:t>Leverages Existing Capabilities</a:t>
            </a:r>
          </a:p>
          <a:p>
            <a:pPr marL="574357" lvl="1" indent="-233045"/>
            <a:r>
              <a:rPr lang="en-US" sz="1400"/>
              <a:t>APTIM already administers utility programs, manages contractor networks, engages customers, and delivers regulatory compliance reporting. The tools that already exist within the organization are utilized for the pilot program, minimizing the need for new operational capabilities.</a:t>
            </a:r>
          </a:p>
          <a:p>
            <a:pPr marL="233045" indent="-233045"/>
            <a:r>
              <a:rPr lang="en-US" sz="1600"/>
              <a:t>Expands Into New Markets (update with market research) </a:t>
            </a:r>
          </a:p>
          <a:p>
            <a:pPr marL="574357" lvl="1" indent="-233045"/>
            <a:r>
              <a:rPr lang="en-US">
                <a:solidFill>
                  <a:srgbClr val="424242"/>
                </a:solidFill>
              </a:rPr>
              <a:t>There is little direct competition providing end-to-end administration of utility-owned residential battery fleets. This positions APTIM to establish a differentiated offering within the growing demand response and distributed energy resources market.</a:t>
            </a:r>
            <a:endParaRPr lang="en-US" sz="1400">
              <a:solidFill>
                <a:srgbClr val="424242"/>
              </a:solidFill>
            </a:endParaRPr>
          </a:p>
          <a:p>
            <a:pPr marL="233045" indent="-233045"/>
            <a:r>
              <a:rPr lang="en-US" sz="1600">
                <a:solidFill>
                  <a:srgbClr val="424242"/>
                </a:solidFill>
              </a:rPr>
              <a:t>Scales Through Existing Relationships </a:t>
            </a:r>
          </a:p>
          <a:p>
            <a:pPr marL="574357" lvl="1" indent="-233045"/>
            <a:r>
              <a:rPr lang="en-US" sz="1400">
                <a:solidFill>
                  <a:srgbClr val="424242"/>
                </a:solidFill>
              </a:rPr>
              <a:t>APTIM already maintains trusted relationships with utilities through programs in Wisconsin and Louisiana. These partnerships provide a natural pathway to pilot, refine, and expand the utility-owned battery fleet model while reducing implementation challenges and accelerating adoption.</a:t>
            </a:r>
            <a:endParaRPr lang="en-US" sz="1200">
              <a:solidFill>
                <a:srgbClr val="424242"/>
              </a:solidFill>
            </a:endParaRPr>
          </a:p>
          <a:p>
            <a:pPr marL="233045" indent="-233045"/>
            <a:r>
              <a:rPr lang="en-US" sz="1600">
                <a:solidFill>
                  <a:srgbClr val="424242"/>
                </a:solidFill>
              </a:rPr>
              <a:t>Creates More Resilient Revenue Streams</a:t>
            </a:r>
          </a:p>
          <a:p>
            <a:pPr marL="574357" lvl="1" indent="-233045"/>
            <a:r>
              <a:rPr lang="en-US" sz="1400">
                <a:solidFill>
                  <a:srgbClr val="424242"/>
                </a:solidFill>
              </a:rPr>
              <a:t>This program shifts funding away from grants and incentives toward utility infrastructure investments. Reducing reliance on uncertain federal funding creates a more stable revenue source while supporting grid resilience goals.</a:t>
            </a:r>
          </a:p>
          <a:p>
            <a:pPr marL="233045" indent="-233045"/>
            <a:r>
              <a:rPr lang="en-US" sz="1600">
                <a:solidFill>
                  <a:srgbClr val="424242"/>
                </a:solidFill>
              </a:rPr>
              <a:t>Bottom Text to highlight point</a:t>
            </a:r>
          </a:p>
          <a:p>
            <a:pPr marL="574357" lvl="1" indent="-233045"/>
            <a:r>
              <a:rPr lang="en-US" b="1">
                <a:solidFill>
                  <a:srgbClr val="424242"/>
                </a:solidFill>
              </a:rPr>
              <a:t>By combining existing capabilities, strong utility relationships, and a differentiated market position, APTIM can deliver a scalable solution that supports both utility resilience goals and long-term business growth.</a:t>
            </a:r>
            <a:endParaRPr lang="en-US">
              <a:solidFill>
                <a:srgbClr val="424242"/>
              </a:solidFill>
            </a:endParaRPr>
          </a:p>
        </p:txBody>
      </p:sp>
      <p:sp>
        <p:nvSpPr>
          <p:cNvPr id="4" name="Footer Placeholder 3">
            <a:extLst>
              <a:ext uri="{FF2B5EF4-FFF2-40B4-BE49-F238E27FC236}">
                <a16:creationId xmlns:a16="http://schemas.microsoft.com/office/drawing/2014/main" id="{B376DFCC-E25A-D4CF-34A0-D1CCE7C60E5D}"/>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265210E7-4F09-0931-C3E2-52C07484CB0B}"/>
              </a:ext>
            </a:extLst>
          </p:cNvPr>
          <p:cNvSpPr>
            <a:spLocks noGrp="1"/>
          </p:cNvSpPr>
          <p:nvPr>
            <p:ph type="sldNum" sz="quarter" idx="12"/>
          </p:nvPr>
        </p:nvSpPr>
        <p:spPr/>
        <p:txBody>
          <a:bodyPr/>
          <a:lstStyle/>
          <a:p>
            <a:fld id="{F8F6B9CD-BE6B-498B-93B3-0FAD7ADE75E3}" type="slidenum">
              <a:rPr lang="en-US" smtClean="0"/>
              <a:t>31</a:t>
            </a:fld>
            <a:endParaRPr lang="en-US"/>
          </a:p>
        </p:txBody>
      </p:sp>
    </p:spTree>
    <p:extLst>
      <p:ext uri="{BB962C8B-B14F-4D97-AF65-F5344CB8AC3E}">
        <p14:creationId xmlns:p14="http://schemas.microsoft.com/office/powerpoint/2010/main" val="27049970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5D991-6DA8-258D-D39B-7F99DD167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6AB51-5774-9E2B-6B1D-3B0952DAAB1B}"/>
              </a:ext>
            </a:extLst>
          </p:cNvPr>
          <p:cNvSpPr>
            <a:spLocks noGrp="1"/>
          </p:cNvSpPr>
          <p:nvPr>
            <p:ph type="title"/>
          </p:nvPr>
        </p:nvSpPr>
        <p:spPr/>
        <p:txBody>
          <a:bodyPr/>
          <a:lstStyle/>
          <a:p>
            <a:r>
              <a:rPr lang="en-US"/>
              <a:t>Project Scope</a:t>
            </a:r>
          </a:p>
        </p:txBody>
      </p:sp>
      <p:sp>
        <p:nvSpPr>
          <p:cNvPr id="4" name="Footer Placeholder 3">
            <a:extLst>
              <a:ext uri="{FF2B5EF4-FFF2-40B4-BE49-F238E27FC236}">
                <a16:creationId xmlns:a16="http://schemas.microsoft.com/office/drawing/2014/main" id="{68FD7BA1-6FB8-EA92-31F0-5DF81B03DD43}"/>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49645986-E349-6DA7-EE2D-C4FBB3647919}"/>
              </a:ext>
            </a:extLst>
          </p:cNvPr>
          <p:cNvSpPr>
            <a:spLocks noGrp="1"/>
          </p:cNvSpPr>
          <p:nvPr>
            <p:ph type="sldNum" sz="quarter" idx="12"/>
          </p:nvPr>
        </p:nvSpPr>
        <p:spPr/>
        <p:txBody>
          <a:bodyPr/>
          <a:lstStyle/>
          <a:p>
            <a:fld id="{F8F6B9CD-BE6B-498B-93B3-0FAD7ADE75E3}" type="slidenum">
              <a:rPr lang="en-US" smtClean="0"/>
              <a:t>32</a:t>
            </a:fld>
            <a:endParaRPr lang="en-US"/>
          </a:p>
        </p:txBody>
      </p:sp>
      <p:graphicFrame>
        <p:nvGraphicFramePr>
          <p:cNvPr id="7" name="Diagram 6">
            <a:extLst>
              <a:ext uri="{FF2B5EF4-FFF2-40B4-BE49-F238E27FC236}">
                <a16:creationId xmlns:a16="http://schemas.microsoft.com/office/drawing/2014/main" id="{EE182609-8E0C-0878-99E1-64BFAD089F61}"/>
              </a:ext>
            </a:extLst>
          </p:cNvPr>
          <p:cNvGraphicFramePr/>
          <p:nvPr>
            <p:extLst>
              <p:ext uri="{D42A27DB-BD31-4B8C-83A1-F6EECF244321}">
                <p14:modId xmlns:p14="http://schemas.microsoft.com/office/powerpoint/2010/main" val="2222289066"/>
              </p:ext>
            </p:extLst>
          </p:nvPr>
        </p:nvGraphicFramePr>
        <p:xfrm>
          <a:off x="466344" y="1178434"/>
          <a:ext cx="10579608" cy="50389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206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61BED-61F8-91E9-A129-4C96DB541AD8}"/>
              </a:ext>
            </a:extLst>
          </p:cNvPr>
          <p:cNvSpPr>
            <a:spLocks noGrp="1"/>
          </p:cNvSpPr>
          <p:nvPr>
            <p:ph type="ctrTitle"/>
          </p:nvPr>
        </p:nvSpPr>
        <p:spPr/>
        <p:txBody>
          <a:bodyPr/>
          <a:lstStyle/>
          <a:p>
            <a:r>
              <a:rPr lang="en-US"/>
              <a:t>APTIM PowerPoint </a:t>
            </a:r>
            <a:br>
              <a:rPr lang="en-US"/>
            </a:br>
            <a:r>
              <a:rPr lang="en-US"/>
              <a:t>Template Guidelines</a:t>
            </a:r>
          </a:p>
        </p:txBody>
      </p:sp>
      <p:sp>
        <p:nvSpPr>
          <p:cNvPr id="4" name="Footer Placeholder 3">
            <a:extLst>
              <a:ext uri="{FF2B5EF4-FFF2-40B4-BE49-F238E27FC236}">
                <a16:creationId xmlns:a16="http://schemas.microsoft.com/office/drawing/2014/main" id="{08C48714-B76C-4C4E-C984-8768F69C159D}"/>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EB1ABFA7-3D5E-2F34-C370-89DA6D8A934A}"/>
              </a:ext>
            </a:extLst>
          </p:cNvPr>
          <p:cNvSpPr>
            <a:spLocks noGrp="1"/>
          </p:cNvSpPr>
          <p:nvPr>
            <p:ph type="sldNum" sz="quarter" idx="12"/>
          </p:nvPr>
        </p:nvSpPr>
        <p:spPr/>
        <p:txBody>
          <a:bodyPr/>
          <a:lstStyle/>
          <a:p>
            <a:fld id="{F8F6B9CD-BE6B-498B-93B3-0FAD7ADE75E3}" type="slidenum">
              <a:rPr lang="en-US" smtClean="0"/>
              <a:pPr/>
              <a:t>33</a:t>
            </a:fld>
            <a:endParaRPr lang="en-US"/>
          </a:p>
        </p:txBody>
      </p:sp>
    </p:spTree>
    <p:extLst>
      <p:ext uri="{BB962C8B-B14F-4D97-AF65-F5344CB8AC3E}">
        <p14:creationId xmlns:p14="http://schemas.microsoft.com/office/powerpoint/2010/main" val="23005613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9A698-0F01-2EBD-2B2B-E53ED7D42423}"/>
              </a:ext>
            </a:extLst>
          </p:cNvPr>
          <p:cNvSpPr>
            <a:spLocks noGrp="1"/>
          </p:cNvSpPr>
          <p:nvPr>
            <p:ph type="title"/>
          </p:nvPr>
        </p:nvSpPr>
        <p:spPr/>
        <p:txBody>
          <a:bodyPr/>
          <a:lstStyle/>
          <a:p>
            <a:r>
              <a:rPr lang="en-US"/>
              <a:t>About the Template &amp; Formatting</a:t>
            </a:r>
          </a:p>
        </p:txBody>
      </p:sp>
      <p:sp>
        <p:nvSpPr>
          <p:cNvPr id="4" name="Content Placeholder 3">
            <a:extLst>
              <a:ext uri="{FF2B5EF4-FFF2-40B4-BE49-F238E27FC236}">
                <a16:creationId xmlns:a16="http://schemas.microsoft.com/office/drawing/2014/main" id="{F1EE6C56-C367-DEA4-EA66-578E2B91D7DA}"/>
              </a:ext>
            </a:extLst>
          </p:cNvPr>
          <p:cNvSpPr>
            <a:spLocks noGrp="1"/>
          </p:cNvSpPr>
          <p:nvPr>
            <p:ph sz="half" idx="2"/>
          </p:nvPr>
        </p:nvSpPr>
        <p:spPr>
          <a:xfrm>
            <a:off x="612648" y="1234439"/>
            <a:ext cx="5157787" cy="4946904"/>
          </a:xfrm>
        </p:spPr>
        <p:txBody>
          <a:bodyPr/>
          <a:lstStyle/>
          <a:p>
            <a:pPr marL="0" indent="0">
              <a:buNone/>
            </a:pPr>
            <a:r>
              <a:rPr lang="en-US" b="1">
                <a:solidFill>
                  <a:schemeClr val="accent3"/>
                </a:solidFill>
              </a:rPr>
              <a:t>About</a:t>
            </a:r>
          </a:p>
          <a:p>
            <a:r>
              <a:rPr lang="en-US"/>
              <a:t>Please use this template only to create your APTIM PowerPoint presentations. Do not share this template externally.</a:t>
            </a:r>
          </a:p>
          <a:p>
            <a:r>
              <a:rPr lang="en-US"/>
              <a:t>The most updated presentation template can be found on </a:t>
            </a:r>
            <a:r>
              <a:rPr lang="en-US">
                <a:hlinkClick r:id="rId2"/>
              </a:rPr>
              <a:t>Marketing &amp; Communication’s </a:t>
            </a:r>
            <a:r>
              <a:rPr lang="en-US" err="1">
                <a:hlinkClick r:id="rId2"/>
              </a:rPr>
              <a:t>APTNet</a:t>
            </a:r>
            <a:r>
              <a:rPr lang="en-US">
                <a:hlinkClick r:id="rId2"/>
              </a:rPr>
              <a:t> site</a:t>
            </a:r>
            <a:r>
              <a:rPr lang="en-US"/>
              <a:t>.</a:t>
            </a:r>
          </a:p>
          <a:p>
            <a:endParaRPr lang="en-US"/>
          </a:p>
        </p:txBody>
      </p:sp>
      <p:sp>
        <p:nvSpPr>
          <p:cNvPr id="6" name="Content Placeholder 5">
            <a:extLst>
              <a:ext uri="{FF2B5EF4-FFF2-40B4-BE49-F238E27FC236}">
                <a16:creationId xmlns:a16="http://schemas.microsoft.com/office/drawing/2014/main" id="{4AE0C37C-9425-56C4-6B75-A1E8121227B6}"/>
              </a:ext>
            </a:extLst>
          </p:cNvPr>
          <p:cNvSpPr>
            <a:spLocks noGrp="1"/>
          </p:cNvSpPr>
          <p:nvPr>
            <p:ph sz="quarter" idx="4"/>
          </p:nvPr>
        </p:nvSpPr>
        <p:spPr>
          <a:xfrm>
            <a:off x="6388099" y="1234439"/>
            <a:ext cx="5183188" cy="4946904"/>
          </a:xfrm>
        </p:spPr>
        <p:txBody>
          <a:bodyPr/>
          <a:lstStyle/>
          <a:p>
            <a:pPr marL="0" indent="0">
              <a:buNone/>
            </a:pPr>
            <a:r>
              <a:rPr lang="en-US" b="1">
                <a:solidFill>
                  <a:schemeClr val="accent3"/>
                </a:solidFill>
              </a:rPr>
              <a:t>Formatting</a:t>
            </a:r>
          </a:p>
          <a:p>
            <a:pPr marL="0" indent="0">
              <a:buNone/>
            </a:pPr>
            <a:r>
              <a:rPr lang="en-US"/>
              <a:t>The presentation has pre-built templates. Use one of these template slides when creating a new slide. (See instructions on following slides.) They have been pre-built for the APTIM brand with fonts, colors, and graphics.</a:t>
            </a:r>
          </a:p>
          <a:p>
            <a:r>
              <a:rPr lang="en-US" b="1">
                <a:solidFill>
                  <a:schemeClr val="accent1"/>
                </a:solidFill>
              </a:rPr>
              <a:t>Font should be Arial</a:t>
            </a:r>
            <a:r>
              <a:rPr lang="en-US"/>
              <a:t>.</a:t>
            </a:r>
          </a:p>
          <a:p>
            <a:r>
              <a:rPr lang="en-US"/>
              <a:t>Colors should follow the built-in APTIM color scheme. This palette can be found under View&gt;Slide Master&gt;Colors. Select “</a:t>
            </a:r>
            <a:r>
              <a:rPr lang="en-US" b="1">
                <a:solidFill>
                  <a:schemeClr val="accent1"/>
                </a:solidFill>
              </a:rPr>
              <a:t>2025_APTIM_Colors</a:t>
            </a:r>
            <a:r>
              <a:rPr lang="en-US"/>
              <a:t>” to set your default palette under the Home tab.</a:t>
            </a:r>
          </a:p>
          <a:p>
            <a:endParaRPr lang="en-US"/>
          </a:p>
        </p:txBody>
      </p:sp>
      <p:sp>
        <p:nvSpPr>
          <p:cNvPr id="7" name="Footer Placeholder 6">
            <a:extLst>
              <a:ext uri="{FF2B5EF4-FFF2-40B4-BE49-F238E27FC236}">
                <a16:creationId xmlns:a16="http://schemas.microsoft.com/office/drawing/2014/main" id="{5A72E588-6B25-FA1A-C7B6-25A28C4446C2}"/>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018DFA2D-CDCD-349A-7BBF-2DE968BC0A22}"/>
              </a:ext>
            </a:extLst>
          </p:cNvPr>
          <p:cNvSpPr>
            <a:spLocks noGrp="1"/>
          </p:cNvSpPr>
          <p:nvPr>
            <p:ph type="sldNum" sz="quarter" idx="12"/>
          </p:nvPr>
        </p:nvSpPr>
        <p:spPr/>
        <p:txBody>
          <a:bodyPr/>
          <a:lstStyle/>
          <a:p>
            <a:fld id="{F8F6B9CD-BE6B-498B-93B3-0FAD7ADE75E3}" type="slidenum">
              <a:rPr lang="en-US" smtClean="0"/>
              <a:t>34</a:t>
            </a:fld>
            <a:endParaRPr lang="en-US"/>
          </a:p>
        </p:txBody>
      </p:sp>
    </p:spTree>
    <p:extLst>
      <p:ext uri="{BB962C8B-B14F-4D97-AF65-F5344CB8AC3E}">
        <p14:creationId xmlns:p14="http://schemas.microsoft.com/office/powerpoint/2010/main" val="28936045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B7F1C-19D2-E5A6-7B07-48D07B7E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BB2B7-CB07-F1ED-E800-2BD77D3FDF68}"/>
              </a:ext>
            </a:extLst>
          </p:cNvPr>
          <p:cNvSpPr>
            <a:spLocks noGrp="1"/>
          </p:cNvSpPr>
          <p:nvPr>
            <p:ph type="title"/>
          </p:nvPr>
        </p:nvSpPr>
        <p:spPr/>
        <p:txBody>
          <a:bodyPr/>
          <a:lstStyle/>
          <a:p>
            <a:r>
              <a:rPr lang="en-US"/>
              <a:t>How to Use</a:t>
            </a:r>
          </a:p>
        </p:txBody>
      </p:sp>
      <p:sp>
        <p:nvSpPr>
          <p:cNvPr id="4" name="Content Placeholder 3">
            <a:extLst>
              <a:ext uri="{FF2B5EF4-FFF2-40B4-BE49-F238E27FC236}">
                <a16:creationId xmlns:a16="http://schemas.microsoft.com/office/drawing/2014/main" id="{9C96DF10-A8D9-AEAB-191A-ED085AAC2FB6}"/>
              </a:ext>
            </a:extLst>
          </p:cNvPr>
          <p:cNvSpPr>
            <a:spLocks noGrp="1"/>
          </p:cNvSpPr>
          <p:nvPr>
            <p:ph sz="half" idx="2"/>
          </p:nvPr>
        </p:nvSpPr>
        <p:spPr>
          <a:xfrm>
            <a:off x="612648" y="1234439"/>
            <a:ext cx="5157787" cy="4946904"/>
          </a:xfrm>
        </p:spPr>
        <p:txBody>
          <a:bodyPr/>
          <a:lstStyle/>
          <a:p>
            <a:pPr marL="0" indent="0">
              <a:buNone/>
            </a:pPr>
            <a:r>
              <a:rPr lang="en-US" b="1">
                <a:solidFill>
                  <a:schemeClr val="accent3"/>
                </a:solidFill>
              </a:rPr>
              <a:t>How to Use</a:t>
            </a:r>
          </a:p>
          <a:p>
            <a:r>
              <a:rPr lang="en-US" b="1">
                <a:solidFill>
                  <a:schemeClr val="accent1"/>
                </a:solidFill>
              </a:rPr>
              <a:t>Save a copy of this PowerPoint template</a:t>
            </a:r>
            <a:r>
              <a:rPr lang="en-US"/>
              <a:t> to your files to begin.</a:t>
            </a:r>
          </a:p>
          <a:p>
            <a:r>
              <a:rPr lang="en-US"/>
              <a:t>Do not modify the Slide Master.</a:t>
            </a:r>
          </a:p>
          <a:p>
            <a:r>
              <a:rPr lang="en-US"/>
              <a:t>Use the instructions on the following slides to build your presentation.</a:t>
            </a:r>
          </a:p>
          <a:p>
            <a:r>
              <a:rPr lang="en-US"/>
              <a:t>Remember to </a:t>
            </a:r>
            <a:r>
              <a:rPr lang="en-US" b="1">
                <a:solidFill>
                  <a:schemeClr val="accent1"/>
                </a:solidFill>
              </a:rPr>
              <a:t>delete this slide and any other unused slides</a:t>
            </a:r>
            <a:r>
              <a:rPr lang="en-US"/>
              <a:t> provided in this template upon submission or use.</a:t>
            </a:r>
          </a:p>
          <a:p>
            <a:r>
              <a:rPr lang="en-US"/>
              <a:t>Always </a:t>
            </a:r>
            <a:r>
              <a:rPr lang="en-US" b="1">
                <a:solidFill>
                  <a:schemeClr val="accent1"/>
                </a:solidFill>
              </a:rPr>
              <a:t>use spellcheck</a:t>
            </a:r>
            <a:r>
              <a:rPr lang="en-US"/>
              <a:t>.</a:t>
            </a:r>
          </a:p>
          <a:p>
            <a:endParaRPr lang="en-US"/>
          </a:p>
        </p:txBody>
      </p:sp>
      <p:sp>
        <p:nvSpPr>
          <p:cNvPr id="6" name="Content Placeholder 5">
            <a:extLst>
              <a:ext uri="{FF2B5EF4-FFF2-40B4-BE49-F238E27FC236}">
                <a16:creationId xmlns:a16="http://schemas.microsoft.com/office/drawing/2014/main" id="{4751E1D5-9635-6B05-8E52-12A0A117FF65}"/>
              </a:ext>
            </a:extLst>
          </p:cNvPr>
          <p:cNvSpPr>
            <a:spLocks noGrp="1"/>
          </p:cNvSpPr>
          <p:nvPr>
            <p:ph sz="quarter" idx="4"/>
          </p:nvPr>
        </p:nvSpPr>
        <p:spPr>
          <a:xfrm>
            <a:off x="6388099" y="1234439"/>
            <a:ext cx="5183188" cy="4946904"/>
          </a:xfrm>
        </p:spPr>
        <p:txBody>
          <a:bodyPr/>
          <a:lstStyle/>
          <a:p>
            <a:pPr marL="0" indent="0">
              <a:buNone/>
            </a:pPr>
            <a:r>
              <a:rPr lang="en-US" b="1">
                <a:solidFill>
                  <a:schemeClr val="accent3"/>
                </a:solidFill>
              </a:rPr>
              <a:t>Contact the Marketing &amp; </a:t>
            </a:r>
            <a:br>
              <a:rPr lang="en-US" b="1">
                <a:solidFill>
                  <a:schemeClr val="accent3"/>
                </a:solidFill>
              </a:rPr>
            </a:br>
            <a:r>
              <a:rPr lang="en-US" b="1">
                <a:solidFill>
                  <a:schemeClr val="accent3"/>
                </a:solidFill>
              </a:rPr>
              <a:t>Communications Team</a:t>
            </a:r>
          </a:p>
          <a:p>
            <a:r>
              <a:rPr lang="en-US"/>
              <a:t>If you would like your final draft presentation to be reviewed for style, grammar, and/or design, please submit a </a:t>
            </a:r>
            <a:r>
              <a:rPr lang="en-US">
                <a:hlinkClick r:id="rId2"/>
              </a:rPr>
              <a:t>Marketing &amp; Communications request</a:t>
            </a:r>
            <a:r>
              <a:rPr lang="en-US"/>
              <a:t>.</a:t>
            </a:r>
          </a:p>
          <a:p>
            <a:r>
              <a:rPr lang="en-US"/>
              <a:t>If there is a new slide that you would like to have created, please </a:t>
            </a:r>
            <a:r>
              <a:rPr lang="en-US">
                <a:hlinkClick r:id="rId2"/>
              </a:rPr>
              <a:t>submit a request</a:t>
            </a:r>
            <a:r>
              <a:rPr lang="en-US"/>
              <a:t>. Note that it will have to be approved to become part of the overall template.</a:t>
            </a:r>
          </a:p>
          <a:p>
            <a:pPr marL="0" indent="0">
              <a:buNone/>
            </a:pPr>
            <a:endParaRPr lang="en-US"/>
          </a:p>
        </p:txBody>
      </p:sp>
      <p:sp>
        <p:nvSpPr>
          <p:cNvPr id="7" name="Footer Placeholder 6">
            <a:extLst>
              <a:ext uri="{FF2B5EF4-FFF2-40B4-BE49-F238E27FC236}">
                <a16:creationId xmlns:a16="http://schemas.microsoft.com/office/drawing/2014/main" id="{E692314E-56A1-CF63-CF88-C6FDCCFF4EF2}"/>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CA873DCE-6AF6-2494-849A-DCFBE43427EE}"/>
              </a:ext>
            </a:extLst>
          </p:cNvPr>
          <p:cNvSpPr>
            <a:spLocks noGrp="1"/>
          </p:cNvSpPr>
          <p:nvPr>
            <p:ph type="sldNum" sz="quarter" idx="12"/>
          </p:nvPr>
        </p:nvSpPr>
        <p:spPr/>
        <p:txBody>
          <a:bodyPr/>
          <a:lstStyle/>
          <a:p>
            <a:fld id="{F8F6B9CD-BE6B-498B-93B3-0FAD7ADE75E3}" type="slidenum">
              <a:rPr lang="en-US" smtClean="0"/>
              <a:t>35</a:t>
            </a:fld>
            <a:endParaRPr lang="en-US"/>
          </a:p>
        </p:txBody>
      </p:sp>
    </p:spTree>
    <p:extLst>
      <p:ext uri="{BB962C8B-B14F-4D97-AF65-F5344CB8AC3E}">
        <p14:creationId xmlns:p14="http://schemas.microsoft.com/office/powerpoint/2010/main" val="20555952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80AFA-CD74-36EB-B558-26EA68705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73DB4-0319-8037-2FC1-E797D5194DE3}"/>
              </a:ext>
            </a:extLst>
          </p:cNvPr>
          <p:cNvSpPr>
            <a:spLocks noGrp="1"/>
          </p:cNvSpPr>
          <p:nvPr>
            <p:ph type="title"/>
          </p:nvPr>
        </p:nvSpPr>
        <p:spPr/>
        <p:txBody>
          <a:bodyPr/>
          <a:lstStyle/>
          <a:p>
            <a:r>
              <a:rPr lang="en-US"/>
              <a:t>Basics</a:t>
            </a:r>
          </a:p>
        </p:txBody>
      </p:sp>
      <p:sp>
        <p:nvSpPr>
          <p:cNvPr id="4" name="Content Placeholder 3">
            <a:extLst>
              <a:ext uri="{FF2B5EF4-FFF2-40B4-BE49-F238E27FC236}">
                <a16:creationId xmlns:a16="http://schemas.microsoft.com/office/drawing/2014/main" id="{41A56765-B62F-B78E-0455-CAFB5026D11D}"/>
              </a:ext>
            </a:extLst>
          </p:cNvPr>
          <p:cNvSpPr>
            <a:spLocks noGrp="1"/>
          </p:cNvSpPr>
          <p:nvPr>
            <p:ph sz="half" idx="2"/>
          </p:nvPr>
        </p:nvSpPr>
        <p:spPr>
          <a:xfrm>
            <a:off x="612648" y="1234439"/>
            <a:ext cx="5157787" cy="4946904"/>
          </a:xfrm>
        </p:spPr>
        <p:txBody>
          <a:bodyPr/>
          <a:lstStyle/>
          <a:p>
            <a:pPr marL="0" indent="0">
              <a:buNone/>
            </a:pPr>
            <a:r>
              <a:rPr lang="en-US" b="1">
                <a:solidFill>
                  <a:schemeClr val="accent3"/>
                </a:solidFill>
              </a:rPr>
              <a:t>Zoom View</a:t>
            </a:r>
          </a:p>
          <a:p>
            <a:pPr marL="0" indent="0">
              <a:buNone/>
            </a:pPr>
            <a:r>
              <a:rPr lang="en-US" b="1">
                <a:solidFill>
                  <a:schemeClr val="accent1"/>
                </a:solidFill>
              </a:rPr>
              <a:t>Press and hold Ctrl key while turning the mouse</a:t>
            </a:r>
            <a:r>
              <a:rPr lang="en-US" b="1"/>
              <a:t> wheel </a:t>
            </a:r>
            <a:r>
              <a:rPr lang="en-US"/>
              <a:t>to zoom in or out.</a:t>
            </a:r>
          </a:p>
          <a:p>
            <a:pPr marL="0" indent="0">
              <a:buNone/>
            </a:pPr>
            <a:r>
              <a:rPr lang="en-US" b="1">
                <a:solidFill>
                  <a:schemeClr val="accent3"/>
                </a:solidFill>
              </a:rPr>
              <a:t>Insert Slides</a:t>
            </a:r>
          </a:p>
          <a:p>
            <a:pPr marL="0" indent="0">
              <a:buNone/>
            </a:pPr>
            <a:r>
              <a:rPr lang="en-US"/>
              <a:t>Under the Home tab, </a:t>
            </a:r>
            <a:r>
              <a:rPr lang="en-US" b="1">
                <a:solidFill>
                  <a:schemeClr val="accent1"/>
                </a:solidFill>
              </a:rPr>
              <a:t>click the arrow next to New Slide</a:t>
            </a:r>
            <a:r>
              <a:rPr lang="en-US"/>
              <a:t>. Then, choose from any of the APTIM THEME-branded slide templates.</a:t>
            </a:r>
          </a:p>
          <a:p>
            <a:pPr marL="0" indent="0">
              <a:buNone/>
            </a:pPr>
            <a:r>
              <a:rPr lang="en-US" b="1">
                <a:solidFill>
                  <a:schemeClr val="accent3"/>
                </a:solidFill>
              </a:rPr>
              <a:t>Add Text</a:t>
            </a:r>
          </a:p>
          <a:p>
            <a:pPr marL="0" indent="0">
              <a:buNone/>
            </a:pPr>
            <a:r>
              <a:rPr lang="en-US"/>
              <a:t>To use the default text styles in the template when pasting text from another source, </a:t>
            </a:r>
            <a:r>
              <a:rPr lang="en-US" b="1">
                <a:solidFill>
                  <a:schemeClr val="accent1"/>
                </a:solidFill>
              </a:rPr>
              <a:t>right-click to show the Paste Options</a:t>
            </a:r>
            <a:r>
              <a:rPr lang="en-US"/>
              <a:t> and </a:t>
            </a:r>
            <a:r>
              <a:rPr lang="en-US" b="1">
                <a:solidFill>
                  <a:schemeClr val="accent1"/>
                </a:solidFill>
              </a:rPr>
              <a:t>select Keep Text Only. </a:t>
            </a:r>
          </a:p>
          <a:p>
            <a:endParaRPr lang="en-US"/>
          </a:p>
        </p:txBody>
      </p:sp>
      <p:sp>
        <p:nvSpPr>
          <p:cNvPr id="6" name="Content Placeholder 5">
            <a:extLst>
              <a:ext uri="{FF2B5EF4-FFF2-40B4-BE49-F238E27FC236}">
                <a16:creationId xmlns:a16="http://schemas.microsoft.com/office/drawing/2014/main" id="{881333A5-2B32-2035-60F2-A0FD0620C25E}"/>
              </a:ext>
            </a:extLst>
          </p:cNvPr>
          <p:cNvSpPr>
            <a:spLocks noGrp="1"/>
          </p:cNvSpPr>
          <p:nvPr>
            <p:ph sz="quarter" idx="4"/>
          </p:nvPr>
        </p:nvSpPr>
        <p:spPr>
          <a:xfrm>
            <a:off x="6388099" y="1234439"/>
            <a:ext cx="5183188" cy="4946904"/>
          </a:xfrm>
        </p:spPr>
        <p:txBody>
          <a:bodyPr/>
          <a:lstStyle/>
          <a:p>
            <a:pPr marL="0" indent="0">
              <a:buNone/>
            </a:pPr>
            <a:r>
              <a:rPr lang="en-US" b="1">
                <a:solidFill>
                  <a:schemeClr val="accent3"/>
                </a:solidFill>
              </a:rPr>
              <a:t>Clear Formatting</a:t>
            </a:r>
          </a:p>
          <a:p>
            <a:pPr marL="0" indent="0">
              <a:buNone/>
            </a:pPr>
            <a:r>
              <a:rPr lang="en-US"/>
              <a:t>To remove all formatting from selected text, press </a:t>
            </a:r>
            <a:r>
              <a:rPr lang="en-US" b="1">
                <a:solidFill>
                  <a:schemeClr val="accent1"/>
                </a:solidFill>
              </a:rPr>
              <a:t>Control (Ctrl)+Space Bar.</a:t>
            </a:r>
          </a:p>
          <a:p>
            <a:pPr marL="0" indent="0">
              <a:buNone/>
            </a:pPr>
            <a:r>
              <a:rPr lang="en-US" b="1">
                <a:solidFill>
                  <a:schemeClr val="accent3"/>
                </a:solidFill>
              </a:rPr>
              <a:t>Font Size</a:t>
            </a:r>
          </a:p>
          <a:p>
            <a:pPr marL="0" indent="0">
              <a:buNone/>
            </a:pPr>
            <a:r>
              <a:rPr lang="en-US"/>
              <a:t>Standard font size is 18pt for body text. The font sizes for bullets are 18, 16, 14, and 12pt in descending order of indentation.</a:t>
            </a:r>
          </a:p>
          <a:p>
            <a:pPr marL="0" indent="0">
              <a:buNone/>
            </a:pPr>
            <a:r>
              <a:rPr lang="en-US" b="1">
                <a:solidFill>
                  <a:schemeClr val="accent1"/>
                </a:solidFill>
              </a:rPr>
              <a:t>Please adhere to these sizes and do not increase or decrease</a:t>
            </a:r>
            <a:r>
              <a:rPr lang="en-US"/>
              <a:t> </a:t>
            </a:r>
            <a:r>
              <a:rPr lang="en-US" b="1">
                <a:solidFill>
                  <a:schemeClr val="accent1"/>
                </a:solidFill>
              </a:rPr>
              <a:t>the font sizes.</a:t>
            </a:r>
          </a:p>
          <a:p>
            <a:r>
              <a:rPr lang="en-US"/>
              <a:t>If your text is too lengthy to fit on the slide, edit the text or add another slide. </a:t>
            </a:r>
          </a:p>
          <a:p>
            <a:r>
              <a:rPr lang="en-US"/>
              <a:t>The absolute minimum font size is 14pt except for fourth- and fifth-level bullets.</a:t>
            </a:r>
          </a:p>
          <a:p>
            <a:pPr marL="0" indent="0">
              <a:buNone/>
            </a:pPr>
            <a:endParaRPr lang="en-US" b="1">
              <a:solidFill>
                <a:schemeClr val="accent3"/>
              </a:solidFill>
            </a:endParaRPr>
          </a:p>
          <a:p>
            <a:pPr marL="0" indent="0">
              <a:buNone/>
            </a:pPr>
            <a:endParaRPr lang="en-US"/>
          </a:p>
        </p:txBody>
      </p:sp>
      <p:sp>
        <p:nvSpPr>
          <p:cNvPr id="7" name="Footer Placeholder 6">
            <a:extLst>
              <a:ext uri="{FF2B5EF4-FFF2-40B4-BE49-F238E27FC236}">
                <a16:creationId xmlns:a16="http://schemas.microsoft.com/office/drawing/2014/main" id="{360BCB70-94DE-76B6-0967-13E568C1D0E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E635D05A-F187-4EE3-39C9-39C9D99F1CF1}"/>
              </a:ext>
            </a:extLst>
          </p:cNvPr>
          <p:cNvSpPr>
            <a:spLocks noGrp="1"/>
          </p:cNvSpPr>
          <p:nvPr>
            <p:ph type="sldNum" sz="quarter" idx="12"/>
          </p:nvPr>
        </p:nvSpPr>
        <p:spPr/>
        <p:txBody>
          <a:bodyPr/>
          <a:lstStyle/>
          <a:p>
            <a:fld id="{F8F6B9CD-BE6B-498B-93B3-0FAD7ADE75E3}" type="slidenum">
              <a:rPr lang="en-US" smtClean="0"/>
              <a:t>36</a:t>
            </a:fld>
            <a:endParaRPr lang="en-US"/>
          </a:p>
        </p:txBody>
      </p:sp>
      <p:pic>
        <p:nvPicPr>
          <p:cNvPr id="3" name="Picture 2" descr="Graphical user interface, application, Word&#10;&#10;Description automatically generated">
            <a:extLst>
              <a:ext uri="{FF2B5EF4-FFF2-40B4-BE49-F238E27FC236}">
                <a16:creationId xmlns:a16="http://schemas.microsoft.com/office/drawing/2014/main" id="{319B6D13-651E-3DD3-367D-B2EC79FB455D}"/>
              </a:ext>
            </a:extLst>
          </p:cNvPr>
          <p:cNvPicPr/>
          <p:nvPr/>
        </p:nvPicPr>
        <p:blipFill>
          <a:blip r:embed="rId2">
            <a:extLst>
              <a:ext uri="{28A0092B-C50C-407E-A947-70E740481C1C}">
                <a14:useLocalDpi xmlns:a14="http://schemas.microsoft.com/office/drawing/2010/main"/>
              </a:ext>
            </a:extLst>
          </a:blip>
          <a:stretch>
            <a:fillRect/>
          </a:stretch>
        </p:blipFill>
        <p:spPr>
          <a:xfrm>
            <a:off x="534825" y="5113824"/>
            <a:ext cx="1778876" cy="1019473"/>
          </a:xfrm>
          <a:prstGeom prst="rect">
            <a:avLst/>
          </a:prstGeom>
        </p:spPr>
      </p:pic>
    </p:spTree>
    <p:extLst>
      <p:ext uri="{BB962C8B-B14F-4D97-AF65-F5344CB8AC3E}">
        <p14:creationId xmlns:p14="http://schemas.microsoft.com/office/powerpoint/2010/main" val="18891973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2B58-F871-74A1-8B5F-D4E8DA045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1E924-5DA6-C94B-75A0-C586D3D81613}"/>
              </a:ext>
            </a:extLst>
          </p:cNvPr>
          <p:cNvSpPr>
            <a:spLocks noGrp="1"/>
          </p:cNvSpPr>
          <p:nvPr>
            <p:ph type="title"/>
          </p:nvPr>
        </p:nvSpPr>
        <p:spPr/>
        <p:txBody>
          <a:bodyPr/>
          <a:lstStyle/>
          <a:p>
            <a:r>
              <a:rPr lang="en-US"/>
              <a:t>Bullets</a:t>
            </a:r>
          </a:p>
        </p:txBody>
      </p:sp>
      <p:sp>
        <p:nvSpPr>
          <p:cNvPr id="4" name="Content Placeholder 3">
            <a:extLst>
              <a:ext uri="{FF2B5EF4-FFF2-40B4-BE49-F238E27FC236}">
                <a16:creationId xmlns:a16="http://schemas.microsoft.com/office/drawing/2014/main" id="{DD60A8B3-AD16-3111-FC38-AF47B7C379DA}"/>
              </a:ext>
            </a:extLst>
          </p:cNvPr>
          <p:cNvSpPr>
            <a:spLocks noGrp="1"/>
          </p:cNvSpPr>
          <p:nvPr>
            <p:ph sz="half" idx="2"/>
          </p:nvPr>
        </p:nvSpPr>
        <p:spPr>
          <a:xfrm>
            <a:off x="612648" y="1234439"/>
            <a:ext cx="5157787" cy="4946904"/>
          </a:xfrm>
        </p:spPr>
        <p:txBody>
          <a:bodyPr/>
          <a:lstStyle/>
          <a:p>
            <a:pPr marL="0" indent="0">
              <a:buNone/>
            </a:pPr>
            <a:r>
              <a:rPr lang="en-US" b="1">
                <a:solidFill>
                  <a:schemeClr val="accent3"/>
                </a:solidFill>
              </a:rPr>
              <a:t>Bullets</a:t>
            </a:r>
          </a:p>
          <a:p>
            <a:r>
              <a:rPr lang="en-US"/>
              <a:t>If your original text includes bullets, we recommend that you </a:t>
            </a:r>
            <a:r>
              <a:rPr lang="en-US" b="1">
                <a:solidFill>
                  <a:schemeClr val="accent1"/>
                </a:solidFill>
              </a:rPr>
              <a:t>remove the bullets within the source document prior to copying and pasting into your PowerPoint</a:t>
            </a:r>
            <a:r>
              <a:rPr lang="en-US"/>
              <a:t>.</a:t>
            </a:r>
          </a:p>
          <a:p>
            <a:r>
              <a:rPr lang="en-US" b="1">
                <a:solidFill>
                  <a:schemeClr val="accent1"/>
                </a:solidFill>
              </a:rPr>
              <a:t>Use the Decrease and Increase List Level buttons</a:t>
            </a:r>
            <a:r>
              <a:rPr lang="en-US"/>
              <a:t> (to the right of Numbering on the Home tab) to create second-, third-, etc., level bullets.</a:t>
            </a:r>
          </a:p>
          <a:p>
            <a:endParaRPr lang="en-US"/>
          </a:p>
        </p:txBody>
      </p:sp>
      <p:sp>
        <p:nvSpPr>
          <p:cNvPr id="6" name="Content Placeholder 5">
            <a:extLst>
              <a:ext uri="{FF2B5EF4-FFF2-40B4-BE49-F238E27FC236}">
                <a16:creationId xmlns:a16="http://schemas.microsoft.com/office/drawing/2014/main" id="{23FA254E-9E17-9DA7-D1F7-B2E543887EFC}"/>
              </a:ext>
            </a:extLst>
          </p:cNvPr>
          <p:cNvSpPr>
            <a:spLocks noGrp="1"/>
          </p:cNvSpPr>
          <p:nvPr>
            <p:ph sz="quarter" idx="4"/>
          </p:nvPr>
        </p:nvSpPr>
        <p:spPr>
          <a:xfrm>
            <a:off x="6388099" y="1234439"/>
            <a:ext cx="5183188" cy="4946904"/>
          </a:xfrm>
        </p:spPr>
        <p:txBody>
          <a:bodyPr/>
          <a:lstStyle/>
          <a:p>
            <a:pPr marL="0" indent="0">
              <a:buNone/>
            </a:pPr>
            <a:r>
              <a:rPr lang="en-US" b="1">
                <a:solidFill>
                  <a:schemeClr val="accent3"/>
                </a:solidFill>
              </a:rPr>
              <a:t>Bullet Formatting</a:t>
            </a:r>
          </a:p>
          <a:p>
            <a:pPr marL="0" indent="0">
              <a:buNone/>
            </a:pPr>
            <a:r>
              <a:rPr lang="en-US"/>
              <a:t>Follow the rules in the Bullets section of the </a:t>
            </a:r>
            <a:r>
              <a:rPr lang="en-US" b="1">
                <a:solidFill>
                  <a:schemeClr val="accent1"/>
                </a:solidFill>
                <a:hlinkClick r:id="rId2"/>
              </a:rPr>
              <a:t>APTIM Written Style Guide</a:t>
            </a:r>
            <a:r>
              <a:rPr lang="en-US"/>
              <a:t>:</a:t>
            </a:r>
          </a:p>
          <a:p>
            <a:r>
              <a:rPr lang="en-US"/>
              <a:t>All bullets should start with a </a:t>
            </a:r>
            <a:r>
              <a:rPr lang="en-US" b="1">
                <a:solidFill>
                  <a:schemeClr val="accent1"/>
                </a:solidFill>
              </a:rPr>
              <a:t>capitalized letter</a:t>
            </a:r>
            <a:r>
              <a:rPr lang="en-US"/>
              <a:t>.</a:t>
            </a:r>
          </a:p>
          <a:p>
            <a:r>
              <a:rPr lang="en-US"/>
              <a:t>For lists with brief items of four words or fewer that are not complete sentences, follow the rules of title capitalization. Do not use punctuation. This is APTIM’s preference.</a:t>
            </a:r>
          </a:p>
          <a:p>
            <a:r>
              <a:rPr lang="en-US"/>
              <a:t>For lists with items of five words or more that are NOT complete sentences, do not use punctuation.</a:t>
            </a:r>
          </a:p>
          <a:p>
            <a:r>
              <a:rPr lang="en-US"/>
              <a:t>For lists with items that are complete sentences, use punctuation.</a:t>
            </a:r>
            <a:endParaRPr lang="en-US" b="1">
              <a:solidFill>
                <a:schemeClr val="accent3"/>
              </a:solidFill>
            </a:endParaRPr>
          </a:p>
          <a:p>
            <a:pPr marL="0" indent="0">
              <a:buNone/>
            </a:pPr>
            <a:endParaRPr lang="en-US"/>
          </a:p>
        </p:txBody>
      </p:sp>
      <p:sp>
        <p:nvSpPr>
          <p:cNvPr id="7" name="Footer Placeholder 6">
            <a:extLst>
              <a:ext uri="{FF2B5EF4-FFF2-40B4-BE49-F238E27FC236}">
                <a16:creationId xmlns:a16="http://schemas.microsoft.com/office/drawing/2014/main" id="{2589F873-2F10-AA4D-0965-162EF5DDB363}"/>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AEEB13D8-F7C8-96D8-77F2-5DFB7EEF34FB}"/>
              </a:ext>
            </a:extLst>
          </p:cNvPr>
          <p:cNvSpPr>
            <a:spLocks noGrp="1"/>
          </p:cNvSpPr>
          <p:nvPr>
            <p:ph type="sldNum" sz="quarter" idx="12"/>
          </p:nvPr>
        </p:nvSpPr>
        <p:spPr/>
        <p:txBody>
          <a:bodyPr/>
          <a:lstStyle/>
          <a:p>
            <a:fld id="{F8F6B9CD-BE6B-498B-93B3-0FAD7ADE75E3}" type="slidenum">
              <a:rPr lang="en-US" smtClean="0"/>
              <a:t>37</a:t>
            </a:fld>
            <a:endParaRPr lang="en-US"/>
          </a:p>
        </p:txBody>
      </p:sp>
      <p:pic>
        <p:nvPicPr>
          <p:cNvPr id="5" name="Picture 4">
            <a:extLst>
              <a:ext uri="{FF2B5EF4-FFF2-40B4-BE49-F238E27FC236}">
                <a16:creationId xmlns:a16="http://schemas.microsoft.com/office/drawing/2014/main" id="{A41695D5-CABC-999F-05FA-6F2D98120454}"/>
              </a:ext>
            </a:extLst>
          </p:cNvPr>
          <p:cNvPicPr/>
          <p:nvPr/>
        </p:nvPicPr>
        <p:blipFill rotWithShape="1">
          <a:blip r:embed="rId3" cstate="email">
            <a:extLst>
              <a:ext uri="{28A0092B-C50C-407E-A947-70E740481C1C}">
                <a14:useLocalDpi xmlns:a14="http://schemas.microsoft.com/office/drawing/2010/main"/>
              </a:ext>
            </a:extLst>
          </a:blip>
          <a:srcRect/>
          <a:stretch/>
        </p:blipFill>
        <p:spPr>
          <a:xfrm>
            <a:off x="612646" y="4632782"/>
            <a:ext cx="5376445" cy="1063871"/>
          </a:xfrm>
          <a:prstGeom prst="rect">
            <a:avLst/>
          </a:prstGeom>
        </p:spPr>
      </p:pic>
    </p:spTree>
    <p:extLst>
      <p:ext uri="{BB962C8B-B14F-4D97-AF65-F5344CB8AC3E}">
        <p14:creationId xmlns:p14="http://schemas.microsoft.com/office/powerpoint/2010/main" val="21517877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297CA-7F76-D01F-8C7D-FCCA9F701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E7ED6-90BC-12DD-0C4C-F2C4FE96BCF2}"/>
              </a:ext>
            </a:extLst>
          </p:cNvPr>
          <p:cNvSpPr>
            <a:spLocks noGrp="1"/>
          </p:cNvSpPr>
          <p:nvPr>
            <p:ph type="title"/>
          </p:nvPr>
        </p:nvSpPr>
        <p:spPr/>
        <p:txBody>
          <a:bodyPr/>
          <a:lstStyle/>
          <a:p>
            <a:r>
              <a:rPr lang="en-US"/>
              <a:t>Insert Photos &amp; Graphics</a:t>
            </a:r>
          </a:p>
        </p:txBody>
      </p:sp>
      <p:sp>
        <p:nvSpPr>
          <p:cNvPr id="4" name="Content Placeholder 3">
            <a:extLst>
              <a:ext uri="{FF2B5EF4-FFF2-40B4-BE49-F238E27FC236}">
                <a16:creationId xmlns:a16="http://schemas.microsoft.com/office/drawing/2014/main" id="{EC60AFA0-0EC4-CCA1-6731-CA71F27353E5}"/>
              </a:ext>
            </a:extLst>
          </p:cNvPr>
          <p:cNvSpPr>
            <a:spLocks noGrp="1"/>
          </p:cNvSpPr>
          <p:nvPr>
            <p:ph sz="half" idx="2"/>
          </p:nvPr>
        </p:nvSpPr>
        <p:spPr>
          <a:xfrm>
            <a:off x="612648" y="1234439"/>
            <a:ext cx="5278013" cy="4946904"/>
          </a:xfrm>
        </p:spPr>
        <p:txBody>
          <a:bodyPr/>
          <a:lstStyle/>
          <a:p>
            <a:pPr marL="0" indent="0">
              <a:buNone/>
            </a:pPr>
            <a:r>
              <a:rPr lang="en-US" b="1">
                <a:solidFill>
                  <a:schemeClr val="accent3"/>
                </a:solidFill>
              </a:rPr>
              <a:t>Insert Photos Within a Shape</a:t>
            </a:r>
          </a:p>
          <a:p>
            <a:pPr marL="0" indent="0">
              <a:buNone/>
            </a:pPr>
            <a:r>
              <a:rPr lang="en-US"/>
              <a:t>To add a photo to fit within a shape on a template slide, place your cursor over the edge of the shape.</a:t>
            </a:r>
          </a:p>
          <a:p>
            <a:r>
              <a:rPr lang="en-US" b="1">
                <a:solidFill>
                  <a:schemeClr val="accent1"/>
                </a:solidFill>
              </a:rPr>
              <a:t>Right click.</a:t>
            </a:r>
          </a:p>
          <a:p>
            <a:r>
              <a:rPr lang="en-US" b="1">
                <a:solidFill>
                  <a:schemeClr val="accent1"/>
                </a:solidFill>
              </a:rPr>
              <a:t>Click the arrow next to Fill.</a:t>
            </a:r>
          </a:p>
          <a:p>
            <a:r>
              <a:rPr lang="en-US" b="1">
                <a:solidFill>
                  <a:schemeClr val="accent1"/>
                </a:solidFill>
              </a:rPr>
              <a:t>Click Picture.</a:t>
            </a:r>
          </a:p>
          <a:p>
            <a:r>
              <a:rPr lang="en-US" b="1">
                <a:solidFill>
                  <a:schemeClr val="accent1"/>
                </a:solidFill>
              </a:rPr>
              <a:t>Click From File.</a:t>
            </a:r>
          </a:p>
          <a:p>
            <a:r>
              <a:rPr lang="en-US" b="1">
                <a:solidFill>
                  <a:schemeClr val="accent1"/>
                </a:solidFill>
              </a:rPr>
              <a:t>Locate photo within files. </a:t>
            </a:r>
          </a:p>
          <a:p>
            <a:r>
              <a:rPr lang="en-US" b="1">
                <a:solidFill>
                  <a:schemeClr val="accent1"/>
                </a:solidFill>
              </a:rPr>
              <a:t>Click Insert.</a:t>
            </a:r>
          </a:p>
          <a:p>
            <a:pPr marL="0" indent="0">
              <a:buNone/>
            </a:pPr>
            <a:r>
              <a:rPr lang="en-US"/>
              <a:t>To move the photo, right click on the photo and select Crop. Then drag the photo within the frame.</a:t>
            </a:r>
          </a:p>
          <a:p>
            <a:endParaRPr lang="en-US"/>
          </a:p>
        </p:txBody>
      </p:sp>
      <p:sp>
        <p:nvSpPr>
          <p:cNvPr id="6" name="Content Placeholder 5">
            <a:extLst>
              <a:ext uri="{FF2B5EF4-FFF2-40B4-BE49-F238E27FC236}">
                <a16:creationId xmlns:a16="http://schemas.microsoft.com/office/drawing/2014/main" id="{1629FC2A-2861-838A-4EFC-F463987DC49F}"/>
              </a:ext>
            </a:extLst>
          </p:cNvPr>
          <p:cNvSpPr>
            <a:spLocks noGrp="1"/>
          </p:cNvSpPr>
          <p:nvPr>
            <p:ph sz="quarter" idx="4"/>
          </p:nvPr>
        </p:nvSpPr>
        <p:spPr>
          <a:xfrm>
            <a:off x="6388099" y="1234439"/>
            <a:ext cx="5183188" cy="4946904"/>
          </a:xfrm>
        </p:spPr>
        <p:txBody>
          <a:bodyPr/>
          <a:lstStyle/>
          <a:p>
            <a:pPr marL="0" indent="0">
              <a:buNone/>
            </a:pPr>
            <a:r>
              <a:rPr lang="en-US" b="1">
                <a:solidFill>
                  <a:schemeClr val="accent3"/>
                </a:solidFill>
              </a:rPr>
              <a:t>Keep Objects in Proportion when Resizing</a:t>
            </a:r>
          </a:p>
          <a:p>
            <a:r>
              <a:rPr lang="en-US" b="1">
                <a:solidFill>
                  <a:schemeClr val="accent1"/>
                </a:solidFill>
              </a:rPr>
              <a:t>Press and hold the Shift key while dragging one of the handles</a:t>
            </a:r>
            <a:r>
              <a:rPr lang="en-US">
                <a:solidFill>
                  <a:schemeClr val="accent1"/>
                </a:solidFill>
              </a:rPr>
              <a:t> </a:t>
            </a:r>
            <a:r>
              <a:rPr lang="en-US"/>
              <a:t>to keep an object, graphic, or photo in proportion while resizing it.</a:t>
            </a:r>
          </a:p>
          <a:p>
            <a:pPr marL="0" indent="0">
              <a:buNone/>
            </a:pPr>
            <a:r>
              <a:rPr lang="en-US" b="1">
                <a:solidFill>
                  <a:schemeClr val="accent3"/>
                </a:solidFill>
              </a:rPr>
              <a:t>Draw Straight Lines</a:t>
            </a:r>
          </a:p>
          <a:p>
            <a:r>
              <a:rPr lang="en-US" b="1">
                <a:solidFill>
                  <a:schemeClr val="accent1"/>
                </a:solidFill>
              </a:rPr>
              <a:t>Press and hold the Shift key</a:t>
            </a:r>
            <a:r>
              <a:rPr lang="en-US">
                <a:solidFill>
                  <a:schemeClr val="accent1"/>
                </a:solidFill>
              </a:rPr>
              <a:t> </a:t>
            </a:r>
            <a:r>
              <a:rPr lang="en-US"/>
              <a:t>while inserting or drawing lines. This will keep your lines vertical, horizontal, or at a 45-degree angle.</a:t>
            </a:r>
          </a:p>
          <a:p>
            <a:pPr marL="0" indent="0">
              <a:buNone/>
            </a:pPr>
            <a:r>
              <a:rPr lang="en-US" b="1">
                <a:solidFill>
                  <a:schemeClr val="accent3"/>
                </a:solidFill>
              </a:rPr>
              <a:t>Group &amp; Ungroup Objects</a:t>
            </a:r>
          </a:p>
          <a:p>
            <a:r>
              <a:rPr lang="en-US"/>
              <a:t>To</a:t>
            </a:r>
            <a:r>
              <a:rPr lang="en-US">
                <a:solidFill>
                  <a:schemeClr val="accent1"/>
                </a:solidFill>
              </a:rPr>
              <a:t> group objects, </a:t>
            </a:r>
            <a:r>
              <a:rPr lang="en-US" b="1">
                <a:solidFill>
                  <a:schemeClr val="accent1"/>
                </a:solidFill>
              </a:rPr>
              <a:t>press </a:t>
            </a:r>
            <a:r>
              <a:rPr lang="en-US" b="1" err="1">
                <a:solidFill>
                  <a:schemeClr val="accent1"/>
                </a:solidFill>
              </a:rPr>
              <a:t>Ctrl+G</a:t>
            </a:r>
            <a:r>
              <a:rPr lang="en-US">
                <a:solidFill>
                  <a:schemeClr val="accent1"/>
                </a:solidFill>
              </a:rPr>
              <a:t>. </a:t>
            </a:r>
          </a:p>
          <a:p>
            <a:r>
              <a:rPr lang="en-US"/>
              <a:t>To </a:t>
            </a:r>
            <a:r>
              <a:rPr lang="en-US">
                <a:solidFill>
                  <a:schemeClr val="accent1"/>
                </a:solidFill>
              </a:rPr>
              <a:t>ungroup objects, </a:t>
            </a:r>
            <a:r>
              <a:rPr lang="en-US" b="1">
                <a:solidFill>
                  <a:schemeClr val="accent1"/>
                </a:solidFill>
              </a:rPr>
              <a:t>press </a:t>
            </a:r>
            <a:r>
              <a:rPr lang="en-US" b="1" err="1">
                <a:solidFill>
                  <a:schemeClr val="accent1"/>
                </a:solidFill>
              </a:rPr>
              <a:t>Ctrl+Shift+G</a:t>
            </a:r>
            <a:r>
              <a:rPr lang="en-US" b="1">
                <a:solidFill>
                  <a:schemeClr val="accent1"/>
                </a:solidFill>
              </a:rPr>
              <a:t>.</a:t>
            </a:r>
          </a:p>
          <a:p>
            <a:endParaRPr lang="en-US" b="1">
              <a:solidFill>
                <a:schemeClr val="accent3"/>
              </a:solidFill>
            </a:endParaRPr>
          </a:p>
          <a:p>
            <a:pPr marL="0" indent="0">
              <a:buNone/>
            </a:pPr>
            <a:endParaRPr lang="en-US"/>
          </a:p>
        </p:txBody>
      </p:sp>
      <p:sp>
        <p:nvSpPr>
          <p:cNvPr id="7" name="Footer Placeholder 6">
            <a:extLst>
              <a:ext uri="{FF2B5EF4-FFF2-40B4-BE49-F238E27FC236}">
                <a16:creationId xmlns:a16="http://schemas.microsoft.com/office/drawing/2014/main" id="{5CAD685A-33CE-10E2-C4AF-B00AA7840978}"/>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2E62441C-E529-58EC-A775-AAB0F3F72756}"/>
              </a:ext>
            </a:extLst>
          </p:cNvPr>
          <p:cNvSpPr>
            <a:spLocks noGrp="1"/>
          </p:cNvSpPr>
          <p:nvPr>
            <p:ph type="sldNum" sz="quarter" idx="12"/>
          </p:nvPr>
        </p:nvSpPr>
        <p:spPr/>
        <p:txBody>
          <a:bodyPr/>
          <a:lstStyle/>
          <a:p>
            <a:fld id="{F8F6B9CD-BE6B-498B-93B3-0FAD7ADE75E3}" type="slidenum">
              <a:rPr lang="en-US" smtClean="0"/>
              <a:t>38</a:t>
            </a:fld>
            <a:endParaRPr lang="en-US"/>
          </a:p>
        </p:txBody>
      </p:sp>
    </p:spTree>
    <p:extLst>
      <p:ext uri="{BB962C8B-B14F-4D97-AF65-F5344CB8AC3E}">
        <p14:creationId xmlns:p14="http://schemas.microsoft.com/office/powerpoint/2010/main" val="1862705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9A45D-F1CE-2F91-0B52-B7A21CF5A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F6963-4211-1FB7-6EA8-6BDAD51B3A05}"/>
              </a:ext>
            </a:extLst>
          </p:cNvPr>
          <p:cNvSpPr>
            <a:spLocks noGrp="1"/>
          </p:cNvSpPr>
          <p:nvPr>
            <p:ph type="title"/>
          </p:nvPr>
        </p:nvSpPr>
        <p:spPr/>
        <p:txBody>
          <a:bodyPr/>
          <a:lstStyle/>
          <a:p>
            <a:r>
              <a:rPr lang="en-US"/>
              <a:t>Crop Photos</a:t>
            </a:r>
          </a:p>
        </p:txBody>
      </p:sp>
      <p:sp>
        <p:nvSpPr>
          <p:cNvPr id="4" name="Content Placeholder 3">
            <a:extLst>
              <a:ext uri="{FF2B5EF4-FFF2-40B4-BE49-F238E27FC236}">
                <a16:creationId xmlns:a16="http://schemas.microsoft.com/office/drawing/2014/main" id="{64E98397-6C06-7715-8712-8528DFCACE70}"/>
              </a:ext>
            </a:extLst>
          </p:cNvPr>
          <p:cNvSpPr>
            <a:spLocks noGrp="1"/>
          </p:cNvSpPr>
          <p:nvPr>
            <p:ph sz="half" idx="2"/>
          </p:nvPr>
        </p:nvSpPr>
        <p:spPr>
          <a:xfrm>
            <a:off x="612648" y="1234439"/>
            <a:ext cx="5836790" cy="4946904"/>
          </a:xfrm>
        </p:spPr>
        <p:txBody>
          <a:bodyPr/>
          <a:lstStyle/>
          <a:p>
            <a:pPr marL="0" indent="0">
              <a:buNone/>
            </a:pPr>
            <a:r>
              <a:rPr lang="en-US" b="1">
                <a:solidFill>
                  <a:schemeClr val="accent3"/>
                </a:solidFill>
              </a:rPr>
              <a:t>Crop Photos</a:t>
            </a:r>
          </a:p>
          <a:p>
            <a:pPr>
              <a:spcBef>
                <a:spcPts val="0"/>
              </a:spcBef>
              <a:spcAft>
                <a:spcPts val="500"/>
              </a:spcAft>
            </a:pPr>
            <a:r>
              <a:rPr lang="en-US" b="1">
                <a:solidFill>
                  <a:schemeClr val="accent1"/>
                </a:solidFill>
              </a:rPr>
              <a:t>Click on the photo </a:t>
            </a:r>
            <a:r>
              <a:rPr lang="en-US"/>
              <a:t>to Select it.  </a:t>
            </a:r>
          </a:p>
          <a:p>
            <a:pPr>
              <a:spcBef>
                <a:spcPts val="0"/>
              </a:spcBef>
              <a:spcAft>
                <a:spcPts val="500"/>
              </a:spcAft>
            </a:pPr>
            <a:r>
              <a:rPr lang="en-US"/>
              <a:t>Click the </a:t>
            </a:r>
            <a:r>
              <a:rPr lang="en-US" b="1">
                <a:solidFill>
                  <a:schemeClr val="accent1"/>
                </a:solidFill>
              </a:rPr>
              <a:t>Picture Format Tab</a:t>
            </a:r>
            <a:r>
              <a:rPr lang="en-US"/>
              <a:t>. </a:t>
            </a:r>
          </a:p>
          <a:p>
            <a:pPr>
              <a:spcBef>
                <a:spcPts val="0"/>
              </a:spcBef>
              <a:spcAft>
                <a:spcPts val="500"/>
              </a:spcAft>
            </a:pPr>
            <a:r>
              <a:rPr lang="en-US" b="1">
                <a:solidFill>
                  <a:schemeClr val="accent1"/>
                </a:solidFill>
              </a:rPr>
              <a:t>Select the Crop tool</a:t>
            </a:r>
            <a:r>
              <a:rPr lang="en-US"/>
              <a:t> in the Size Group.</a:t>
            </a:r>
          </a:p>
          <a:p>
            <a:pPr>
              <a:spcBef>
                <a:spcPts val="0"/>
              </a:spcBef>
              <a:spcAft>
                <a:spcPts val="500"/>
              </a:spcAft>
            </a:pPr>
            <a:r>
              <a:rPr lang="en-US"/>
              <a:t>A drop-down menu appears. </a:t>
            </a:r>
            <a:r>
              <a:rPr lang="en-US" b="1">
                <a:solidFill>
                  <a:schemeClr val="accent1"/>
                </a:solidFill>
              </a:rPr>
              <a:t>Select Crop</a:t>
            </a:r>
            <a:r>
              <a:rPr lang="en-US"/>
              <a:t>. The handles around the photo turn to black bars; when the cursor is moved over the handles, it changes to look like a “T.” </a:t>
            </a:r>
          </a:p>
          <a:p>
            <a:pPr>
              <a:spcBef>
                <a:spcPts val="0"/>
              </a:spcBef>
              <a:spcAft>
                <a:spcPts val="500"/>
              </a:spcAft>
            </a:pPr>
            <a:r>
              <a:rPr lang="en-US" b="1">
                <a:solidFill>
                  <a:schemeClr val="accent1"/>
                </a:solidFill>
              </a:rPr>
              <a:t>Click and drag the handles</a:t>
            </a:r>
            <a:r>
              <a:rPr lang="en-US"/>
              <a:t> to show only the desired areas of the photo.</a:t>
            </a:r>
          </a:p>
          <a:p>
            <a:pPr>
              <a:spcBef>
                <a:spcPts val="0"/>
              </a:spcBef>
            </a:pPr>
            <a:r>
              <a:rPr lang="en-US" b="1">
                <a:solidFill>
                  <a:schemeClr val="accent1"/>
                </a:solidFill>
              </a:rPr>
              <a:t>Click Crop</a:t>
            </a:r>
            <a:r>
              <a:rPr lang="en-US"/>
              <a:t> again.</a:t>
            </a:r>
          </a:p>
          <a:p>
            <a:pPr marL="0" indent="0">
              <a:buNone/>
            </a:pPr>
            <a:r>
              <a:rPr lang="en-US" b="1">
                <a:solidFill>
                  <a:schemeClr val="accent3"/>
                </a:solidFill>
              </a:rPr>
              <a:t>Crop Photos to a Shape</a:t>
            </a:r>
          </a:p>
          <a:p>
            <a:pPr>
              <a:spcBef>
                <a:spcPts val="0"/>
              </a:spcBef>
              <a:spcAft>
                <a:spcPts val="500"/>
              </a:spcAft>
            </a:pPr>
            <a:r>
              <a:rPr lang="en-US" b="1">
                <a:solidFill>
                  <a:schemeClr val="accent1"/>
                </a:solidFill>
              </a:rPr>
              <a:t>Follow steps 1–3</a:t>
            </a:r>
            <a:r>
              <a:rPr lang="en-US"/>
              <a:t> for Crop Photos.</a:t>
            </a:r>
          </a:p>
          <a:p>
            <a:pPr>
              <a:spcBef>
                <a:spcPts val="0"/>
              </a:spcBef>
              <a:spcAft>
                <a:spcPts val="500"/>
              </a:spcAft>
            </a:pPr>
            <a:r>
              <a:rPr lang="en-US"/>
              <a:t>From the drop-down menu, select </a:t>
            </a:r>
            <a:r>
              <a:rPr lang="en-US" b="1">
                <a:solidFill>
                  <a:schemeClr val="accent1"/>
                </a:solidFill>
              </a:rPr>
              <a:t>Crop to Shape</a:t>
            </a:r>
            <a:r>
              <a:rPr lang="en-US"/>
              <a:t>.</a:t>
            </a:r>
          </a:p>
          <a:p>
            <a:pPr>
              <a:spcBef>
                <a:spcPts val="0"/>
              </a:spcBef>
              <a:spcAft>
                <a:spcPts val="500"/>
              </a:spcAft>
            </a:pPr>
            <a:r>
              <a:rPr lang="en-US"/>
              <a:t>From the drop down, </a:t>
            </a:r>
            <a:r>
              <a:rPr lang="en-US" b="1">
                <a:solidFill>
                  <a:schemeClr val="accent1"/>
                </a:solidFill>
              </a:rPr>
              <a:t>choose the shape</a:t>
            </a:r>
            <a:r>
              <a:rPr lang="en-US"/>
              <a:t>.</a:t>
            </a:r>
          </a:p>
          <a:p>
            <a:pPr>
              <a:spcBef>
                <a:spcPts val="0"/>
              </a:spcBef>
              <a:spcAft>
                <a:spcPts val="500"/>
              </a:spcAft>
            </a:pPr>
            <a:r>
              <a:rPr lang="en-US" b="1">
                <a:solidFill>
                  <a:schemeClr val="accent1"/>
                </a:solidFill>
              </a:rPr>
              <a:t>Click Crop</a:t>
            </a:r>
            <a:r>
              <a:rPr lang="en-US"/>
              <a:t> again.</a:t>
            </a:r>
          </a:p>
          <a:p>
            <a:pPr marL="0" indent="0">
              <a:buNone/>
            </a:pPr>
            <a:endParaRPr lang="en-US" b="1">
              <a:solidFill>
                <a:schemeClr val="accent3"/>
              </a:solidFill>
            </a:endParaRPr>
          </a:p>
          <a:p>
            <a:pPr marL="0" indent="0">
              <a:buNone/>
            </a:pPr>
            <a:endParaRPr lang="en-US"/>
          </a:p>
          <a:p>
            <a:endParaRPr lang="en-US"/>
          </a:p>
        </p:txBody>
      </p:sp>
      <p:sp>
        <p:nvSpPr>
          <p:cNvPr id="7" name="Footer Placeholder 6">
            <a:extLst>
              <a:ext uri="{FF2B5EF4-FFF2-40B4-BE49-F238E27FC236}">
                <a16:creationId xmlns:a16="http://schemas.microsoft.com/office/drawing/2014/main" id="{8684C78D-E39A-B155-5BE1-6267B45C7130}"/>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9BEFEB23-D48E-1E6D-A230-651CAF97C95D}"/>
              </a:ext>
            </a:extLst>
          </p:cNvPr>
          <p:cNvSpPr>
            <a:spLocks noGrp="1"/>
          </p:cNvSpPr>
          <p:nvPr>
            <p:ph type="sldNum" sz="quarter" idx="12"/>
          </p:nvPr>
        </p:nvSpPr>
        <p:spPr/>
        <p:txBody>
          <a:bodyPr/>
          <a:lstStyle/>
          <a:p>
            <a:fld id="{F8F6B9CD-BE6B-498B-93B3-0FAD7ADE75E3}" type="slidenum">
              <a:rPr lang="en-US" smtClean="0"/>
              <a:t>39</a:t>
            </a:fld>
            <a:endParaRPr lang="en-US"/>
          </a:p>
        </p:txBody>
      </p:sp>
      <p:pic>
        <p:nvPicPr>
          <p:cNvPr id="6" name="Picture 5">
            <a:extLst>
              <a:ext uri="{FF2B5EF4-FFF2-40B4-BE49-F238E27FC236}">
                <a16:creationId xmlns:a16="http://schemas.microsoft.com/office/drawing/2014/main" id="{D9537B02-20D2-A82D-868D-6DE58347DF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9438" y="452590"/>
            <a:ext cx="3480478" cy="4536853"/>
          </a:xfrm>
          <a:prstGeom prst="rect">
            <a:avLst/>
          </a:prstGeom>
        </p:spPr>
      </p:pic>
      <p:pic>
        <p:nvPicPr>
          <p:cNvPr id="10" name="Picture 9">
            <a:extLst>
              <a:ext uri="{FF2B5EF4-FFF2-40B4-BE49-F238E27FC236}">
                <a16:creationId xmlns:a16="http://schemas.microsoft.com/office/drawing/2014/main" id="{2D0F3EFA-CBD0-885A-D260-0811988717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3406" y="452590"/>
            <a:ext cx="1789151" cy="3675491"/>
          </a:xfrm>
          <a:prstGeom prst="rect">
            <a:avLst/>
          </a:prstGeom>
        </p:spPr>
      </p:pic>
      <p:pic>
        <p:nvPicPr>
          <p:cNvPr id="12" name="Picture 11">
            <a:extLst>
              <a:ext uri="{FF2B5EF4-FFF2-40B4-BE49-F238E27FC236}">
                <a16:creationId xmlns:a16="http://schemas.microsoft.com/office/drawing/2014/main" id="{A025AF66-09D0-8DB2-FA76-BE2A0CD7A9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31205" y="4332532"/>
            <a:ext cx="2048491" cy="2072878"/>
          </a:xfrm>
          <a:prstGeom prst="rect">
            <a:avLst/>
          </a:prstGeom>
        </p:spPr>
      </p:pic>
    </p:spTree>
    <p:extLst>
      <p:ext uri="{BB962C8B-B14F-4D97-AF65-F5344CB8AC3E}">
        <p14:creationId xmlns:p14="http://schemas.microsoft.com/office/powerpoint/2010/main" val="2041987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A1911-BDB8-A784-4FBF-12BEA8D00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ADE6F-1A29-E694-A906-889A39CF0A2D}"/>
              </a:ext>
            </a:extLst>
          </p:cNvPr>
          <p:cNvSpPr>
            <a:spLocks noGrp="1"/>
          </p:cNvSpPr>
          <p:nvPr>
            <p:ph type="title"/>
          </p:nvPr>
        </p:nvSpPr>
        <p:spPr/>
        <p:txBody>
          <a:bodyPr/>
          <a:lstStyle/>
          <a:p>
            <a:r>
              <a:rPr lang="en-US"/>
              <a:t>Adding Text Over a Photo</a:t>
            </a:r>
          </a:p>
        </p:txBody>
      </p:sp>
      <p:sp>
        <p:nvSpPr>
          <p:cNvPr id="4" name="Content Placeholder 3">
            <a:extLst>
              <a:ext uri="{FF2B5EF4-FFF2-40B4-BE49-F238E27FC236}">
                <a16:creationId xmlns:a16="http://schemas.microsoft.com/office/drawing/2014/main" id="{B6C88773-1D11-260F-CE3F-1511BC4ABF61}"/>
              </a:ext>
            </a:extLst>
          </p:cNvPr>
          <p:cNvSpPr>
            <a:spLocks noGrp="1"/>
          </p:cNvSpPr>
          <p:nvPr>
            <p:ph sz="half" idx="2"/>
          </p:nvPr>
        </p:nvSpPr>
        <p:spPr>
          <a:xfrm>
            <a:off x="612648" y="1234439"/>
            <a:ext cx="5836790" cy="4946904"/>
          </a:xfrm>
        </p:spPr>
        <p:txBody>
          <a:bodyPr/>
          <a:lstStyle/>
          <a:p>
            <a:pPr marL="0" indent="0">
              <a:spcBef>
                <a:spcPts val="0"/>
              </a:spcBef>
              <a:spcAft>
                <a:spcPts val="500"/>
              </a:spcAft>
              <a:buNone/>
            </a:pPr>
            <a:r>
              <a:rPr lang="en-US" b="1">
                <a:solidFill>
                  <a:schemeClr val="accent3"/>
                </a:solidFill>
              </a:rPr>
              <a:t>Adding Text Over an Image</a:t>
            </a:r>
          </a:p>
          <a:p>
            <a:pPr marL="0" indent="0">
              <a:spcBef>
                <a:spcPts val="0"/>
              </a:spcBef>
              <a:spcAft>
                <a:spcPts val="500"/>
              </a:spcAft>
              <a:buNone/>
            </a:pPr>
            <a:r>
              <a:rPr lang="en-US"/>
              <a:t>If there is a need to add text over an image, the brightness and contrast may need to be adjusted so the text is legible.</a:t>
            </a:r>
          </a:p>
          <a:p>
            <a:pPr>
              <a:spcBef>
                <a:spcPts val="0"/>
              </a:spcBef>
              <a:spcAft>
                <a:spcPts val="500"/>
              </a:spcAft>
            </a:pPr>
            <a:r>
              <a:rPr lang="en-US"/>
              <a:t>Click on the </a:t>
            </a:r>
            <a:r>
              <a:rPr lang="en-US" b="1">
                <a:solidFill>
                  <a:schemeClr val="accent1"/>
                </a:solidFill>
              </a:rPr>
              <a:t>photo to Select it</a:t>
            </a:r>
            <a:r>
              <a:rPr lang="en-US"/>
              <a:t>.  </a:t>
            </a:r>
          </a:p>
          <a:p>
            <a:pPr>
              <a:spcBef>
                <a:spcPts val="0"/>
              </a:spcBef>
              <a:spcAft>
                <a:spcPts val="500"/>
              </a:spcAft>
            </a:pPr>
            <a:r>
              <a:rPr lang="en-US"/>
              <a:t>Click the </a:t>
            </a:r>
            <a:r>
              <a:rPr lang="en-US" b="1">
                <a:solidFill>
                  <a:schemeClr val="accent1"/>
                </a:solidFill>
              </a:rPr>
              <a:t>Picture Format</a:t>
            </a:r>
            <a:r>
              <a:rPr lang="en-US"/>
              <a:t> tab. </a:t>
            </a:r>
          </a:p>
          <a:p>
            <a:pPr>
              <a:spcBef>
                <a:spcPts val="0"/>
              </a:spcBef>
              <a:spcAft>
                <a:spcPts val="500"/>
              </a:spcAft>
            </a:pPr>
            <a:r>
              <a:rPr lang="en-US"/>
              <a:t>Select </a:t>
            </a:r>
            <a:r>
              <a:rPr lang="en-US" b="1">
                <a:solidFill>
                  <a:schemeClr val="accent1"/>
                </a:solidFill>
              </a:rPr>
              <a:t>Corrections</a:t>
            </a:r>
            <a:r>
              <a:rPr lang="en-US"/>
              <a:t>.</a:t>
            </a:r>
          </a:p>
          <a:p>
            <a:pPr>
              <a:spcBef>
                <a:spcPts val="0"/>
              </a:spcBef>
              <a:spcAft>
                <a:spcPts val="500"/>
              </a:spcAft>
            </a:pPr>
            <a:r>
              <a:rPr lang="en-US"/>
              <a:t>Select </a:t>
            </a:r>
            <a:r>
              <a:rPr lang="en-US" b="1">
                <a:solidFill>
                  <a:schemeClr val="accent1"/>
                </a:solidFill>
              </a:rPr>
              <a:t>Brightness -20% and Contrast: 0%</a:t>
            </a:r>
            <a:r>
              <a:rPr lang="en-US"/>
              <a:t> (Normal)</a:t>
            </a:r>
          </a:p>
          <a:p>
            <a:pPr>
              <a:spcBef>
                <a:spcPts val="0"/>
              </a:spcBef>
              <a:spcAft>
                <a:spcPts val="500"/>
              </a:spcAft>
            </a:pPr>
            <a:r>
              <a:rPr lang="en-US"/>
              <a:t>Highlight your text box and change the color of the text to white on a dark image or leave as grey on a light image. </a:t>
            </a:r>
          </a:p>
          <a:p>
            <a:pPr marL="0" indent="0">
              <a:buNone/>
            </a:pPr>
            <a:endParaRPr lang="en-US" b="1">
              <a:solidFill>
                <a:schemeClr val="accent3"/>
              </a:solidFill>
            </a:endParaRPr>
          </a:p>
          <a:p>
            <a:pPr marL="0" indent="0">
              <a:buNone/>
            </a:pPr>
            <a:endParaRPr lang="en-US"/>
          </a:p>
          <a:p>
            <a:endParaRPr lang="en-US"/>
          </a:p>
        </p:txBody>
      </p:sp>
      <p:sp>
        <p:nvSpPr>
          <p:cNvPr id="7" name="Footer Placeholder 6">
            <a:extLst>
              <a:ext uri="{FF2B5EF4-FFF2-40B4-BE49-F238E27FC236}">
                <a16:creationId xmlns:a16="http://schemas.microsoft.com/office/drawing/2014/main" id="{66B5E5DD-43FB-CF82-81B7-C170EE11D684}"/>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857D0C18-BB2A-21DC-2C48-DD6FE975EA46}"/>
              </a:ext>
            </a:extLst>
          </p:cNvPr>
          <p:cNvSpPr>
            <a:spLocks noGrp="1"/>
          </p:cNvSpPr>
          <p:nvPr>
            <p:ph type="sldNum" sz="quarter" idx="12"/>
          </p:nvPr>
        </p:nvSpPr>
        <p:spPr/>
        <p:txBody>
          <a:bodyPr/>
          <a:lstStyle/>
          <a:p>
            <a:fld id="{F8F6B9CD-BE6B-498B-93B3-0FAD7ADE75E3}" type="slidenum">
              <a:rPr lang="en-US" smtClean="0"/>
              <a:t>40</a:t>
            </a:fld>
            <a:endParaRPr lang="en-US"/>
          </a:p>
        </p:txBody>
      </p:sp>
      <p:pic>
        <p:nvPicPr>
          <p:cNvPr id="12" name="Picture 11" descr="A screenshot of a computer&#10;&#10;AI-generated content may be incorrect.">
            <a:extLst>
              <a:ext uri="{FF2B5EF4-FFF2-40B4-BE49-F238E27FC236}">
                <a16:creationId xmlns:a16="http://schemas.microsoft.com/office/drawing/2014/main" id="{B3A11770-190E-1FFB-9EB0-6D096AC3AD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4114" y="1169797"/>
            <a:ext cx="4495238" cy="4838095"/>
          </a:xfrm>
          <a:prstGeom prst="rect">
            <a:avLst/>
          </a:prstGeom>
        </p:spPr>
      </p:pic>
    </p:spTree>
    <p:extLst>
      <p:ext uri="{BB962C8B-B14F-4D97-AF65-F5344CB8AC3E}">
        <p14:creationId xmlns:p14="http://schemas.microsoft.com/office/powerpoint/2010/main" val="1358599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E7E34-E50F-A2D0-A68C-38610C9D94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27BB95-04B6-5169-770B-E051F5BBA92A}"/>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BAD2F3BE-AF0D-09B2-2941-0192B9EA49C4}"/>
              </a:ext>
            </a:extLst>
          </p:cNvPr>
          <p:cNvSpPr>
            <a:spLocks noGrp="1"/>
          </p:cNvSpPr>
          <p:nvPr>
            <p:ph sz="half" idx="2"/>
          </p:nvPr>
        </p:nvSpPr>
        <p:spPr/>
        <p:txBody>
          <a:bodyPr/>
          <a:lstStyle/>
          <a:p>
            <a:endParaRPr lang="en-US"/>
          </a:p>
        </p:txBody>
      </p:sp>
      <p:sp>
        <p:nvSpPr>
          <p:cNvPr id="5" name="Footer Placeholder 4">
            <a:extLst>
              <a:ext uri="{FF2B5EF4-FFF2-40B4-BE49-F238E27FC236}">
                <a16:creationId xmlns:a16="http://schemas.microsoft.com/office/drawing/2014/main" id="{FD8C4B82-2749-C5F2-A692-1C99CC8B0CA4}"/>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6" name="Slide Number Placeholder 5">
            <a:extLst>
              <a:ext uri="{FF2B5EF4-FFF2-40B4-BE49-F238E27FC236}">
                <a16:creationId xmlns:a16="http://schemas.microsoft.com/office/drawing/2014/main" id="{DA039D95-A684-5542-B4F9-79E8282BE504}"/>
              </a:ext>
            </a:extLst>
          </p:cNvPr>
          <p:cNvSpPr>
            <a:spLocks noGrp="1"/>
          </p:cNvSpPr>
          <p:nvPr>
            <p:ph type="sldNum" sz="quarter" idx="12"/>
          </p:nvPr>
        </p:nvSpPr>
        <p:spPr/>
        <p:txBody>
          <a:bodyPr/>
          <a:lstStyle/>
          <a:p>
            <a:fld id="{F8F6B9CD-BE6B-498B-93B3-0FAD7ADE75E3}" type="slidenum">
              <a:rPr lang="en-US" smtClean="0"/>
              <a:t>41</a:t>
            </a:fld>
            <a:endParaRPr lang="en-US"/>
          </a:p>
        </p:txBody>
      </p:sp>
    </p:spTree>
    <p:extLst>
      <p:ext uri="{BB962C8B-B14F-4D97-AF65-F5344CB8AC3E}">
        <p14:creationId xmlns:p14="http://schemas.microsoft.com/office/powerpoint/2010/main" val="3155974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92585AD-EED0-BFD4-0BC2-D7FAC363C661}"/>
              </a:ext>
            </a:extLst>
          </p:cNvPr>
          <p:cNvSpPr>
            <a:spLocks noGrp="1"/>
          </p:cNvSpPr>
          <p:nvPr>
            <p:ph type="pic" sz="quarter" idx="13"/>
          </p:nvPr>
        </p:nvSpPr>
        <p:spPr/>
        <p:txBody>
          <a:bodyPr/>
          <a:lstStyle/>
          <a:p>
            <a:endParaRPr lang="en-US"/>
          </a:p>
        </p:txBody>
      </p:sp>
      <p:sp>
        <p:nvSpPr>
          <p:cNvPr id="3" name="Title 2">
            <a:extLst>
              <a:ext uri="{FF2B5EF4-FFF2-40B4-BE49-F238E27FC236}">
                <a16:creationId xmlns:a16="http://schemas.microsoft.com/office/drawing/2014/main" id="{A450D9DB-3EFB-AB04-5971-B88993754552}"/>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2C90F56F-B349-DAC5-F1E4-06CA01C26A74}"/>
              </a:ext>
            </a:extLst>
          </p:cNvPr>
          <p:cNvSpPr>
            <a:spLocks noGrp="1"/>
          </p:cNvSpPr>
          <p:nvPr>
            <p:ph sz="half" idx="1"/>
          </p:nvPr>
        </p:nvSpPr>
        <p:spPr/>
        <p:txBody>
          <a:bodyPr/>
          <a:lstStyle/>
          <a:p>
            <a:endParaRPr lang="en-US"/>
          </a:p>
        </p:txBody>
      </p:sp>
      <p:sp>
        <p:nvSpPr>
          <p:cNvPr id="5" name="Footer Placeholder 4">
            <a:extLst>
              <a:ext uri="{FF2B5EF4-FFF2-40B4-BE49-F238E27FC236}">
                <a16:creationId xmlns:a16="http://schemas.microsoft.com/office/drawing/2014/main" id="{91F4D97C-BC56-D4F9-6B9E-5A5E2F5CC268}"/>
              </a:ext>
            </a:extLst>
          </p:cNvPr>
          <p:cNvSpPr>
            <a:spLocks noGrp="1"/>
          </p:cNvSpPr>
          <p:nvPr>
            <p:ph type="ftr" sz="quarter" idx="11"/>
          </p:nvPr>
        </p:nvSpPr>
        <p:spPr/>
        <p:txBody>
          <a:bodyPr/>
          <a:lstStyle/>
          <a:p>
            <a:r>
              <a:rPr lang="en-US"/>
              <a:t>Confidential. Not to be copied, distributed, or reproduced without prior approval. </a:t>
            </a:r>
            <a:br>
              <a:rPr lang="en-US"/>
            </a:br>
            <a:r>
              <a:rPr lang="en-US"/>
              <a:t>© 2026 APTIM - All rights reserved.</a:t>
            </a:r>
          </a:p>
        </p:txBody>
      </p:sp>
      <p:sp>
        <p:nvSpPr>
          <p:cNvPr id="6" name="Slide Number Placeholder 5">
            <a:extLst>
              <a:ext uri="{FF2B5EF4-FFF2-40B4-BE49-F238E27FC236}">
                <a16:creationId xmlns:a16="http://schemas.microsoft.com/office/drawing/2014/main" id="{EB7ECE9C-1D5A-8384-97D1-3A49160729BB}"/>
              </a:ext>
            </a:extLst>
          </p:cNvPr>
          <p:cNvSpPr>
            <a:spLocks noGrp="1"/>
          </p:cNvSpPr>
          <p:nvPr>
            <p:ph type="sldNum" sz="quarter" idx="12"/>
          </p:nvPr>
        </p:nvSpPr>
        <p:spPr/>
        <p:txBody>
          <a:bodyPr/>
          <a:lstStyle/>
          <a:p>
            <a:fld id="{F8F6B9CD-BE6B-498B-93B3-0FAD7ADE75E3}" type="slidenum">
              <a:rPr lang="en-US" smtClean="0"/>
              <a:t>42</a:t>
            </a:fld>
            <a:endParaRPr lang="en-US"/>
          </a:p>
        </p:txBody>
      </p:sp>
    </p:spTree>
    <p:extLst>
      <p:ext uri="{BB962C8B-B14F-4D97-AF65-F5344CB8AC3E}">
        <p14:creationId xmlns:p14="http://schemas.microsoft.com/office/powerpoint/2010/main" val="3897646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CCFD9-8A0C-BCB7-49F8-96DFC1FDA846}"/>
              </a:ext>
            </a:extLst>
          </p:cNvPr>
          <p:cNvSpPr>
            <a:spLocks noGrp="1"/>
          </p:cNvSpPr>
          <p:nvPr>
            <p:ph type="ctrTitle"/>
          </p:nvPr>
        </p:nvSpPr>
        <p:spPr/>
        <p:txBody>
          <a:bodyPr/>
          <a:lstStyle/>
          <a:p>
            <a:r>
              <a:rPr lang="en-US"/>
              <a:t>Section Title</a:t>
            </a:r>
          </a:p>
        </p:txBody>
      </p:sp>
      <p:sp>
        <p:nvSpPr>
          <p:cNvPr id="3" name="Subtitle 2">
            <a:extLst>
              <a:ext uri="{FF2B5EF4-FFF2-40B4-BE49-F238E27FC236}">
                <a16:creationId xmlns:a16="http://schemas.microsoft.com/office/drawing/2014/main" id="{31A13FC7-DD45-772F-14C9-C7A4CA298E0C}"/>
              </a:ext>
            </a:extLst>
          </p:cNvPr>
          <p:cNvSpPr>
            <a:spLocks noGrp="1"/>
          </p:cNvSpPr>
          <p:nvPr>
            <p:ph type="subTitle" idx="1"/>
          </p:nvPr>
        </p:nvSpPr>
        <p:spPr/>
        <p:txBody>
          <a:bodyPr/>
          <a:lstStyle/>
          <a:p>
            <a:r>
              <a:rPr lang="en-US"/>
              <a:t>Section Subtitle if Needed</a:t>
            </a:r>
          </a:p>
        </p:txBody>
      </p:sp>
      <p:sp>
        <p:nvSpPr>
          <p:cNvPr id="4" name="Footer Placeholder 3">
            <a:extLst>
              <a:ext uri="{FF2B5EF4-FFF2-40B4-BE49-F238E27FC236}">
                <a16:creationId xmlns:a16="http://schemas.microsoft.com/office/drawing/2014/main" id="{C28ED03B-EECB-B270-221C-0CFB3BC805BB}"/>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5" name="Slide Number Placeholder 4">
            <a:extLst>
              <a:ext uri="{FF2B5EF4-FFF2-40B4-BE49-F238E27FC236}">
                <a16:creationId xmlns:a16="http://schemas.microsoft.com/office/drawing/2014/main" id="{1C136FF7-0126-F85E-03E5-1F0F04C1FDB7}"/>
              </a:ext>
            </a:extLst>
          </p:cNvPr>
          <p:cNvSpPr>
            <a:spLocks noGrp="1"/>
          </p:cNvSpPr>
          <p:nvPr>
            <p:ph type="sldNum" sz="quarter" idx="12"/>
          </p:nvPr>
        </p:nvSpPr>
        <p:spPr/>
        <p:txBody>
          <a:bodyPr/>
          <a:lstStyle/>
          <a:p>
            <a:fld id="{F8F6B9CD-BE6B-498B-93B3-0FAD7ADE75E3}" type="slidenum">
              <a:rPr lang="en-US" smtClean="0"/>
              <a:pPr/>
              <a:t>43</a:t>
            </a:fld>
            <a:endParaRPr lang="en-US"/>
          </a:p>
        </p:txBody>
      </p:sp>
    </p:spTree>
    <p:extLst>
      <p:ext uri="{BB962C8B-B14F-4D97-AF65-F5344CB8AC3E}">
        <p14:creationId xmlns:p14="http://schemas.microsoft.com/office/powerpoint/2010/main" val="17140140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369DD72-1414-E281-D101-7AED1DDEC631}"/>
              </a:ext>
            </a:extLst>
          </p:cNvPr>
          <p:cNvSpPr>
            <a:spLocks noGrp="1"/>
          </p:cNvSpPr>
          <p:nvPr>
            <p:ph type="title"/>
          </p:nvPr>
        </p:nvSpPr>
        <p:spPr/>
        <p:txBody>
          <a:bodyPr/>
          <a:lstStyle/>
          <a:p>
            <a:endParaRPr lang="en-US"/>
          </a:p>
        </p:txBody>
      </p:sp>
      <p:sp>
        <p:nvSpPr>
          <p:cNvPr id="10" name="Content Placeholder 9">
            <a:extLst>
              <a:ext uri="{FF2B5EF4-FFF2-40B4-BE49-F238E27FC236}">
                <a16:creationId xmlns:a16="http://schemas.microsoft.com/office/drawing/2014/main" id="{F173F695-2457-A400-C69D-46E924FD0B52}"/>
              </a:ext>
            </a:extLst>
          </p:cNvPr>
          <p:cNvSpPr>
            <a:spLocks noGrp="1"/>
          </p:cNvSpPr>
          <p:nvPr>
            <p:ph idx="1"/>
          </p:nvPr>
        </p:nvSpPr>
        <p:spPr/>
        <p:txBody>
          <a:bodyPr/>
          <a:lstStyle/>
          <a:p>
            <a:endParaRPr lang="en-US"/>
          </a:p>
        </p:txBody>
      </p:sp>
      <p:sp>
        <p:nvSpPr>
          <p:cNvPr id="7" name="Footer Placeholder 6">
            <a:extLst>
              <a:ext uri="{FF2B5EF4-FFF2-40B4-BE49-F238E27FC236}">
                <a16:creationId xmlns:a16="http://schemas.microsoft.com/office/drawing/2014/main" id="{D6551C70-0D18-FA2D-8104-FDF12332BE16}"/>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B2113149-682D-219C-4779-9E0C21E9B152}"/>
              </a:ext>
            </a:extLst>
          </p:cNvPr>
          <p:cNvSpPr>
            <a:spLocks noGrp="1"/>
          </p:cNvSpPr>
          <p:nvPr>
            <p:ph type="sldNum" sz="quarter" idx="12"/>
          </p:nvPr>
        </p:nvSpPr>
        <p:spPr/>
        <p:txBody>
          <a:bodyPr/>
          <a:lstStyle/>
          <a:p>
            <a:fld id="{F8F6B9CD-BE6B-498B-93B3-0FAD7ADE75E3}" type="slidenum">
              <a:rPr lang="en-US" smtClean="0"/>
              <a:t>44</a:t>
            </a:fld>
            <a:endParaRPr lang="en-US"/>
          </a:p>
        </p:txBody>
      </p:sp>
      <p:sp>
        <p:nvSpPr>
          <p:cNvPr id="11" name="Text Placeholder 10">
            <a:extLst>
              <a:ext uri="{FF2B5EF4-FFF2-40B4-BE49-F238E27FC236}">
                <a16:creationId xmlns:a16="http://schemas.microsoft.com/office/drawing/2014/main" id="{B1775A68-006C-A116-3E5F-A20E924511B2}"/>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534323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BAE5A-EBF4-F3FF-3503-335836F1A7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4C78CE5-102D-2092-6001-F493C67ACB89}"/>
              </a:ext>
            </a:extLst>
          </p:cNvPr>
          <p:cNvSpPr>
            <a:spLocks noGrp="1"/>
          </p:cNvSpPr>
          <p:nvPr>
            <p:ph type="body" idx="1"/>
          </p:nvPr>
        </p:nvSpPr>
        <p:spPr/>
        <p:txBody>
          <a:bodyPr/>
          <a:lstStyle/>
          <a:p>
            <a:endParaRPr lang="en-US"/>
          </a:p>
        </p:txBody>
      </p:sp>
      <p:sp>
        <p:nvSpPr>
          <p:cNvPr id="4" name="Content Placeholder 3">
            <a:extLst>
              <a:ext uri="{FF2B5EF4-FFF2-40B4-BE49-F238E27FC236}">
                <a16:creationId xmlns:a16="http://schemas.microsoft.com/office/drawing/2014/main" id="{1B0A9CB9-2150-6A14-8875-294862BC6C47}"/>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ADCFC05D-0D3D-735E-1F4A-97AF426512E3}"/>
              </a:ext>
            </a:extLst>
          </p:cNvPr>
          <p:cNvSpPr>
            <a:spLocks noGrp="1"/>
          </p:cNvSpPr>
          <p:nvPr>
            <p:ph type="body" sz="quarter" idx="3"/>
          </p:nvPr>
        </p:nvSpPr>
        <p:spPr/>
        <p:txBody>
          <a:bodyPr/>
          <a:lstStyle/>
          <a:p>
            <a:endParaRPr lang="en-US"/>
          </a:p>
        </p:txBody>
      </p:sp>
      <p:sp>
        <p:nvSpPr>
          <p:cNvPr id="6" name="Content Placeholder 5">
            <a:extLst>
              <a:ext uri="{FF2B5EF4-FFF2-40B4-BE49-F238E27FC236}">
                <a16:creationId xmlns:a16="http://schemas.microsoft.com/office/drawing/2014/main" id="{253B72A6-7B09-4642-1C30-648AB7938FEF}"/>
              </a:ext>
            </a:extLst>
          </p:cNvPr>
          <p:cNvSpPr>
            <a:spLocks noGrp="1"/>
          </p:cNvSpPr>
          <p:nvPr>
            <p:ph sz="quarter" idx="4"/>
          </p:nvPr>
        </p:nvSpPr>
        <p:spPr/>
        <p:txBody>
          <a:bodyPr/>
          <a:lstStyle/>
          <a:p>
            <a:endParaRPr lang="en-US"/>
          </a:p>
        </p:txBody>
      </p:sp>
      <p:sp>
        <p:nvSpPr>
          <p:cNvPr id="7" name="Footer Placeholder 6">
            <a:extLst>
              <a:ext uri="{FF2B5EF4-FFF2-40B4-BE49-F238E27FC236}">
                <a16:creationId xmlns:a16="http://schemas.microsoft.com/office/drawing/2014/main" id="{4941899D-70EE-3216-631F-A86260C3646E}"/>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8" name="Slide Number Placeholder 7">
            <a:extLst>
              <a:ext uri="{FF2B5EF4-FFF2-40B4-BE49-F238E27FC236}">
                <a16:creationId xmlns:a16="http://schemas.microsoft.com/office/drawing/2014/main" id="{03E57E4F-689C-26D8-C480-99376B87B4ED}"/>
              </a:ext>
            </a:extLst>
          </p:cNvPr>
          <p:cNvSpPr>
            <a:spLocks noGrp="1"/>
          </p:cNvSpPr>
          <p:nvPr>
            <p:ph type="sldNum" sz="quarter" idx="12"/>
          </p:nvPr>
        </p:nvSpPr>
        <p:spPr/>
        <p:txBody>
          <a:bodyPr/>
          <a:lstStyle/>
          <a:p>
            <a:fld id="{F8F6B9CD-BE6B-498B-93B3-0FAD7ADE75E3}" type="slidenum">
              <a:rPr lang="en-US" smtClean="0"/>
              <a:t>45</a:t>
            </a:fld>
            <a:endParaRPr lang="en-US"/>
          </a:p>
        </p:txBody>
      </p:sp>
    </p:spTree>
    <p:extLst>
      <p:ext uri="{BB962C8B-B14F-4D97-AF65-F5344CB8AC3E}">
        <p14:creationId xmlns:p14="http://schemas.microsoft.com/office/powerpoint/2010/main" val="38485812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FB4368E-5611-092B-76C4-5C9D3341887D}"/>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3" name="Slide Number Placeholder 2">
            <a:extLst>
              <a:ext uri="{FF2B5EF4-FFF2-40B4-BE49-F238E27FC236}">
                <a16:creationId xmlns:a16="http://schemas.microsoft.com/office/drawing/2014/main" id="{51DD7BEC-3BDF-1E73-E6ED-400CE672D5B9}"/>
              </a:ext>
            </a:extLst>
          </p:cNvPr>
          <p:cNvSpPr>
            <a:spLocks noGrp="1"/>
          </p:cNvSpPr>
          <p:nvPr>
            <p:ph type="sldNum" sz="quarter" idx="12"/>
          </p:nvPr>
        </p:nvSpPr>
        <p:spPr/>
        <p:txBody>
          <a:bodyPr/>
          <a:lstStyle/>
          <a:p>
            <a:fld id="{F8F6B9CD-BE6B-498B-93B3-0FAD7ADE75E3}" type="slidenum">
              <a:rPr lang="en-US" smtClean="0"/>
              <a:t>46</a:t>
            </a:fld>
            <a:endParaRPr lang="en-US"/>
          </a:p>
        </p:txBody>
      </p:sp>
      <p:sp>
        <p:nvSpPr>
          <p:cNvPr id="4" name="Picture Placeholder 3">
            <a:extLst>
              <a:ext uri="{FF2B5EF4-FFF2-40B4-BE49-F238E27FC236}">
                <a16:creationId xmlns:a16="http://schemas.microsoft.com/office/drawing/2014/main" id="{12E5F703-9119-2409-524A-1D1409D1A25F}"/>
              </a:ext>
            </a:extLst>
          </p:cNvPr>
          <p:cNvSpPr>
            <a:spLocks noGrp="1"/>
          </p:cNvSpPr>
          <p:nvPr>
            <p:ph type="pic" sz="quarter" idx="13"/>
          </p:nvPr>
        </p:nvSpPr>
        <p:spPr/>
        <p:txBody>
          <a:bodyPr/>
          <a:lstStyle/>
          <a:p>
            <a:endParaRPr lang="en-US"/>
          </a:p>
        </p:txBody>
      </p:sp>
      <p:sp>
        <p:nvSpPr>
          <p:cNvPr id="5" name="Picture Placeholder 4">
            <a:extLst>
              <a:ext uri="{FF2B5EF4-FFF2-40B4-BE49-F238E27FC236}">
                <a16:creationId xmlns:a16="http://schemas.microsoft.com/office/drawing/2014/main" id="{9A073569-6AFF-120C-5330-84BFC8651870}"/>
              </a:ext>
            </a:extLst>
          </p:cNvPr>
          <p:cNvSpPr>
            <a:spLocks noGrp="1"/>
          </p:cNvSpPr>
          <p:nvPr>
            <p:ph type="pic" sz="quarter" idx="14"/>
          </p:nvPr>
        </p:nvSpPr>
        <p:spPr/>
        <p:txBody>
          <a:bodyPr/>
          <a:lstStyle/>
          <a:p>
            <a:endParaRPr lang="en-US"/>
          </a:p>
        </p:txBody>
      </p:sp>
      <p:sp>
        <p:nvSpPr>
          <p:cNvPr id="6" name="Text Placeholder 5">
            <a:extLst>
              <a:ext uri="{FF2B5EF4-FFF2-40B4-BE49-F238E27FC236}">
                <a16:creationId xmlns:a16="http://schemas.microsoft.com/office/drawing/2014/main" id="{A805AF36-1E52-C13C-80F7-F9B073B79472}"/>
              </a:ext>
            </a:extLst>
          </p:cNvPr>
          <p:cNvSpPr>
            <a:spLocks noGrp="1"/>
          </p:cNvSpPr>
          <p:nvPr>
            <p:ph type="body" sz="quarter" idx="15"/>
          </p:nvPr>
        </p:nvSpPr>
        <p:spPr/>
        <p:txBody>
          <a:bodyPr/>
          <a:lstStyle/>
          <a:p>
            <a:endParaRPr lang="en-US"/>
          </a:p>
        </p:txBody>
      </p:sp>
      <p:sp>
        <p:nvSpPr>
          <p:cNvPr id="7" name="Text Placeholder 6">
            <a:extLst>
              <a:ext uri="{FF2B5EF4-FFF2-40B4-BE49-F238E27FC236}">
                <a16:creationId xmlns:a16="http://schemas.microsoft.com/office/drawing/2014/main" id="{78689703-ABE8-4097-566B-FF22FFC25469}"/>
              </a:ext>
            </a:extLst>
          </p:cNvPr>
          <p:cNvSpPr>
            <a:spLocks noGrp="1"/>
          </p:cNvSpPr>
          <p:nvPr>
            <p:ph type="body" sz="quarter" idx="16"/>
          </p:nvPr>
        </p:nvSpPr>
        <p:spPr/>
        <p:txBody>
          <a:bodyPr/>
          <a:lstStyle/>
          <a:p>
            <a:endParaRPr lang="en-US"/>
          </a:p>
        </p:txBody>
      </p:sp>
      <p:sp>
        <p:nvSpPr>
          <p:cNvPr id="8" name="Picture Placeholder 7">
            <a:extLst>
              <a:ext uri="{FF2B5EF4-FFF2-40B4-BE49-F238E27FC236}">
                <a16:creationId xmlns:a16="http://schemas.microsoft.com/office/drawing/2014/main" id="{C2401FD4-24AB-CE0F-A3FD-A3970A51DC2F}"/>
              </a:ext>
            </a:extLst>
          </p:cNvPr>
          <p:cNvSpPr>
            <a:spLocks noGrp="1"/>
          </p:cNvSpPr>
          <p:nvPr>
            <p:ph type="pic" sz="quarter" idx="17"/>
          </p:nvPr>
        </p:nvSpPr>
        <p:spPr/>
        <p:txBody>
          <a:bodyPr/>
          <a:lstStyle/>
          <a:p>
            <a:endParaRPr lang="en-US"/>
          </a:p>
        </p:txBody>
      </p:sp>
      <p:sp>
        <p:nvSpPr>
          <p:cNvPr id="9" name="Picture Placeholder 8">
            <a:extLst>
              <a:ext uri="{FF2B5EF4-FFF2-40B4-BE49-F238E27FC236}">
                <a16:creationId xmlns:a16="http://schemas.microsoft.com/office/drawing/2014/main" id="{A4A289F9-D5FC-85F9-B5D5-0A28A7673537}"/>
              </a:ext>
            </a:extLst>
          </p:cNvPr>
          <p:cNvSpPr>
            <a:spLocks noGrp="1"/>
          </p:cNvSpPr>
          <p:nvPr>
            <p:ph type="pic" sz="quarter" idx="18"/>
          </p:nvPr>
        </p:nvSpPr>
        <p:spPr/>
        <p:txBody>
          <a:bodyPr/>
          <a:lstStyle/>
          <a:p>
            <a:endParaRPr lang="en-US"/>
          </a:p>
        </p:txBody>
      </p:sp>
      <p:sp>
        <p:nvSpPr>
          <p:cNvPr id="10" name="Picture Placeholder 9">
            <a:extLst>
              <a:ext uri="{FF2B5EF4-FFF2-40B4-BE49-F238E27FC236}">
                <a16:creationId xmlns:a16="http://schemas.microsoft.com/office/drawing/2014/main" id="{6912C9EA-6E2D-D4A5-F16F-D1D114593A7B}"/>
              </a:ext>
            </a:extLst>
          </p:cNvPr>
          <p:cNvSpPr>
            <a:spLocks noGrp="1"/>
          </p:cNvSpPr>
          <p:nvPr>
            <p:ph type="pic" sz="quarter" idx="19"/>
          </p:nvPr>
        </p:nvSpPr>
        <p:spPr/>
        <p:txBody>
          <a:bodyPr/>
          <a:lstStyle/>
          <a:p>
            <a:endParaRPr lang="en-US"/>
          </a:p>
        </p:txBody>
      </p:sp>
      <p:sp>
        <p:nvSpPr>
          <p:cNvPr id="11" name="Text Placeholder 10">
            <a:extLst>
              <a:ext uri="{FF2B5EF4-FFF2-40B4-BE49-F238E27FC236}">
                <a16:creationId xmlns:a16="http://schemas.microsoft.com/office/drawing/2014/main" id="{CEAAE5DF-8E8D-6D3D-C717-FEEE5BFE4E6B}"/>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27918623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61CD6-44FB-F543-BB64-1C7FB6133DB0}"/>
              </a:ext>
            </a:extLst>
          </p:cNvPr>
          <p:cNvSpPr>
            <a:spLocks noGrp="1"/>
          </p:cNvSpPr>
          <p:nvPr>
            <p:ph type="title"/>
          </p:nvPr>
        </p:nvSpPr>
        <p:spPr>
          <a:xfrm>
            <a:off x="609599" y="365126"/>
            <a:ext cx="10972799" cy="804735"/>
          </a:xfrm>
        </p:spPr>
        <p:txBody>
          <a:bodyPr/>
          <a:lstStyle/>
          <a:p>
            <a:r>
              <a:rPr lang="en-US"/>
              <a:t>Elements to Pick Up/Use</a:t>
            </a:r>
          </a:p>
        </p:txBody>
      </p:sp>
      <p:sp>
        <p:nvSpPr>
          <p:cNvPr id="3" name="Footer Placeholder 2">
            <a:extLst>
              <a:ext uri="{FF2B5EF4-FFF2-40B4-BE49-F238E27FC236}">
                <a16:creationId xmlns:a16="http://schemas.microsoft.com/office/drawing/2014/main" id="{007F34BC-7155-197D-0A49-E970BE83641C}"/>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4" name="Slide Number Placeholder 3">
            <a:extLst>
              <a:ext uri="{FF2B5EF4-FFF2-40B4-BE49-F238E27FC236}">
                <a16:creationId xmlns:a16="http://schemas.microsoft.com/office/drawing/2014/main" id="{86108170-5AB2-6E86-EB29-732FD77B3403}"/>
              </a:ext>
            </a:extLst>
          </p:cNvPr>
          <p:cNvSpPr>
            <a:spLocks noGrp="1"/>
          </p:cNvSpPr>
          <p:nvPr>
            <p:ph type="sldNum" sz="quarter" idx="12"/>
          </p:nvPr>
        </p:nvSpPr>
        <p:spPr/>
        <p:txBody>
          <a:bodyPr/>
          <a:lstStyle/>
          <a:p>
            <a:fld id="{F8F6B9CD-BE6B-498B-93B3-0FAD7ADE75E3}" type="slidenum">
              <a:rPr lang="en-US" smtClean="0"/>
              <a:t>47</a:t>
            </a:fld>
            <a:endParaRPr lang="en-US"/>
          </a:p>
        </p:txBody>
      </p:sp>
      <p:grpSp>
        <p:nvGrpSpPr>
          <p:cNvPr id="13" name="Group 12">
            <a:extLst>
              <a:ext uri="{FF2B5EF4-FFF2-40B4-BE49-F238E27FC236}">
                <a16:creationId xmlns:a16="http://schemas.microsoft.com/office/drawing/2014/main" id="{E39F378A-9E0F-DD04-0862-3060ED67D87E}"/>
              </a:ext>
            </a:extLst>
          </p:cNvPr>
          <p:cNvGrpSpPr/>
          <p:nvPr/>
        </p:nvGrpSpPr>
        <p:grpSpPr>
          <a:xfrm>
            <a:off x="609599" y="1260003"/>
            <a:ext cx="3200400" cy="3783945"/>
            <a:chOff x="360962" y="1230506"/>
            <a:chExt cx="3200400" cy="3783945"/>
          </a:xfrm>
        </p:grpSpPr>
        <p:sp>
          <p:nvSpPr>
            <p:cNvPr id="6" name="Rectangle 5">
              <a:extLst>
                <a:ext uri="{FF2B5EF4-FFF2-40B4-BE49-F238E27FC236}">
                  <a16:creationId xmlns:a16="http://schemas.microsoft.com/office/drawing/2014/main" id="{1FF68B67-3C84-5E1A-DC32-E0175FD337D2}"/>
                </a:ext>
              </a:extLst>
            </p:cNvPr>
            <p:cNvSpPr/>
            <p:nvPr/>
          </p:nvSpPr>
          <p:spPr>
            <a:xfrm>
              <a:off x="360962" y="1410724"/>
              <a:ext cx="3200400" cy="3603727"/>
            </a:xfrm>
            <a:prstGeom prst="rect">
              <a:avLst/>
            </a:prstGeom>
            <a:solidFill>
              <a:schemeClr val="accent3">
                <a:lumMod val="20000"/>
                <a:lumOff val="80000"/>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3">
                    <a:lumMod val="20000"/>
                    <a:lumOff val="80000"/>
                  </a:schemeClr>
                </a:solidFill>
                <a:effectLst/>
                <a:uLnTx/>
                <a:uFillTx/>
                <a:latin typeface="Arial" panose="020B0604020202020204"/>
                <a:ea typeface="+mn-ea"/>
                <a:cs typeface="+mn-cs"/>
              </a:endParaRPr>
            </a:p>
          </p:txBody>
        </p:sp>
        <p:grpSp>
          <p:nvGrpSpPr>
            <p:cNvPr id="12" name="Group 11">
              <a:extLst>
                <a:ext uri="{FF2B5EF4-FFF2-40B4-BE49-F238E27FC236}">
                  <a16:creationId xmlns:a16="http://schemas.microsoft.com/office/drawing/2014/main" id="{50188AFB-DF0B-DEC1-9F6D-984435A54D8B}"/>
                </a:ext>
              </a:extLst>
            </p:cNvPr>
            <p:cNvGrpSpPr/>
            <p:nvPr/>
          </p:nvGrpSpPr>
          <p:grpSpPr>
            <a:xfrm>
              <a:off x="383829" y="1230506"/>
              <a:ext cx="3154666" cy="3570439"/>
              <a:chOff x="423530" y="1230506"/>
              <a:chExt cx="3154666" cy="3570439"/>
            </a:xfrm>
          </p:grpSpPr>
          <p:sp>
            <p:nvSpPr>
              <p:cNvPr id="7" name="TextBox 6">
                <a:extLst>
                  <a:ext uri="{FF2B5EF4-FFF2-40B4-BE49-F238E27FC236}">
                    <a16:creationId xmlns:a16="http://schemas.microsoft.com/office/drawing/2014/main" id="{E0FEE9C8-0945-4673-127B-D1B9F8D6B584}"/>
                  </a:ext>
                </a:extLst>
              </p:cNvPr>
              <p:cNvSpPr txBox="1"/>
              <p:nvPr/>
            </p:nvSpPr>
            <p:spPr>
              <a:xfrm>
                <a:off x="834996" y="1769346"/>
                <a:ext cx="2286000" cy="30315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2856"/>
                    </a:solidFill>
                    <a:effectLst/>
                    <a:uLnTx/>
                    <a:uFillTx/>
                    <a:latin typeface="Arial" panose="020B0604020202020204"/>
                    <a:ea typeface="+mn-ea"/>
                    <a:cs typeface="+mn-cs"/>
                  </a:rPr>
                  <a:t>We take our responsibility to empower our team and reduce our organizational environmental footprint seriously, but the largest impact we have on the planet and its people is through the work our teams do every day. Every project we deliver has its roots in sustainability and resilience.</a:t>
                </a:r>
                <a:br>
                  <a:rPr kumimoji="0" lang="en-US" sz="1800" b="0" i="0" u="none" strike="noStrike" kern="1200" cap="none" spc="0" normalizeH="0" baseline="0" noProof="0">
                    <a:ln>
                      <a:noFill/>
                    </a:ln>
                    <a:solidFill>
                      <a:srgbClr val="002856"/>
                    </a:solidFill>
                    <a:effectLst/>
                    <a:uLnTx/>
                    <a:uFillTx/>
                    <a:latin typeface="Arial" panose="020B0604020202020204"/>
                    <a:ea typeface="+mn-ea"/>
                    <a:cs typeface="+mn-cs"/>
                  </a:rPr>
                </a:br>
                <a:endParaRPr kumimoji="0" lang="en-US" sz="1800" b="0" i="0" u="none" strike="noStrike" kern="1200" cap="none" spc="0" normalizeH="0" baseline="0" noProof="0">
                  <a:ln>
                    <a:noFill/>
                  </a:ln>
                  <a:solidFill>
                    <a:srgbClr val="0028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1"/>
                    </a:solidFill>
                    <a:effectLst/>
                    <a:uLnTx/>
                    <a:uFillTx/>
                    <a:latin typeface="Arial" panose="020B0604020202020204"/>
                    <a:ea typeface="+mn-ea"/>
                    <a:cs typeface="+mn-cs"/>
                  </a:rPr>
                  <a:t>Mark Fallon</a:t>
                </a:r>
                <a:br>
                  <a:rPr kumimoji="0" lang="en-US" sz="1800" b="0" i="0" u="none" strike="noStrike" kern="1200" cap="none" spc="0" normalizeH="0" baseline="0" noProof="0">
                    <a:ln>
                      <a:noFill/>
                    </a:ln>
                    <a:solidFill>
                      <a:schemeClr val="accent1"/>
                    </a:solidFill>
                    <a:effectLst/>
                    <a:uLnTx/>
                    <a:uFillTx/>
                    <a:latin typeface="Arial" panose="020B0604020202020204"/>
                    <a:ea typeface="+mn-ea"/>
                    <a:cs typeface="+mn-cs"/>
                  </a:rPr>
                </a:br>
                <a:r>
                  <a:rPr kumimoji="0" lang="en-US" sz="1100" b="0" i="0" u="none" strike="noStrike" kern="1200" cap="none" spc="0" normalizeH="0" baseline="0" noProof="0">
                    <a:ln>
                      <a:noFill/>
                    </a:ln>
                    <a:solidFill>
                      <a:schemeClr val="accent1"/>
                    </a:solidFill>
                    <a:effectLst/>
                    <a:uLnTx/>
                    <a:uFillTx/>
                    <a:latin typeface="Arial" panose="020B0604020202020204"/>
                    <a:ea typeface="+mn-ea"/>
                    <a:cs typeface="+mn-cs"/>
                  </a:rPr>
                  <a:t>APTIM Chairman &amp; CE</a:t>
                </a:r>
                <a:r>
                  <a:rPr lang="en-US" sz="1100">
                    <a:solidFill>
                      <a:schemeClr val="accent1"/>
                    </a:solidFill>
                    <a:latin typeface="Arial" panose="020B0604020202020204"/>
                  </a:rPr>
                  <a:t>O</a:t>
                </a:r>
                <a:endParaRPr kumimoji="0" lang="en-US" sz="1800" b="0" i="0" u="none" strike="noStrike" kern="1200" cap="none" spc="0" normalizeH="0" baseline="0" noProof="0">
                  <a:ln>
                    <a:noFill/>
                  </a:ln>
                  <a:solidFill>
                    <a:schemeClr val="accent1"/>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92F3A2C1-1B61-C218-73FF-0FF2A44CF31F}"/>
                  </a:ext>
                </a:extLst>
              </p:cNvPr>
              <p:cNvSpPr txBox="1"/>
              <p:nvPr/>
            </p:nvSpPr>
            <p:spPr>
              <a:xfrm>
                <a:off x="423530" y="1230506"/>
                <a:ext cx="834996" cy="93015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0" b="1" i="0" u="none" strike="noStrike" kern="1200" cap="none" spc="0" normalizeH="0" baseline="0" noProof="0">
                    <a:ln>
                      <a:noFill/>
                    </a:ln>
                    <a:solidFill>
                      <a:schemeClr val="accent3">
                        <a:alpha val="20000"/>
                      </a:schemeClr>
                    </a:solidFill>
                    <a:effectLst/>
                    <a:uLnTx/>
                    <a:uFillTx/>
                    <a:latin typeface="Arial Rounded MT Bold" panose="020F0704030504030204" pitchFamily="34" charset="0"/>
                  </a:rPr>
                  <a:t>“</a:t>
                </a:r>
              </a:p>
            </p:txBody>
          </p:sp>
          <p:sp>
            <p:nvSpPr>
              <p:cNvPr id="9" name="TextBox 8">
                <a:extLst>
                  <a:ext uri="{FF2B5EF4-FFF2-40B4-BE49-F238E27FC236}">
                    <a16:creationId xmlns:a16="http://schemas.microsoft.com/office/drawing/2014/main" id="{0CF4A529-3D11-FAF3-E9DD-88278FF22DBE}"/>
                  </a:ext>
                </a:extLst>
              </p:cNvPr>
              <p:cNvSpPr txBox="1"/>
              <p:nvPr/>
            </p:nvSpPr>
            <p:spPr>
              <a:xfrm>
                <a:off x="2743200" y="3608311"/>
                <a:ext cx="834996" cy="93015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0" b="1" i="0" u="none" strike="noStrike" kern="1200" cap="none" spc="0" normalizeH="0" baseline="0" noProof="0">
                    <a:ln>
                      <a:noFill/>
                    </a:ln>
                    <a:solidFill>
                      <a:schemeClr val="accent3">
                        <a:alpha val="20000"/>
                      </a:schemeClr>
                    </a:solidFill>
                    <a:effectLst/>
                    <a:uLnTx/>
                    <a:uFillTx/>
                    <a:latin typeface="Arial Rounded MT Bold" panose="020F0704030504030204" pitchFamily="34" charset="0"/>
                    <a:ea typeface="+mn-ea"/>
                    <a:cs typeface="+mn-cs"/>
                  </a:rPr>
                  <a:t>”</a:t>
                </a:r>
              </a:p>
            </p:txBody>
          </p:sp>
        </p:grpSp>
      </p:grpSp>
      <p:grpSp>
        <p:nvGrpSpPr>
          <p:cNvPr id="10" name="Group 9">
            <a:extLst>
              <a:ext uri="{FF2B5EF4-FFF2-40B4-BE49-F238E27FC236}">
                <a16:creationId xmlns:a16="http://schemas.microsoft.com/office/drawing/2014/main" id="{08735A64-8067-C978-AFA2-72A926C18214}"/>
              </a:ext>
            </a:extLst>
          </p:cNvPr>
          <p:cNvGrpSpPr/>
          <p:nvPr/>
        </p:nvGrpSpPr>
        <p:grpSpPr>
          <a:xfrm>
            <a:off x="4210663" y="1260003"/>
            <a:ext cx="3200400" cy="3783945"/>
            <a:chOff x="360962" y="1230506"/>
            <a:chExt cx="3200400" cy="3783945"/>
          </a:xfrm>
        </p:grpSpPr>
        <p:sp>
          <p:nvSpPr>
            <p:cNvPr id="11" name="Rectangle 10">
              <a:extLst>
                <a:ext uri="{FF2B5EF4-FFF2-40B4-BE49-F238E27FC236}">
                  <a16:creationId xmlns:a16="http://schemas.microsoft.com/office/drawing/2014/main" id="{3ABB1D67-48C6-4C70-1FE3-8F2A79AA818B}"/>
                </a:ext>
              </a:extLst>
            </p:cNvPr>
            <p:cNvSpPr/>
            <p:nvPr/>
          </p:nvSpPr>
          <p:spPr>
            <a:xfrm>
              <a:off x="360962" y="1410724"/>
              <a:ext cx="3200400" cy="360372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3">
                    <a:lumMod val="20000"/>
                    <a:lumOff val="80000"/>
                  </a:schemeClr>
                </a:solidFill>
                <a:effectLst/>
                <a:uLnTx/>
                <a:uFillTx/>
                <a:latin typeface="Arial" panose="020B0604020202020204"/>
                <a:ea typeface="+mn-ea"/>
                <a:cs typeface="+mn-cs"/>
              </a:endParaRPr>
            </a:p>
          </p:txBody>
        </p:sp>
        <p:grpSp>
          <p:nvGrpSpPr>
            <p:cNvPr id="14" name="Group 13">
              <a:extLst>
                <a:ext uri="{FF2B5EF4-FFF2-40B4-BE49-F238E27FC236}">
                  <a16:creationId xmlns:a16="http://schemas.microsoft.com/office/drawing/2014/main" id="{E4D37C9A-0AE5-985A-9B7F-306C69E68613}"/>
                </a:ext>
              </a:extLst>
            </p:cNvPr>
            <p:cNvGrpSpPr/>
            <p:nvPr/>
          </p:nvGrpSpPr>
          <p:grpSpPr>
            <a:xfrm>
              <a:off x="383829" y="1230506"/>
              <a:ext cx="3154666" cy="3570439"/>
              <a:chOff x="423530" y="1230506"/>
              <a:chExt cx="3154666" cy="3570439"/>
            </a:xfrm>
          </p:grpSpPr>
          <p:sp>
            <p:nvSpPr>
              <p:cNvPr id="15" name="TextBox 14">
                <a:extLst>
                  <a:ext uri="{FF2B5EF4-FFF2-40B4-BE49-F238E27FC236}">
                    <a16:creationId xmlns:a16="http://schemas.microsoft.com/office/drawing/2014/main" id="{19C7B733-ED97-030A-3339-CC8479FCA3B9}"/>
                  </a:ext>
                </a:extLst>
              </p:cNvPr>
              <p:cNvSpPr txBox="1"/>
              <p:nvPr/>
            </p:nvSpPr>
            <p:spPr>
              <a:xfrm>
                <a:off x="834996" y="1769346"/>
                <a:ext cx="2286000" cy="30315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Arial" panose="020B0604020202020204"/>
                    <a:ea typeface="+mn-ea"/>
                    <a:cs typeface="+mn-cs"/>
                  </a:rPr>
                  <a:t>We take our responsibility to empower our team and reduce our organizational environmental footprint seriously, but the largest impact we have on the planet and its people is through the work our teams do every day. Every project we deliver has its roots in sustainability and resilience.</a:t>
                </a:r>
                <a:br>
                  <a:rPr kumimoji="0" lang="en-US" sz="1800" b="0" i="0" u="none" strike="noStrike" kern="1200" cap="none" spc="0" normalizeH="0" baseline="0" noProof="0">
                    <a:ln>
                      <a:noFill/>
                    </a:ln>
                    <a:solidFill>
                      <a:schemeClr val="bg1"/>
                    </a:solidFill>
                    <a:effectLst/>
                    <a:uLnTx/>
                    <a:uFillTx/>
                    <a:latin typeface="Arial" panose="020B0604020202020204"/>
                    <a:ea typeface="+mn-ea"/>
                    <a:cs typeface="+mn-cs"/>
                  </a:rPr>
                </a:br>
                <a:endParaRPr kumimoji="0" lang="en-US" sz="1800" b="0" i="0" u="none" strike="noStrike" kern="1200" cap="none" spc="0" normalizeH="0" baseline="0" noProof="0">
                  <a:ln>
                    <a:noFill/>
                  </a:ln>
                  <a:solidFill>
                    <a:schemeClr val="bg1"/>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a:ea typeface="+mn-ea"/>
                    <a:cs typeface="+mn-cs"/>
                  </a:rPr>
                  <a:t>Mark Fallon</a:t>
                </a:r>
                <a:br>
                  <a:rPr kumimoji="0" lang="en-US" sz="1800" b="0" i="0" u="none" strike="noStrike" kern="1200" cap="none" spc="0" normalizeH="0" baseline="0" noProof="0">
                    <a:ln>
                      <a:noFill/>
                    </a:ln>
                    <a:solidFill>
                      <a:schemeClr val="bg1"/>
                    </a:solidFill>
                    <a:effectLst/>
                    <a:uLnTx/>
                    <a:uFillTx/>
                    <a:latin typeface="Arial" panose="020B0604020202020204"/>
                    <a:ea typeface="+mn-ea"/>
                    <a:cs typeface="+mn-cs"/>
                  </a:rPr>
                </a:br>
                <a:r>
                  <a:rPr kumimoji="0" lang="en-US" sz="1100" b="0" i="0" u="none" strike="noStrike" kern="1200" cap="none" spc="0" normalizeH="0" baseline="0" noProof="0">
                    <a:ln>
                      <a:noFill/>
                    </a:ln>
                    <a:solidFill>
                      <a:schemeClr val="bg1"/>
                    </a:solidFill>
                    <a:effectLst/>
                    <a:uLnTx/>
                    <a:uFillTx/>
                    <a:latin typeface="Arial" panose="020B0604020202020204"/>
                    <a:ea typeface="+mn-ea"/>
                    <a:cs typeface="+mn-cs"/>
                  </a:rPr>
                  <a:t>APTIM Chairman &amp; CE</a:t>
                </a:r>
                <a:r>
                  <a:rPr lang="en-US" sz="1100">
                    <a:solidFill>
                      <a:schemeClr val="bg1"/>
                    </a:solidFill>
                    <a:latin typeface="Arial" panose="020B0604020202020204"/>
                  </a:rPr>
                  <a:t>O</a:t>
                </a:r>
                <a:endParaRPr kumimoji="0" lang="en-US" sz="1800" b="0" i="0" u="none" strike="noStrike" kern="1200" cap="none" spc="0" normalizeH="0" baseline="0" noProof="0">
                  <a:ln>
                    <a:noFill/>
                  </a:ln>
                  <a:solidFill>
                    <a:schemeClr val="bg1"/>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98D07F55-1AAD-B9CC-E96D-0C291B45CC87}"/>
                  </a:ext>
                </a:extLst>
              </p:cNvPr>
              <p:cNvSpPr txBox="1"/>
              <p:nvPr/>
            </p:nvSpPr>
            <p:spPr>
              <a:xfrm>
                <a:off x="423530" y="1230506"/>
                <a:ext cx="834996" cy="93015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0" b="1" i="0" u="none" strike="noStrike" kern="1200" cap="none" spc="0" normalizeH="0" baseline="0" noProof="0">
                    <a:ln>
                      <a:noFill/>
                    </a:ln>
                    <a:solidFill>
                      <a:schemeClr val="bg1">
                        <a:alpha val="20000"/>
                      </a:schemeClr>
                    </a:solidFill>
                    <a:effectLst/>
                    <a:uLnTx/>
                    <a:uFillTx/>
                    <a:latin typeface="Arial Rounded MT Bold" panose="020F0704030504030204" pitchFamily="34" charset="0"/>
                  </a:rPr>
                  <a:t>“</a:t>
                </a:r>
              </a:p>
            </p:txBody>
          </p:sp>
          <p:sp>
            <p:nvSpPr>
              <p:cNvPr id="17" name="TextBox 16">
                <a:extLst>
                  <a:ext uri="{FF2B5EF4-FFF2-40B4-BE49-F238E27FC236}">
                    <a16:creationId xmlns:a16="http://schemas.microsoft.com/office/drawing/2014/main" id="{DD5D8AE6-2576-F801-62E0-CB6DFFE27FE2}"/>
                  </a:ext>
                </a:extLst>
              </p:cNvPr>
              <p:cNvSpPr txBox="1"/>
              <p:nvPr/>
            </p:nvSpPr>
            <p:spPr>
              <a:xfrm>
                <a:off x="2743200" y="3608311"/>
                <a:ext cx="834996" cy="93015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0" b="1" i="0" u="none" strike="noStrike" kern="1200" cap="none" spc="0" normalizeH="0" baseline="0" noProof="0">
                    <a:ln>
                      <a:noFill/>
                    </a:ln>
                    <a:solidFill>
                      <a:schemeClr val="bg1">
                        <a:alpha val="20000"/>
                      </a:schemeClr>
                    </a:solidFill>
                    <a:effectLst/>
                    <a:uLnTx/>
                    <a:uFillTx/>
                    <a:latin typeface="Arial Rounded MT Bold" panose="020F0704030504030204" pitchFamily="34" charset="0"/>
                    <a:ea typeface="+mn-ea"/>
                    <a:cs typeface="+mn-cs"/>
                  </a:rPr>
                  <a:t>”</a:t>
                </a:r>
              </a:p>
            </p:txBody>
          </p:sp>
        </p:grpSp>
      </p:grpSp>
      <p:sp>
        <p:nvSpPr>
          <p:cNvPr id="18" name="TextBox 17">
            <a:extLst>
              <a:ext uri="{FF2B5EF4-FFF2-40B4-BE49-F238E27FC236}">
                <a16:creationId xmlns:a16="http://schemas.microsoft.com/office/drawing/2014/main" id="{0C048E5F-AB97-B35E-F409-B7E94C4F6185}"/>
              </a:ext>
            </a:extLst>
          </p:cNvPr>
          <p:cNvSpPr txBox="1"/>
          <p:nvPr/>
        </p:nvSpPr>
        <p:spPr>
          <a:xfrm>
            <a:off x="9753600" y="1600199"/>
            <a:ext cx="1828798" cy="1329813"/>
          </a:xfrm>
          <a:prstGeom prst="rect">
            <a:avLst/>
          </a:prstGeom>
          <a:noFill/>
        </p:spPr>
        <p:txBody>
          <a:bodyPr wrap="square" lIns="0" tIns="0" rIns="0" bIns="0" rtlCol="0">
            <a:noAutofit/>
          </a:bodyPr>
          <a:lstStyle/>
          <a:p>
            <a:r>
              <a:rPr lang="en-US" sz="4000">
                <a:solidFill>
                  <a:schemeClr val="accent2"/>
                </a:solidFill>
                <a:latin typeface="Arial Black" panose="020B0A04020102020204" pitchFamily="34" charset="0"/>
              </a:rPr>
              <a:t>00%</a:t>
            </a:r>
          </a:p>
          <a:p>
            <a:pPr marR="0" algn="l" rtl="0"/>
            <a:r>
              <a:rPr lang="en-US" sz="2000" b="0" i="0" u="none" strike="noStrike" baseline="30000">
                <a:solidFill>
                  <a:srgbClr val="404041"/>
                </a:solidFill>
                <a:latin typeface="Arial" panose="020B0604020202020204" pitchFamily="34" charset="0"/>
                <a:cs typeface="Arial" panose="020B0604020202020204" pitchFamily="34" charset="0"/>
              </a:rPr>
              <a:t>CALLOUT STATISTIC - DESCRIPTION</a:t>
            </a:r>
          </a:p>
        </p:txBody>
      </p:sp>
      <p:sp>
        <p:nvSpPr>
          <p:cNvPr id="19" name="TextBox 18">
            <a:extLst>
              <a:ext uri="{FF2B5EF4-FFF2-40B4-BE49-F238E27FC236}">
                <a16:creationId xmlns:a16="http://schemas.microsoft.com/office/drawing/2014/main" id="{BA8D4B79-517D-9CA7-FCF6-45FA33E2AF51}"/>
              </a:ext>
            </a:extLst>
          </p:cNvPr>
          <p:cNvSpPr txBox="1"/>
          <p:nvPr/>
        </p:nvSpPr>
        <p:spPr>
          <a:xfrm>
            <a:off x="9753600" y="3222521"/>
            <a:ext cx="1828798" cy="1329813"/>
          </a:xfrm>
          <a:prstGeom prst="rect">
            <a:avLst/>
          </a:prstGeom>
          <a:noFill/>
        </p:spPr>
        <p:txBody>
          <a:bodyPr wrap="square" lIns="0" tIns="0" rIns="0" bIns="0" rtlCol="0">
            <a:noAutofit/>
          </a:bodyPr>
          <a:lstStyle/>
          <a:p>
            <a:r>
              <a:rPr lang="en-US" sz="4000">
                <a:solidFill>
                  <a:schemeClr val="accent2"/>
                </a:solidFill>
                <a:latin typeface="Arial Black" panose="020B0A04020102020204" pitchFamily="34" charset="0"/>
              </a:rPr>
              <a:t>00%</a:t>
            </a:r>
          </a:p>
          <a:p>
            <a:r>
              <a:rPr lang="en-US" sz="2000" b="0" i="0" u="none" strike="noStrike" baseline="30000">
                <a:solidFill>
                  <a:schemeClr val="tx2"/>
                </a:solidFill>
                <a:latin typeface="Arial" panose="020B0604020202020204" pitchFamily="34" charset="0"/>
                <a:ea typeface="PMingLiU" panose="02020500000000000000" pitchFamily="18" charset="-120"/>
                <a:cs typeface="Arial" panose="020B0604020202020204" pitchFamily="34" charset="0"/>
              </a:rPr>
              <a:t>CALLOUT STATISTIC - DESCRIPTION</a:t>
            </a:r>
          </a:p>
        </p:txBody>
      </p:sp>
      <p:sp>
        <p:nvSpPr>
          <p:cNvPr id="20" name="TextBox 19">
            <a:extLst>
              <a:ext uri="{FF2B5EF4-FFF2-40B4-BE49-F238E27FC236}">
                <a16:creationId xmlns:a16="http://schemas.microsoft.com/office/drawing/2014/main" id="{1388AADC-8369-B5A5-3D8C-D390A4555676}"/>
              </a:ext>
            </a:extLst>
          </p:cNvPr>
          <p:cNvSpPr txBox="1"/>
          <p:nvPr/>
        </p:nvSpPr>
        <p:spPr>
          <a:xfrm>
            <a:off x="9753600" y="4844844"/>
            <a:ext cx="1828798" cy="1329813"/>
          </a:xfrm>
          <a:prstGeom prst="rect">
            <a:avLst/>
          </a:prstGeom>
          <a:noFill/>
        </p:spPr>
        <p:txBody>
          <a:bodyPr wrap="square" lIns="0" tIns="0" rIns="0" bIns="0" rtlCol="0">
            <a:noAutofit/>
          </a:bodyPr>
          <a:lstStyle/>
          <a:p>
            <a:r>
              <a:rPr lang="en-US" sz="4000">
                <a:solidFill>
                  <a:schemeClr val="accent2"/>
                </a:solidFill>
                <a:latin typeface="Arial Black" panose="020B0A04020102020204" pitchFamily="34" charset="0"/>
              </a:rPr>
              <a:t>00%</a:t>
            </a:r>
          </a:p>
          <a:p>
            <a:r>
              <a:rPr lang="en-US" sz="2000" b="0" i="0" u="none" strike="noStrike" baseline="30000">
                <a:solidFill>
                  <a:schemeClr val="tx2"/>
                </a:solidFill>
                <a:latin typeface="Arial" panose="020B0604020202020204" pitchFamily="34" charset="0"/>
                <a:cs typeface="Arial" panose="020B0604020202020204" pitchFamily="34" charset="0"/>
              </a:rPr>
              <a:t>CALLOUT STATISTIC - DESCRIPTION</a:t>
            </a:r>
          </a:p>
        </p:txBody>
      </p:sp>
    </p:spTree>
    <p:extLst>
      <p:ext uri="{BB962C8B-B14F-4D97-AF65-F5344CB8AC3E}">
        <p14:creationId xmlns:p14="http://schemas.microsoft.com/office/powerpoint/2010/main" val="42307538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808C-C6FE-6D34-9ED2-3EEB210430DD}"/>
              </a:ext>
            </a:extLst>
          </p:cNvPr>
          <p:cNvSpPr>
            <a:spLocks noGrp="1"/>
          </p:cNvSpPr>
          <p:nvPr>
            <p:ph type="title"/>
          </p:nvPr>
        </p:nvSpPr>
        <p:spPr/>
        <p:txBody>
          <a:bodyPr/>
          <a:lstStyle/>
          <a:p>
            <a:r>
              <a:rPr lang="en-US"/>
              <a:t>Sample Table</a:t>
            </a:r>
          </a:p>
        </p:txBody>
      </p:sp>
      <p:sp>
        <p:nvSpPr>
          <p:cNvPr id="3" name="Footer Placeholder 2">
            <a:extLst>
              <a:ext uri="{FF2B5EF4-FFF2-40B4-BE49-F238E27FC236}">
                <a16:creationId xmlns:a16="http://schemas.microsoft.com/office/drawing/2014/main" id="{0952BF26-B74E-C78B-E60E-70CB7F2E0520}"/>
              </a:ext>
            </a:extLst>
          </p:cNvPr>
          <p:cNvSpPr>
            <a:spLocks noGrp="1"/>
          </p:cNvSpPr>
          <p:nvPr>
            <p:ph type="ftr" sz="quarter" idx="11"/>
          </p:nvPr>
        </p:nvSpPr>
        <p:spPr/>
        <p:txBody>
          <a:bodyPr/>
          <a:lstStyle/>
          <a:p>
            <a:r>
              <a:rPr lang="en-US"/>
              <a:t>Confidential. Not to be copied, distributed, or reproduced without prior approval. © 2026 APTIM - All rights reserved.</a:t>
            </a:r>
          </a:p>
        </p:txBody>
      </p:sp>
      <p:sp>
        <p:nvSpPr>
          <p:cNvPr id="4" name="Slide Number Placeholder 3">
            <a:extLst>
              <a:ext uri="{FF2B5EF4-FFF2-40B4-BE49-F238E27FC236}">
                <a16:creationId xmlns:a16="http://schemas.microsoft.com/office/drawing/2014/main" id="{24E6090C-A168-4EE1-3701-A5430FF71567}"/>
              </a:ext>
            </a:extLst>
          </p:cNvPr>
          <p:cNvSpPr>
            <a:spLocks noGrp="1"/>
          </p:cNvSpPr>
          <p:nvPr>
            <p:ph type="sldNum" sz="quarter" idx="12"/>
          </p:nvPr>
        </p:nvSpPr>
        <p:spPr/>
        <p:txBody>
          <a:bodyPr/>
          <a:lstStyle/>
          <a:p>
            <a:fld id="{F8F6B9CD-BE6B-498B-93B3-0FAD7ADE75E3}" type="slidenum">
              <a:rPr lang="en-US" smtClean="0"/>
              <a:t>48</a:t>
            </a:fld>
            <a:endParaRPr lang="en-US"/>
          </a:p>
        </p:txBody>
      </p:sp>
      <p:graphicFrame>
        <p:nvGraphicFramePr>
          <p:cNvPr id="5" name="Table 4">
            <a:extLst>
              <a:ext uri="{FF2B5EF4-FFF2-40B4-BE49-F238E27FC236}">
                <a16:creationId xmlns:a16="http://schemas.microsoft.com/office/drawing/2014/main" id="{5FC63BD7-D69F-739B-4773-0CEF55F58E4F}"/>
              </a:ext>
            </a:extLst>
          </p:cNvPr>
          <p:cNvGraphicFramePr>
            <a:graphicFrameLocks noGrp="1"/>
          </p:cNvGraphicFramePr>
          <p:nvPr>
            <p:extLst>
              <p:ext uri="{D42A27DB-BD31-4B8C-83A1-F6EECF244321}">
                <p14:modId xmlns:p14="http://schemas.microsoft.com/office/powerpoint/2010/main" val="1760528372"/>
              </p:ext>
            </p:extLst>
          </p:nvPr>
        </p:nvGraphicFramePr>
        <p:xfrm>
          <a:off x="2031998" y="1974972"/>
          <a:ext cx="8128000" cy="4079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809683417"/>
                    </a:ext>
                  </a:extLst>
                </a:gridCol>
                <a:gridCol w="1625600">
                  <a:extLst>
                    <a:ext uri="{9D8B030D-6E8A-4147-A177-3AD203B41FA5}">
                      <a16:colId xmlns:a16="http://schemas.microsoft.com/office/drawing/2014/main" val="4250993145"/>
                    </a:ext>
                  </a:extLst>
                </a:gridCol>
                <a:gridCol w="1625600">
                  <a:extLst>
                    <a:ext uri="{9D8B030D-6E8A-4147-A177-3AD203B41FA5}">
                      <a16:colId xmlns:a16="http://schemas.microsoft.com/office/drawing/2014/main" val="3247285612"/>
                    </a:ext>
                  </a:extLst>
                </a:gridCol>
                <a:gridCol w="1625600">
                  <a:extLst>
                    <a:ext uri="{9D8B030D-6E8A-4147-A177-3AD203B41FA5}">
                      <a16:colId xmlns:a16="http://schemas.microsoft.com/office/drawing/2014/main" val="1094859020"/>
                    </a:ext>
                  </a:extLst>
                </a:gridCol>
                <a:gridCol w="1625600">
                  <a:extLst>
                    <a:ext uri="{9D8B030D-6E8A-4147-A177-3AD203B41FA5}">
                      <a16:colId xmlns:a16="http://schemas.microsoft.com/office/drawing/2014/main" val="3256326961"/>
                    </a:ext>
                  </a:extLst>
                </a:gridCol>
              </a:tblGrid>
              <a:tr h="370840">
                <a:tc gridSpan="5">
                  <a:txBody>
                    <a:bodyPr/>
                    <a:lstStyle/>
                    <a:p>
                      <a:r>
                        <a:rPr lang="en-US" sz="1200">
                          <a:solidFill>
                            <a:schemeClr val="accent1"/>
                          </a:solidFill>
                          <a:latin typeface="Arial" panose="020B0604020202020204" pitchFamily="34" charset="0"/>
                          <a:cs typeface="Arial" panose="020B0604020202020204" pitchFamily="34" charset="0"/>
                        </a:rPr>
                        <a:t>Table Title</a:t>
                      </a:r>
                    </a:p>
                  </a:txBody>
                  <a:tcPr marT="91440" marB="9144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latin typeface="Arial" panose="020B0604020202020204" pitchFamily="34" charset="0"/>
                        <a:cs typeface="Arial" panose="020B0604020202020204" pitchFamily="34" charset="0"/>
                      </a:endParaRP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967690"/>
                  </a:ext>
                </a:extLst>
              </a:tr>
              <a:tr h="370840">
                <a:tc>
                  <a:txBody>
                    <a:bodyPr/>
                    <a:lstStyle/>
                    <a:p>
                      <a:r>
                        <a:rPr lang="en-US" sz="1200" b="1">
                          <a:solidFill>
                            <a:schemeClr val="bg1"/>
                          </a:solidFill>
                          <a:latin typeface="Arial" panose="020B0604020202020204" pitchFamily="34" charset="0"/>
                          <a:cs typeface="Arial" panose="020B0604020202020204" pitchFamily="34" charset="0"/>
                        </a:rPr>
                        <a:t>Table Header</a:t>
                      </a:r>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Arial" panose="020B0604020202020204" pitchFamily="34" charset="0"/>
                          <a:cs typeface="Arial" panose="020B0604020202020204" pitchFamily="34" charset="0"/>
                        </a:rPr>
                        <a:t>Table Header</a:t>
                      </a: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Table Header</a:t>
                      </a: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Table Header</a:t>
                      </a: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Table Header</a:t>
                      </a:r>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11402699"/>
                  </a:ext>
                </a:extLst>
              </a:tr>
              <a:tr h="370840">
                <a:tc>
                  <a:txBody>
                    <a:bodyPr/>
                    <a:lstStyle/>
                    <a:p>
                      <a:r>
                        <a:rPr lang="en-US" sz="1200"/>
                        <a:t>Table Text</a:t>
                      </a:r>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4164795"/>
                  </a:ext>
                </a:extLst>
              </a:tr>
              <a:tr h="370840">
                <a:tc>
                  <a:txBody>
                    <a:bodyPr/>
                    <a:lstStyle/>
                    <a:p>
                      <a:endParaRPr lang="en-US" sz="1200">
                        <a:solidFill>
                          <a:schemeClr val="tx2"/>
                        </a:solidFill>
                      </a:endParaRPr>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solidFill>
                          <a:schemeClr val="tx2"/>
                        </a:solidFill>
                      </a:endParaRP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solidFill>
                          <a:schemeClr val="tx2"/>
                        </a:solidFill>
                      </a:endParaRP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solidFill>
                          <a:schemeClr val="tx2"/>
                        </a:solidFill>
                      </a:endParaRPr>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solidFill>
                          <a:schemeClr val="tx2"/>
                        </a:solidFill>
                      </a:endParaRPr>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extLst>
                  <a:ext uri="{0D108BD9-81ED-4DB2-BD59-A6C34878D82A}">
                    <a16:rowId xmlns:a16="http://schemas.microsoft.com/office/drawing/2014/main" val="250705999"/>
                  </a:ext>
                </a:extLst>
              </a:tr>
              <a:tr h="370840">
                <a:tc>
                  <a:txBody>
                    <a:bodyPr/>
                    <a:lstStyle/>
                    <a:p>
                      <a:endParaRPr lang="en-US" sz="1200"/>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0551889"/>
                  </a:ext>
                </a:extLst>
              </a:tr>
              <a:tr h="370840">
                <a:tc>
                  <a:txBody>
                    <a:bodyPr/>
                    <a:lstStyle/>
                    <a:p>
                      <a:endParaRPr lang="en-US" sz="1200"/>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extLst>
                  <a:ext uri="{0D108BD9-81ED-4DB2-BD59-A6C34878D82A}">
                    <a16:rowId xmlns:a16="http://schemas.microsoft.com/office/drawing/2014/main" val="3608178714"/>
                  </a:ext>
                </a:extLst>
              </a:tr>
              <a:tr h="370840">
                <a:tc>
                  <a:txBody>
                    <a:bodyPr/>
                    <a:lstStyle/>
                    <a:p>
                      <a:endParaRPr lang="en-US" sz="1200"/>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490040"/>
                  </a:ext>
                </a:extLst>
              </a:tr>
              <a:tr h="370840">
                <a:tc>
                  <a:txBody>
                    <a:bodyPr/>
                    <a:lstStyle/>
                    <a:p>
                      <a:endParaRPr lang="en-US" sz="1200"/>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extLst>
                  <a:ext uri="{0D108BD9-81ED-4DB2-BD59-A6C34878D82A}">
                    <a16:rowId xmlns:a16="http://schemas.microsoft.com/office/drawing/2014/main" val="2560988192"/>
                  </a:ext>
                </a:extLst>
              </a:tr>
              <a:tr h="370840">
                <a:tc>
                  <a:txBody>
                    <a:bodyPr/>
                    <a:lstStyle/>
                    <a:p>
                      <a:endParaRPr lang="en-US" sz="1200"/>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2008024"/>
                  </a:ext>
                </a:extLst>
              </a:tr>
              <a:tr h="370840">
                <a:tc>
                  <a:txBody>
                    <a:bodyPr/>
                    <a:lstStyle/>
                    <a:p>
                      <a:endParaRPr lang="en-US" sz="1200"/>
                    </a:p>
                  </a:txBody>
                  <a:tcPr marT="91440" marB="91440" anchor="ctr">
                    <a:lnL w="12700" cmpd="sng">
                      <a:noFill/>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6350" cap="flat" cmpd="sng" algn="ctr">
                      <a:solidFill>
                        <a:schemeClr val="bg2">
                          <a:lumMod val="50000"/>
                        </a:schemeClr>
                      </a:solidFill>
                      <a:prstDash val="solid"/>
                      <a:round/>
                      <a:headEnd type="none" w="med" len="med"/>
                      <a:tailEnd type="none" w="med" len="med"/>
                    </a:lnR>
                    <a:lnT w="6350" cap="flat" cmpd="sng" algn="ctr">
                      <a:solidFill>
                        <a:schemeClr val="bg2">
                          <a:lumMod val="5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tc>
                  <a:txBody>
                    <a:bodyPr/>
                    <a:lstStyle/>
                    <a:p>
                      <a:endParaRPr lang="en-US" sz="1200"/>
                    </a:p>
                  </a:txBody>
                  <a:tcPr marT="91440" marB="91440" anchor="ctr">
                    <a:lnL w="6350" cap="flat" cmpd="sng" algn="ctr">
                      <a:solidFill>
                        <a:schemeClr val="bg2">
                          <a:lumMod val="50000"/>
                        </a:schemeClr>
                      </a:solidFill>
                      <a:prstDash val="solid"/>
                      <a:round/>
                      <a:headEnd type="none" w="med" len="med"/>
                      <a:tailEnd type="none" w="med" len="med"/>
                    </a:lnL>
                    <a:lnR w="12700" cmpd="sng">
                      <a:noFill/>
                    </a:lnR>
                    <a:lnT w="6350" cap="flat" cmpd="sng" algn="ctr">
                      <a:solidFill>
                        <a:schemeClr val="bg2">
                          <a:lumMod val="5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10000"/>
                        <a:lumOff val="90000"/>
                      </a:schemeClr>
                    </a:solidFill>
                  </a:tcPr>
                </a:tc>
                <a:extLst>
                  <a:ext uri="{0D108BD9-81ED-4DB2-BD59-A6C34878D82A}">
                    <a16:rowId xmlns:a16="http://schemas.microsoft.com/office/drawing/2014/main" val="862364967"/>
                  </a:ext>
                </a:extLst>
              </a:tr>
              <a:tr h="370840">
                <a:tc>
                  <a:txBody>
                    <a:bodyPr/>
                    <a:lstStyle/>
                    <a:p>
                      <a:endParaRPr lang="en-US" sz="1200"/>
                    </a:p>
                  </a:txBody>
                  <a:tcPr marT="91440" marB="91440" anchor="ctr">
                    <a:lnL w="12700" cmpd="sng">
                      <a:noFill/>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200"/>
                    </a:p>
                  </a:txBody>
                  <a:tcPr marT="91440" marB="91440" anchor="ctr">
                    <a:lnL w="6350" cap="flat" cmpd="sng" algn="ctr">
                      <a:solidFill>
                        <a:schemeClr val="bg1"/>
                      </a:solidFill>
                      <a:prstDash val="solid"/>
                      <a:round/>
                      <a:headEnd type="none" w="med" len="med"/>
                      <a:tailEnd type="none" w="med" len="med"/>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7593374"/>
                  </a:ext>
                </a:extLst>
              </a:tr>
            </a:tbl>
          </a:graphicData>
        </a:graphic>
      </p:graphicFrame>
    </p:spTree>
    <p:extLst>
      <p:ext uri="{BB962C8B-B14F-4D97-AF65-F5344CB8AC3E}">
        <p14:creationId xmlns:p14="http://schemas.microsoft.com/office/powerpoint/2010/main" val="2812805014"/>
      </p:ext>
    </p:extLst>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640080"/>
          </a:xfrm>
          <a:prstGeom prst="rect">
            <a:avLst/>
          </a:prstGeom>
          <a:noFill/>
        </p:spPr>
        <p:txBody>
          <a:bodyPr wrap="square">
            <a:spAutoFit/>
          </a:bodyPr>
          <a:lstStyle/>
          <a:p>
            <a:r>
              <a:rPr sz="2600" b="1">
                <a:solidFill>
                  <a:srgbClr val="1B2A5E"/>
                </a:solidFill>
                <a:latin typeface="Arial"/>
              </a:rPr>
              <a:t>Deeper Dive: Why This Approach, How It Works</a:t>
            </a:r>
          </a:p>
        </p:txBody>
      </p:sp>
      <p:sp>
        <p:nvSpPr>
          <p:cNvPr id="3" name="TextBox 2"/>
          <p:cNvSpPr txBox="1"/>
          <p:nvPr/>
        </p:nvSpPr>
        <p:spPr>
          <a:xfrm>
            <a:off x="457200" y="822960"/>
            <a:ext cx="11247120" cy="365760"/>
          </a:xfrm>
          <a:prstGeom prst="rect">
            <a:avLst/>
          </a:prstGeom>
          <a:noFill/>
        </p:spPr>
        <p:txBody>
          <a:bodyPr wrap="none">
            <a:spAutoFit/>
          </a:bodyPr>
          <a:lstStyle/>
          <a:p>
            <a:r>
              <a:rPr sz="1300" i="1">
                <a:solidFill>
                  <a:srgbClr val="777777"/>
                </a:solidFill>
                <a:latin typeface="Arial"/>
              </a:rPr>
              <a:t>Supporting context for the Prioritization Framework and Service Concept slides</a:t>
            </a:r>
          </a:p>
        </p:txBody>
      </p:sp>
      <p:sp>
        <p:nvSpPr>
          <p:cNvPr id="4" name="TextBox 3"/>
          <p:cNvSpPr txBox="1"/>
          <p:nvPr/>
        </p:nvSpPr>
        <p:spPr>
          <a:xfrm>
            <a:off x="457200" y="1280160"/>
            <a:ext cx="5394960" cy="320040"/>
          </a:xfrm>
          <a:prstGeom prst="rect">
            <a:avLst/>
          </a:prstGeom>
          <a:noFill/>
        </p:spPr>
        <p:txBody>
          <a:bodyPr wrap="none">
            <a:spAutoFit/>
          </a:bodyPr>
          <a:lstStyle/>
          <a:p>
            <a:r>
              <a:rPr b="1" sz="1500">
                <a:solidFill>
                  <a:srgbClr val="1B2A5E"/>
                </a:solidFill>
                <a:latin typeface="Arial"/>
              </a:rPr>
              <a:t>Why We Chose This Approach</a:t>
            </a:r>
          </a:p>
        </p:txBody>
      </p:sp>
      <p:sp>
        <p:nvSpPr>
          <p:cNvPr id="5" name="TextBox 4"/>
          <p:cNvSpPr txBox="1"/>
          <p:nvPr/>
        </p:nvSpPr>
        <p:spPr>
          <a:xfrm>
            <a:off x="457200" y="1645920"/>
            <a:ext cx="5394960" cy="4206240"/>
          </a:xfrm>
          <a:prstGeom prst="rect">
            <a:avLst/>
          </a:prstGeom>
          <a:noFill/>
        </p:spPr>
        <p:txBody>
          <a:bodyPr wrap="square">
            <a:spAutoFit/>
          </a:bodyPr>
          <a:lstStyle/>
          <a:p>
            <a:pPr>
              <a:spcAft>
                <a:spcPts val="700"/>
              </a:spcAft>
            </a:pPr>
            <a:r>
              <a:rPr b="1" sz="1100">
                <a:solidFill>
                  <a:srgbClr val="E87B22"/>
                </a:solidFill>
                <a:latin typeface="Arial"/>
              </a:rPr>
              <a:t>Not a capability list: </a:t>
            </a:r>
            <a:r>
              <a:rPr sz="1100">
                <a:solidFill>
                  <a:srgbClr val="333333"/>
                </a:solidFill>
                <a:latin typeface="Arial"/>
              </a:rPr>
              <a:t>the Program Resilience Toolkit described HOW APTIM operates, not a specific program leadership could approve or reject -- the prompt and leadership feedback both called for one concrete offer.</a:t>
            </a:r>
          </a:p>
          <a:p>
            <a:pPr>
              <a:spcAft>
                <a:spcPts val="700"/>
              </a:spcAft>
            </a:pPr>
            <a:r>
              <a:rPr b="1" sz="1100">
                <a:solidFill>
                  <a:srgbClr val="E87B22"/>
                </a:solidFill>
                <a:latin typeface="Arial"/>
              </a:rPr>
              <a:t>Not a generation strategy: </a:t>
            </a:r>
            <a:r>
              <a:rPr sz="1100">
                <a:solidFill>
                  <a:srgbClr val="333333"/>
                </a:solidFill>
                <a:latin typeface="Arial"/>
              </a:rPr>
              <a:t>DTE's own storage plan (760 MW by 2032, 2,900 MW total by 2042) exists to replace Monroe Power Plant -- the 4th-largest coal plant in the US -- a decade-long, multi-billion-dollar transition. Our program is a distribution-level resilience investment, addressing outage backup at the neighborhood level -- a category absent from DTE's 145-page IRP entirely.</a:t>
            </a:r>
          </a:p>
          <a:p>
            <a:pPr>
              <a:spcAft>
                <a:spcPts val="700"/>
              </a:spcAft>
            </a:pPr>
            <a:r>
              <a:rPr b="1" sz="1100">
                <a:solidFill>
                  <a:srgbClr val="E87B22"/>
                </a:solidFill>
                <a:latin typeface="Arial"/>
              </a:rPr>
              <a:t>Fits an existing commitment: </a:t>
            </a:r>
            <a:r>
              <a:rPr sz="1100">
                <a:solidFill>
                  <a:srgbClr val="333333"/>
                </a:solidFill>
                <a:latin typeface="Arial"/>
              </a:rPr>
              <a:t>DTE's own 2021 Distribution Grid Plan already commits $1B/year to reduce outages -- our program is a new tool inside that existing commitment, not a new ask competing with the coal-replacement plan.</a:t>
            </a:r>
          </a:p>
          <a:p>
            <a:pPr>
              <a:spcAft>
                <a:spcPts val="700"/>
              </a:spcAft>
            </a:pPr>
            <a:r>
              <a:rPr b="1" sz="1100">
                <a:solidFill>
                  <a:srgbClr val="E87B22"/>
                </a:solidFill>
                <a:latin typeface="Arial"/>
              </a:rPr>
              <a:t>Feasibility is real, not assumed: </a:t>
            </a:r>
            <a:r>
              <a:rPr sz="1100">
                <a:solidFill>
                  <a:srgbClr val="333333"/>
                </a:solidFill>
                <a:latin typeface="Arial"/>
              </a:rPr>
              <a:t>pilot filing and MPSC approval realistically land within 1-2 years (MPSC Case U-21653's expedited DER pathway); fleet operation within the 1-3 year window; full rate-basing is the honest follow-on phase, not something we overpromise.</a:t>
            </a:r>
          </a:p>
        </p:txBody>
      </p:sp>
      <p:sp>
        <p:nvSpPr>
          <p:cNvPr id="6" name="TextBox 5"/>
          <p:cNvSpPr txBox="1"/>
          <p:nvPr/>
        </p:nvSpPr>
        <p:spPr>
          <a:xfrm>
            <a:off x="6309360" y="1280160"/>
            <a:ext cx="5394960" cy="320040"/>
          </a:xfrm>
          <a:prstGeom prst="rect">
            <a:avLst/>
          </a:prstGeom>
          <a:noFill/>
        </p:spPr>
        <p:txBody>
          <a:bodyPr wrap="none">
            <a:spAutoFit/>
          </a:bodyPr>
          <a:lstStyle/>
          <a:p>
            <a:r>
              <a:rPr b="1" sz="1500">
                <a:solidFill>
                  <a:srgbClr val="1B2A5E"/>
                </a:solidFill>
                <a:latin typeface="Arial"/>
              </a:rPr>
              <a:t>How the Program Actually Works</a:t>
            </a:r>
          </a:p>
        </p:txBody>
      </p:sp>
      <p:sp>
        <p:nvSpPr>
          <p:cNvPr id="7" name="TextBox 6"/>
          <p:cNvSpPr txBox="1"/>
          <p:nvPr/>
        </p:nvSpPr>
        <p:spPr>
          <a:xfrm>
            <a:off x="6309360" y="1645920"/>
            <a:ext cx="5394960" cy="4206240"/>
          </a:xfrm>
          <a:prstGeom prst="rect">
            <a:avLst/>
          </a:prstGeom>
          <a:noFill/>
        </p:spPr>
        <p:txBody>
          <a:bodyPr wrap="square">
            <a:spAutoFit/>
          </a:bodyPr>
          <a:lstStyle/>
          <a:p>
            <a:pPr>
              <a:spcAft>
                <a:spcPts val="700"/>
              </a:spcAft>
            </a:pPr>
            <a:r>
              <a:rPr b="1" sz="1100">
                <a:solidFill>
                  <a:srgbClr val="E87B22"/>
                </a:solidFill>
                <a:latin typeface="Arial"/>
              </a:rPr>
              <a:t>Ownership is settled, and tested: </a:t>
            </a:r>
            <a:r>
              <a:rPr sz="1100">
                <a:solidFill>
                  <a:srgbClr val="333333"/>
                </a:solidFill>
                <a:latin typeface="Arial"/>
              </a:rPr>
              <a:t>utility owns and finances the fleet; a homeowner-loan alternative was modeled and rejected -- a $34,500 system financed over 15 years runs ~$310/month, more than double an average Michigan household's ~$130/month bill. Utility ownership is the only structure that works for the customers this program should serve.</a:t>
            </a:r>
          </a:p>
          <a:p>
            <a:pPr>
              <a:spcAft>
                <a:spcPts val="700"/>
              </a:spcAft>
            </a:pPr>
            <a:r>
              <a:rPr b="1" sz="1100">
                <a:solidFill>
                  <a:srgbClr val="E87B22"/>
                </a:solidFill>
                <a:latin typeface="Arial"/>
              </a:rPr>
              <a:t>Engineered for Michigan winters: </a:t>
            </a:r>
            <a:r>
              <a:rPr sz="1100">
                <a:solidFill>
                  <a:srgbClr val="333333"/>
                </a:solidFill>
                <a:latin typeface="Arial"/>
              </a:rPr>
              <a:t>cold-climate-rated battery chemistry with active thermal management, sized with a winter capacity buffer -- because Michigan's worst outages are ice-storm-driven winter events, exactly when unmanaged batteries perform worst.</a:t>
            </a:r>
          </a:p>
          <a:p>
            <a:pPr>
              <a:spcAft>
                <a:spcPts val="700"/>
              </a:spcAft>
            </a:pPr>
            <a:r>
              <a:rPr b="1" sz="1100">
                <a:solidFill>
                  <a:srgbClr val="E87B22"/>
                </a:solidFill>
                <a:latin typeface="Arial"/>
              </a:rPr>
              <a:t>Who maintains it: </a:t>
            </a:r>
            <a:r>
              <a:rPr sz="1100">
                <a:solidFill>
                  <a:srgbClr val="333333"/>
                </a:solidFill>
                <a:latin typeface="Arial"/>
              </a:rPr>
              <a:t>the utility owns the fleet, so the utility -- via APTIM's contractor network -- maintains it. Zero maintenance burden ever falls on the household.</a:t>
            </a:r>
          </a:p>
          <a:p>
            <a:pPr>
              <a:spcAft>
                <a:spcPts val="700"/>
              </a:spcAft>
            </a:pPr>
            <a:r>
              <a:rPr b="1" sz="1100">
                <a:solidFill>
                  <a:srgbClr val="E87B22"/>
                </a:solidFill>
                <a:latin typeface="Arial"/>
              </a:rPr>
              <a:t>Pilot sequencing, not exclusion: </a:t>
            </a:r>
            <a:r>
              <a:rPr sz="1100">
                <a:solidFill>
                  <a:srgbClr val="333333"/>
                </a:solidFill>
                <a:latin typeface="Arial"/>
              </a:rPr>
              <a:t>Phase 1 enrolls qualifying, stable homeowners to prove the model with clean data and minimal execution risk; Phase 2 expands to higher-need, higher-outage areas once validated -- a stronger regulatory argument than testing on vulnerable populations first.</a:t>
            </a:r>
          </a:p>
        </p:txBody>
      </p:sp>
      <p:sp>
        <p:nvSpPr>
          <p:cNvPr id="8" name="TextBox 7"/>
          <p:cNvSpPr txBox="1"/>
          <p:nvPr/>
        </p:nvSpPr>
        <p:spPr>
          <a:xfrm>
            <a:off x="274320" y="6537960"/>
            <a:ext cx="9144000" cy="274320"/>
          </a:xfrm>
          <a:prstGeom prst="rect">
            <a:avLst/>
          </a:prstGeom>
          <a:noFill/>
        </p:spPr>
        <p:txBody>
          <a:bodyPr wrap="none">
            <a:spAutoFit/>
          </a:bodyPr>
          <a:lstStyle/>
          <a:p>
            <a:r>
              <a:rPr sz="800">
                <a:solidFill>
                  <a:srgbClr val="888888"/>
                </a:solidFill>
                <a:latin typeface="Arial"/>
              </a:rPr>
              <a:t>Confidential. Not to be copied, distributed, or reproduced without prior approval. © 2026 APTIM - All rights reserved.</a:t>
            </a:r>
          </a:p>
        </p:txBody>
      </p:sp>
      <p:sp>
        <p:nvSpPr>
          <p:cNvPr id="9" name="TextBox 8"/>
          <p:cNvSpPr txBox="1"/>
          <p:nvPr/>
        </p:nvSpPr>
        <p:spPr>
          <a:xfrm>
            <a:off x="11612880" y="6537960"/>
            <a:ext cx="457200" cy="274320"/>
          </a:xfrm>
          <a:prstGeom prst="rect">
            <a:avLst/>
          </a:prstGeom>
          <a:noFill/>
        </p:spPr>
        <p:txBody>
          <a:bodyPr wrap="none">
            <a:spAutoFit/>
          </a:bodyPr>
          <a:lstStyle/>
          <a:p>
            <a:r>
              <a:rPr sz="800">
                <a:solidFill>
                  <a:srgbClr val="888888"/>
                </a:solidFill>
                <a:latin typeface="Arial"/>
              </a:rPr>
              <a:t>10a</a:t>
            </a:r>
          </a:p>
        </p:txBody>
      </p:sp>
    </p:spTree>
  </p:cSld>
  <p:clrMapOvr>
    <a:masterClrMapping/>
  </p:clrMapOvr>
</p:sld>
</file>

<file path=ppt/theme/theme1.xml><?xml version="1.0" encoding="utf-8"?>
<a:theme xmlns:a="http://schemas.openxmlformats.org/drawingml/2006/main" name="1_APTIM THEME">
  <a:themeElements>
    <a:clrScheme name="2025_APTIM_Colors">
      <a:dk1>
        <a:sysClr val="windowText" lastClr="000000"/>
      </a:dk1>
      <a:lt1>
        <a:sysClr val="window" lastClr="FFFFFF"/>
      </a:lt1>
      <a:dk2>
        <a:srgbClr val="404040"/>
      </a:dk2>
      <a:lt2>
        <a:srgbClr val="D0CFCD"/>
      </a:lt2>
      <a:accent1>
        <a:srgbClr val="002856"/>
      </a:accent1>
      <a:accent2>
        <a:srgbClr val="FF8200"/>
      </a:accent2>
      <a:accent3>
        <a:srgbClr val="3D7CC9"/>
      </a:accent3>
      <a:accent4>
        <a:srgbClr val="00A19B"/>
      </a:accent4>
      <a:accent5>
        <a:srgbClr val="A32036"/>
      </a:accent5>
      <a:accent6>
        <a:srgbClr val="FFB71B"/>
      </a:accent6>
      <a:hlink>
        <a:srgbClr val="3D7CC9"/>
      </a:hlink>
      <a:folHlink>
        <a:srgbClr val="FF82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60101_APTIM_General_PR_TM_rev9.pptx" id="{19C27BBF-5620-4B65-ADED-6C779E989189}" vid="{947FF4B4-2A4E-4E0E-9AA8-A170C790CFA8}"/>
    </a:ext>
  </a:extLst>
</a:theme>
</file>

<file path=ppt/theme/theme2.xml><?xml version="1.0" encoding="utf-8"?>
<a:theme xmlns:a="http://schemas.openxmlformats.org/drawingml/2006/main" name="2_APTIM THEME TITLES">
  <a:themeElements>
    <a:clrScheme name="2025_APTIM_Colors">
      <a:dk1>
        <a:sysClr val="windowText" lastClr="000000"/>
      </a:dk1>
      <a:lt1>
        <a:sysClr val="window" lastClr="FFFFFF"/>
      </a:lt1>
      <a:dk2>
        <a:srgbClr val="404040"/>
      </a:dk2>
      <a:lt2>
        <a:srgbClr val="D0CFCD"/>
      </a:lt2>
      <a:accent1>
        <a:srgbClr val="002856"/>
      </a:accent1>
      <a:accent2>
        <a:srgbClr val="FF8200"/>
      </a:accent2>
      <a:accent3>
        <a:srgbClr val="3D7CC9"/>
      </a:accent3>
      <a:accent4>
        <a:srgbClr val="00A19B"/>
      </a:accent4>
      <a:accent5>
        <a:srgbClr val="A32036"/>
      </a:accent5>
      <a:accent6>
        <a:srgbClr val="FFB71B"/>
      </a:accent6>
      <a:hlink>
        <a:srgbClr val="3D7CC9"/>
      </a:hlink>
      <a:folHlink>
        <a:srgbClr val="FF82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60101_APTIM_General_PR_TM_rev9.pptx" id="{19C27BBF-5620-4B65-ADED-6C779E989189}" vid="{42F5EDCE-6B25-4972-AA1F-9C1F30ADC87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daf5a3b8-19fe-4aaf-8551-0b725c993cda" ContentTypeId="0x0101" PreviousValue="false"/>
</file>

<file path=customXml/item2.xml><?xml version="1.0" encoding="utf-8"?>
<ct:contentTypeSchema xmlns:ct="http://schemas.microsoft.com/office/2006/metadata/contentType" xmlns:ma="http://schemas.microsoft.com/office/2006/metadata/properties/metaAttributes" ct:_="" ma:_="" ma:contentTypeName="Document" ma:contentTypeID="0x0101009D83D8A17B64F1409CB10E760AC3010A" ma:contentTypeVersion="11" ma:contentTypeDescription="Create a new document." ma:contentTypeScope="" ma:versionID="64c85f00ec26e835cb18524be497ad09">
  <xsd:schema xmlns:xsd="http://www.w3.org/2001/XMLSchema" xmlns:xs="http://www.w3.org/2001/XMLSchema" xmlns:p="http://schemas.microsoft.com/office/2006/metadata/properties" xmlns:ns2="6cb61cf8-a1b1-4278-9585-9a56d9b9b454" targetNamespace="http://schemas.microsoft.com/office/2006/metadata/properties" ma:root="true" ma:fieldsID="33659469bdc860b0fee0e148754306f5" ns2:_="">
    <xsd:import namespace="6cb61cf8-a1b1-4278-9585-9a56d9b9b45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b61cf8-a1b1-4278-9585-9a56d9b9b4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A95461-7A0F-4587-9A5F-5F7CE2A5CDC3}">
  <ds:schemaRefs>
    <ds:schemaRef ds:uri="Microsoft.SharePoint.Taxonomy.ContentTypeSync"/>
  </ds:schemaRefs>
</ds:datastoreItem>
</file>

<file path=customXml/itemProps2.xml><?xml version="1.0" encoding="utf-8"?>
<ds:datastoreItem xmlns:ds="http://schemas.openxmlformats.org/officeDocument/2006/customXml" ds:itemID="{D29E47BB-2CAF-4534-9F7E-190AC8A67243}">
  <ds:schemaRefs>
    <ds:schemaRef ds:uri="6cb61cf8-a1b1-4278-9585-9a56d9b9b45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55B5BE0-1FD9-4B5D-8EE8-533F4F958440}">
  <ds:schemaRefs>
    <ds:schemaRef ds:uri="6cb61cf8-a1b1-4278-9585-9a56d9b9b45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2A3605C4-03E5-4AAA-A5E9-706881023D5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20260101_APTIM_General_PR_TM_rev9</Template>
  <Application>Microsoft Office PowerPoint</Application>
  <PresentationFormat>Widescreen</PresentationFormat>
  <Slides>48</Slides>
  <Notes>14</Notes>
  <HiddenSlides>6</HiddenSlides>
  <ScaleCrop>false</ScaleCrop>
  <HeadingPairs>
    <vt:vector size="4" baseType="variant">
      <vt:variant>
        <vt:lpstr>Theme</vt:lpstr>
      </vt:variant>
      <vt:variant>
        <vt:i4>2</vt:i4>
      </vt:variant>
      <vt:variant>
        <vt:lpstr>Slide Titles</vt:lpstr>
      </vt:variant>
      <vt:variant>
        <vt:i4>48</vt:i4>
      </vt:variant>
    </vt:vector>
  </HeadingPairs>
  <TitlesOfParts>
    <vt:vector size="50" baseType="lpstr">
      <vt:lpstr>1_APTIM THEME</vt:lpstr>
      <vt:lpstr>2_APTIM THEME TITLES</vt:lpstr>
      <vt:lpstr>Evolving Energy Programs Under Funding Uncertainty</vt:lpstr>
      <vt:lpstr>The Dream Team</vt:lpstr>
      <vt:lpstr>The Problem </vt:lpstr>
      <vt:lpstr>Pain Point</vt:lpstr>
      <vt:lpstr>Key Goals</vt:lpstr>
      <vt:lpstr>Market Analysis</vt:lpstr>
      <vt:lpstr>Market Analysis Cont</vt:lpstr>
      <vt:lpstr>Competitive Landscape (update with research)</vt:lpstr>
      <vt:lpstr>Competitive Landscape (update with new research) </vt:lpstr>
      <vt:lpstr>National Competitive Landscape</vt:lpstr>
      <vt:lpstr>How  APTIM Wins</vt:lpstr>
      <vt:lpstr>PowerPoint Presentation</vt:lpstr>
      <vt:lpstr>PowerPoint Presentation</vt:lpstr>
      <vt:lpstr>Strategic Fit (edit with notes)</vt:lpstr>
      <vt:lpstr>Client Use Case: Michigan </vt:lpstr>
      <vt:lpstr>Future/Scaling</vt:lpstr>
      <vt:lpstr>Thank you!</vt:lpstr>
      <vt:lpstr>PowerPoint Presentation</vt:lpstr>
      <vt:lpstr>PowerPoint Presentation</vt:lpstr>
      <vt:lpstr>Appendix</vt:lpstr>
      <vt:lpstr>Goal of presentation </vt:lpstr>
      <vt:lpstr>Given big blurb</vt:lpstr>
      <vt:lpstr>Given Scope Focus</vt:lpstr>
      <vt:lpstr>Given Output</vt:lpstr>
      <vt:lpstr>The Problem </vt:lpstr>
      <vt:lpstr>The Problem </vt:lpstr>
      <vt:lpstr>PowerPoint Presentation</vt:lpstr>
      <vt:lpstr>Project Scope</vt:lpstr>
      <vt:lpstr>Strategic Fit (format needs fix) (merge slides)  </vt:lpstr>
      <vt:lpstr>Strategic Fit (format needs fix) (merge slides)  </vt:lpstr>
      <vt:lpstr>Strategic Fit (fix wording/choose format) </vt:lpstr>
      <vt:lpstr>Project Scope</vt:lpstr>
      <vt:lpstr>APTIM PowerPoint  Template Guidelines</vt:lpstr>
      <vt:lpstr>About the Template &amp; Formatting</vt:lpstr>
      <vt:lpstr>How to Use</vt:lpstr>
      <vt:lpstr>Basics</vt:lpstr>
      <vt:lpstr>Bullets</vt:lpstr>
      <vt:lpstr>Insert Photos &amp; Graphics</vt:lpstr>
      <vt:lpstr>Crop Photos</vt:lpstr>
      <vt:lpstr>Adding Text Over a Photo</vt:lpstr>
      <vt:lpstr>PowerPoint Presentation</vt:lpstr>
      <vt:lpstr>PowerPoint Presentation</vt:lpstr>
      <vt:lpstr>Section Title</vt:lpstr>
      <vt:lpstr>PowerPoint Presentation</vt:lpstr>
      <vt:lpstr>PowerPoint Presentation</vt:lpstr>
      <vt:lpstr>PowerPoint Presentation</vt:lpstr>
      <vt:lpstr>Elements to Pick Up/Use</vt:lpstr>
      <vt:lpstr>Sample 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Gracia, Christian</dc:creator>
  <cp:revision>3</cp:revision>
  <dcterms:created xsi:type="dcterms:W3CDTF">2026-06-05T13:41:22Z</dcterms:created>
  <dcterms:modified xsi:type="dcterms:W3CDTF">2026-07-24T13:29:24Z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0x0101009D83D8A17B64F1409CB10E760AC3010A</vt:lpwstr>
  </property>
</Properties>
</file>